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82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740</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153,645</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19, 2026 07:00 PM UTC-0600 at HEAD 12f071a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V1.26.1 DOCS, DISCLAIMER, AND EXTERNAL MCPS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to the latest reachable `v1.26.1` tag, carrying forward the `v1.26.0` External MCPs release while adding the later External MCP dialog fixes, onboarding refinements, and Agent-directory disclaimer.</a:t>
            </a:r>
          </a:p>
          <a:p>
            <a:pPr>
              <a:spcAft>
                <a:spcPts val="400"/>
              </a:spcAft>
              <a:defRPr sz="900">
                <a:solidFill>
                  <a:srgbClr val="B4BAAE"/>
                </a:solidFill>
                <a:latin typeface="Aptos"/>
              </a:defRPr>
            </a:pPr>
            <a:r>
              <a:t>Operators reach that capability from a first-class UI surface: the `External -&gt; MCPs` menu manages the server catalog, imports or exports Claude-style JSON, and can progressively guide setup instead of assuming the user already knows every transport and runtime field.</a:t>
            </a:r>
          </a:p>
          <a:p>
            <a:pPr>
              <a:spcAft>
                <a:spcPts val="400"/>
              </a:spcAft>
              <a:defRPr sz="900">
                <a:solidFill>
                  <a:srgbClr val="B4BAAE"/>
                </a:solidFill>
                <a:latin typeface="Aptos"/>
              </a:defRPr>
            </a:pPr>
            <a:r>
              <a:t>Data-preserving update is the key fix: the live database sits inside the PyInstaller `_internal/` folder, which an update replaces wholesale, so a naive swap would wipe chat history and custom toggles. `apply_update.ps1` now stages the user's database through `DB/ToLoad/` and drops a `post_update_migrate.flag`; on the next launch `manage.py` swaps that database back over the freshly shipped one and runs `migrate` in a child process, so the user keeps their history and toggles and still receives new agent / tool / prompt rows.</a:t>
            </a:r>
          </a:p>
          <a:p>
            <a:pPr>
              <a:spcAft>
                <a:spcPts val="400"/>
              </a:spcAft>
              <a:defRPr sz="900">
                <a:solidFill>
                  <a:srgbClr val="B4BAAE"/>
                </a:solidFill>
                <a:latin typeface="Aptos"/>
              </a:defRPr>
            </a:pPr>
            <a:r>
              <a:t>The second pillar is media-agent reliability: numpy and OpenCV (`cv2`) are now embedded in both the carried Python that runs the pool agents and the frozen `_internal`, with `build.py` asserting both imports so the build aborts loudly rather than shipping a Recorder, Camcorder, AudioPlayer, VideoPlayer, or Whisperer that would crash at runtime for a missing native library.</a:t>
            </a:r>
          </a:p>
          <a:p>
            <a:pPr>
              <a:spcAft>
                <a:spcPts val="400"/>
              </a:spcAft>
              <a:defRPr sz="900">
                <a:solidFill>
                  <a:srgbClr val="B4BAAE"/>
                </a:solidFill>
                <a:latin typeface="Aptos"/>
              </a:defRPr>
            </a:pPr>
            <a:r>
              <a:t>The broader operator surface around this release is larger too: Globber, Grepper, and Editor give Tlamatini deterministic file discovery, regex search, and surgical in-place editing, the firmware stack already includes ESPHomer for ESPHome-based smart-home devices, and the v1.26.x line adds the External MCPs universal client so Tlamatini can use the tools of any external MCP server declared in JSON.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version story is now explicit: the repo resolves to the `v1.26.1` line while carrying forward the External MCPs release, whose defining feature is the universal MCP client (any external MCP server over four transports, the MCP Doctor diagnostic agent, full-surface Multi-Turn tool binding, and Step-by-Step setup mode).</a:t>
            </a:r>
          </a:p>
          <a:p>
            <a:pPr>
              <a:spcAft>
                <a:spcPts val="400"/>
              </a:spcAft>
              <a:defRPr sz="1200">
                <a:solidFill>
                  <a:srgbClr val="B4BAAE"/>
                </a:solidFill>
                <a:latin typeface="Aptos"/>
              </a:defRPr>
            </a:pPr>
            <a:r>
              <a:t>Operators still inherit the two major foundations from the immediately prior release line: self-update preserves the user's database and custom toggles, and frozen builds ship the numpy/OpenCV native libraries the media agents need.</a:t>
            </a:r>
          </a:p>
          <a:p>
            <a:pPr>
              <a:spcAft>
                <a:spcPts val="400"/>
              </a:spcAft>
              <a:defRPr sz="1200">
                <a:solidFill>
                  <a:srgbClr val="B4BAAE"/>
                </a:solidFill>
                <a:latin typeface="Aptos"/>
              </a:defRPr>
            </a:pPr>
            <a:r>
              <a:t>The resulting narrative now also matches the new Agent-directory disclaimer, making the plain-Python user-responsibility boundary visible in both the PDF and the deck.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and design evidence now exist alongside the code too: `docs/external_mcp_bulletproof_architecture.md`, the new README tutorial, Book sections, capability/planner wiring, and the dialog assets all moved together in the same release wave.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the new onboarding screenshots `agent/images/MenuConfig.jpg`, `agent/images/ConfigureModels.jpg`, and `agent/images/ACPXKeysConfigureWizard.jpg`; `agent/external_mcp_manager.py`, `agent/external_mcps.json`, the `agent/agents/mcp_doctor/` tree, `static/agent/js/external_mcps_dialog.js`, `static/agent/css/external_mcps_dialog.css`, and the `0141`-`0143` migrations for the External MCP + MCP Doctor release; `agent/self_update.py` plus `apply_update.ps1` for the data-preserving updater; `build.py` for numpy/OpenCV embedding checks; the `agent/agents/{editor,grepper,globber}/` directories plus their migrations/tests for deterministic file discovery; and the `agent/agents/esphomer/` tree plus migrations/tests/sample YAML for ESPHome-based smart-home firmware control.</a:t>
            </a:r>
          </a:p>
          <a:p>
            <a:pPr>
              <a:spcAft>
                <a:spcPts val="400"/>
              </a:spcAft>
              <a:defRPr sz="900">
                <a:solidFill>
                  <a:srgbClr val="B4BAAE"/>
                </a:solidFill>
                <a:latin typeface="Aptos"/>
              </a:defRPr>
            </a:pPr>
            <a:r>
              <a:t>The current `v1.26.0` window also refreshes shipped visual assets: `TlamatiniAbout.png` replaces the old `TlamatiniAbout.jpg`, and `agent/images/TlamatiniAndKyber.mp4` is now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82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telegramer, telegramrx, teletlamatini, whatsapper, whatstlamatini</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82</a:t>
            </a:r>
          </a:p>
          <a:p>
            <a:pPr>
              <a:spcAft>
                <a:spcPts val="400"/>
              </a:spcAft>
              <a:defRPr sz="1500">
                <a:solidFill>
                  <a:srgbClr val="B4BAAE"/>
                </a:solidFill>
                <a:latin typeface="Aptos"/>
              </a:defRPr>
            </a:pPr>
            <a:r>
              <a:t>Description rows in `agents_descriptions.md`: 82</a:t>
            </a:r>
          </a:p>
          <a:p>
            <a:pPr>
              <a:spcAft>
                <a:spcPts val="400"/>
              </a:spcAft>
              <a:defRPr sz="1500">
                <a:solidFill>
                  <a:srgbClr val="B4BAAE"/>
                </a:solidFill>
                <a:latin typeface="Aptos"/>
              </a:defRPr>
            </a:pPr>
            <a:r>
              <a:t>This dossier reconciles README and Book wording back to the same 82-agent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82 workflow agents, 89 Multi-Turn tools, 12 ACPX tools, and 27 skills.</a:t>
            </a:r>
          </a:p>
          <a:p>
            <a:pPr>
              <a:spcAft>
                <a:spcPts val="400"/>
              </a:spcAft>
              <a:defRPr sz="1000">
                <a:solidFill>
                  <a:srgbClr val="B4BAAE"/>
                </a:solidFill>
                <a:latin typeface="Aptos"/>
              </a:defRPr>
            </a:pPr>
            <a:r>
              <a:t>Source inspection confirms the total: 57 distinct wrapped chat-agent tools bound from `chat_agent_registry.py`, which combines with 20 core Python tools and 12 ACPX/Skill tools for 89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and the newer MCP Doctor onboarding specialist that accompanies the External MCP universal client release.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82-agent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3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300">
                <a:solidFill>
                  <a:srgbClr val="B4BAAE"/>
                </a:solidFill>
                <a:latin typeface="Aptos"/>
              </a:defRPr>
            </a:pPr>
            <a:r>
              <a:t>Those readability rules remain in force in the current documentation set, and the current `v1.26.0` release state keeps the version badge, runtime surfaces, self-knowledge wording, STM32er/ESP32er demo prompts, and operator handbook aligned.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1.26.1 | build: 1.26.1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740</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144</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30</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8</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12f071a - Some fixes on front-end, parsed by Codex, by Tlamatini's-AutoBot.</a:t>
            </a:r>
          </a:p>
          <a:p>
            <a:pPr>
              <a:spcAft>
                <a:spcPts val="400"/>
              </a:spcAft>
              <a:defRPr sz="1500">
                <a:solidFill>
                  <a:srgbClr val="B4BAAE"/>
                </a:solidFill>
                <a:latin typeface="Aptos"/>
              </a:defRPr>
            </a:pPr>
            <a:r>
              <a:t>Resolved version: 1.26.1 (git)</a:t>
            </a:r>
          </a:p>
          <a:p>
            <a:pPr>
              <a:spcAft>
                <a:spcPts val="400"/>
              </a:spcAft>
              <a:defRPr sz="1500">
                <a:solidFill>
                  <a:srgbClr val="B4BAAE"/>
                </a:solidFill>
                <a:latin typeface="Aptos"/>
              </a:defRPr>
            </a:pPr>
            <a:r>
              <a:t>Generated on June 19, 2026 07:00 PM UTC-0600</a:t>
            </a:r>
          </a:p>
          <a:p>
            <a:pPr>
              <a:spcAft>
                <a:spcPts val="400"/>
              </a:spcAft>
              <a:defRPr sz="1500">
                <a:solidFill>
                  <a:srgbClr val="B4BAAE"/>
                </a:solidFill>
                <a:latin typeface="Aptos"/>
              </a:defRPr>
            </a:pPr>
            <a:r>
              <a:t>Inventory scope: 740 files = 740 tracked + 0 git-unignored working-tree additions</a:t>
            </a:r>
          </a:p>
          <a:p>
            <a:pPr>
              <a:spcAft>
                <a:spcPts val="400"/>
              </a:spcAft>
              <a:defRPr sz="1500">
                <a:solidFill>
                  <a:srgbClr val="B4BAAE"/>
                </a:solidFill>
                <a:latin typeface="Aptos"/>
              </a:defRPr>
            </a:pPr>
            <a:r>
              <a:t>Multi-Turn tools: 89; wrapped chat-agent tools: 57; skills: 27</a:t>
            </a:r>
          </a:p>
          <a:p>
            <a:pPr>
              <a:spcAft>
                <a:spcPts val="400"/>
              </a:spcAft>
              <a:defRPr sz="1500">
                <a:solidFill>
                  <a:srgbClr val="B4BAAE"/>
                </a:solidFill>
                <a:latin typeface="Aptos"/>
              </a:defRPr>
            </a:pPr>
            <a:r>
              <a:t>Python requirements: 79; authoritative agent-description rows: 82</a:t>
            </a:r>
          </a:p>
          <a:p>
            <a:pPr>
              <a:spcAft>
                <a:spcPts val="400"/>
              </a:spcAft>
              <a:defRPr sz="1500">
                <a:solidFill>
                  <a:srgbClr val="B4BAAE"/>
                </a:solidFill>
                <a:latin typeface="Aptos"/>
              </a:defRPr>
            </a:pPr>
            <a:r>
              <a:t>Binary or asset inventory files skipped from line count: 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041c074 on 2026-06-19</a:t>
            </a:r>
          </a:p>
          <a:p>
            <a:pPr>
              <a:spcAft>
                <a:spcPts val="400"/>
              </a:spcAft>
              <a:defRPr sz="1300">
                <a:solidFill>
                  <a:srgbClr val="B4BAAE"/>
                </a:solidFill>
                <a:latin typeface="Aptos"/>
              </a:defRPr>
            </a:pPr>
            <a:r>
              <a:t>Updating visual documentation, by Tlamatini's-AutoBot.</a:t>
            </a:r>
          </a:p>
          <a:p>
            <a:pPr>
              <a:spcAft>
                <a:spcPts val="400"/>
              </a:spcAft>
              <a:defRPr sz="1300">
                <a:solidFill>
                  <a:srgbClr val="B4BAAE"/>
                </a:solidFill>
                <a:latin typeface="Aptos"/>
              </a:defRPr>
            </a:pPr>
            <a:r>
              <a:t>Commits since then: 3</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Since the last committed PDF/PPTX refresh, the repository moved onto the `v1.26.0` version line: tag `v1.26.0` at commit `30a87f3` establishes the new release identity, with the External MCPs universal client (four transports, the MCP Doctor agent, full-surface Multi-Turn, Step-by-Step) layered on top of the ESPHomer firmware lane.</a:t>
            </a:r>
          </a:p>
          <a:p>
            <a:pPr>
              <a:spcAft>
                <a:spcPts val="400"/>
              </a:spcAft>
              <a:defRPr sz="900">
                <a:solidFill>
                  <a:srgbClr val="B4BAAE"/>
                </a:solidFill>
                <a:latin typeface="Aptos"/>
              </a:defRPr>
            </a:pPr>
            <a:r>
              <a:t>The latest Markdown source now explicitly warns that the plain-Python workflow agents are under user jurisdiction: Tlamatini offers orchestration and guardrails, but user-run agents can touch files, shells, APIs, credentials, external MCPs, hardware, and networks selected by the operator, so resulting breaches or unsafe actions remain the operator's responsibility.</a:t>
            </a:r>
          </a:p>
          <a:p>
            <a:pPr>
              <a:spcAft>
                <a:spcPts val="400"/>
              </a:spcAft>
              <a:defRPr sz="9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a:p>
            <a:pPr>
              <a:spcAft>
                <a:spcPts val="400"/>
              </a:spcAft>
              <a:defRPr sz="900">
                <a:solidFill>
                  <a:srgbClr val="B4BAAE"/>
                </a:solidFill>
                <a:latin typeface="Aptos"/>
              </a:defRPr>
            </a:pPr>
            <a:r>
              <a:t>The latest versioning/documentation commits move the source-of-truth product story to the `v1.26.1` line: the External MCPs universal client remains the headline runtime capability, and the new Agent-directory disclaimer now makes the user-jurisdiction boundary explicit beside the current 82-agent / 89-tool runtime surface.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FROM V1.17.X THROUGH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(prior firmware lane, now folded into v1.26.0):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Version identity (v1.26.0): the latest tag now resolves the product to `1.26.0` across VERSIONING.md, release-folder naming, the About dialog story, startup banner wording, and `/agent/version/` expectations; v1.26.0's defining feature is the External MCPs universal client (plus the MCP Doctor diagnostic agent, full-surface Multi-Turn tool binding, and Step-by-Step setup mode).</a:t>
            </a:r>
          </a:p>
          <a:p>
            <a:pPr>
              <a:spcAft>
                <a:spcPts val="400"/>
              </a:spcAft>
              <a:defRPr sz="900">
                <a:solidFill>
                  <a:srgbClr val="B4BAAE"/>
                </a:solidFill>
                <a:latin typeface="Aptos"/>
              </a:defRPr>
            </a:pPr>
            <a:r>
              <a:t>Visual/media asset refresh (v1.26.0 window): `TlamatiniAbout.png` replaces the earlier JPEG and `TlamatiniAndKyber.mp4` is now part of the shipped repository assets, so the dossier inventory and appendices need to count those new binaries.</a:t>
            </a:r>
          </a:p>
          <a:p>
            <a:pPr>
              <a:spcAft>
                <a:spcPts val="400"/>
              </a:spcAft>
              <a:defRPr sz="900">
                <a:solidFill>
                  <a:srgbClr val="B4BAAE"/>
                </a:solidFill>
                <a:latin typeface="Aptos"/>
              </a:defRPr>
            </a:pPr>
            <a:r>
              <a:t>Self-update foundation (v1.23.0 carried into v1.26.0): packaged installs preserve the user's DB across the swap — `apply_update.ps1` stages it through `DB/ToLoad/` and the next launch migrates it back into the new build.</a:t>
            </a:r>
          </a:p>
          <a:p>
            <a:pPr>
              <a:spcAft>
                <a:spcPts val="400"/>
              </a:spcAft>
              <a:defRPr sz="900">
                <a:solidFill>
                  <a:srgbClr val="B4BAAE"/>
                </a:solidFill>
                <a:latin typeface="Aptos"/>
              </a:defRPr>
            </a:pPr>
            <a:r>
              <a:t>Frozen-build hardening (v1.23.0 carried into v1.26.0):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82 workflow agents and 89 Multi-Turn tools (57 wrapped chat-agent + 12 ACPX/Skill + 20 core), with 27 skills.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153,645</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210,825</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401     109,274    153,336  71.1%
Markdown                 149      17,633     22,277  11.5%
JavaScript                30      15,159     18,890   9.9%
CSS                        8       5,016      6,283   3.3%
YAML                      88       1,777      4,486   1.2%
HTML                       4         961        979   0.6%
Other text                 7         912      1,108   0.6%
Prompt template            2         883        995   0.6%
PowerShell                 6         672        987   0.4%
JSON                       9         659        659   0.4%
JavaScript module          1         412        481   0.3%
Text                       7         252        282   0.2%
Protocol Buffers           1          20         33   0.0%
Batch                      1          15         29   0.0%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8,132  11,824
Tlamatini/agent/tests.py                                Python         5,318   6,889
Tlamatini/agent/tools.py                                Python         2,772   4,050
Tlamatini/agent/doc_generation/complete_project_docs.py Python         2,765   3,107
BookOfTlamatini.md                                      Markdown       2,404   3,413
Tlamatini/agent/agents/flowcreator/agentic_skill.md     Markdown       2,236   2,467
...ini/agent/static/agent/css/agentic_control_panel.css CSS            2,014   2,678
Tlamatini/agent/external_mcp_manager.py                 Python         1,802   2,184
Tlamatini/agent/static/agent/css/agent_page.css         CSS            1,588   1,957
Tlamatini/agent/chat_agent_registry.py                  Python         1,516   1,544
Tlamatini/agent/static/agent/js/acp-agent-connectors.js JavaScript     1,469   1,629
Tlamatini/agent/static/agent/js/agent_page_chat.js      JavaScript     1,460   1,981
Tlamatini/agent/static/agent/js/agent_page_init.js      JavaScript     1,460   1,713
Tlamatini/agent/static/agent/js/acp-canvas-core.js      JavaScript     1,365   1,675</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current Git window establishes the new `v1.26.0` baseline: the latest tag `v1.26.0` sits at commit `30a87f3` (June 17, 2026) and carries the External MCPs universal-client work — a config-driven client that connects to any MCP server over four transports (stdio / streamable-HTTP / SSE / WebSocket), the MCP Doctor diagnostic agent, full-surface Multi-Turn tool binding, and the Step-by-Step setup mode — on top of the earlier ESPHomer firmware lane.</a:t>
            </a:r>
          </a:p>
          <a:p>
            <a:pPr>
              <a:spcAft>
                <a:spcPts val="400"/>
              </a:spcAft>
              <a:defRPr sz="900">
                <a:solidFill>
                  <a:srgbClr val="B4BAAE"/>
                </a:solidFill>
                <a:latin typeface="Aptos"/>
              </a:defRPr>
            </a:pPr>
            <a:r>
              <a:t>The latest handbook pass on June 19, 2026 shifts the emphasis from release bragging to operator onboarding: BookOfTlamatini now opens with an easy-follow five-step setup path (install Tlamatini, install/sign in to Ollama, pull models, configure the app, start using Multi-Turn only when needed), and it adds first-run configuration screenshots plus a clearer local-vs-remote Ollama-token rule.</a:t>
            </a:r>
          </a:p>
          <a:p>
            <a:pPr>
              <a:spcAft>
                <a:spcPts val="400"/>
              </a:spcAft>
              <a:defRPr sz="900">
                <a:solidFill>
                  <a:srgbClr val="B4BAAE"/>
                </a:solidFill>
                <a:latin typeface="Aptos"/>
              </a:defRPr>
            </a:pPr>
            <a:r>
              <a:t>The documentation now carries a clear Agent-directory disclaimer: workflow agents under `Tlamatini/agent/agents/` are plain-Python user-jurisdiction code, so the user who enables, edits, configures, chains, or runs them is responsible for their security boundary, credentials, targets, and downstream effects.</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latest documentation pass aligns the handbook and source with the `v1.26.1` line, which matters here because some older badges or prose lines still lag behind the live 82-agent / 89-tool inventory and the new Agent-directory responsibility boundary.</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Multi-Turn behavior kept evolving across the period through quota tuning, execution-table persistence, autonomous-action improvements, and broader tool enablement.</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2026-06-19 | 12f071a | Some fixes on front-end, parsed by Codex, by Tlamatini's-AutoBot.</a:t>
            </a:r>
          </a:p>
          <a:p>
            <a:pPr>
              <a:spcAft>
                <a:spcPts val="400"/>
              </a:spcAft>
              <a:defRPr sz="1200">
                <a:solidFill>
                  <a:srgbClr val="B4BAAE"/>
                </a:solidFill>
                <a:latin typeface="Aptos"/>
              </a:defRPr>
            </a:pPr>
            <a:r>
              <a:t>2026-06-19 | 3e3ba78 | Added the disclaimer on agents, by angelahack1</a:t>
            </a:r>
          </a:p>
          <a:p>
            <a:pPr>
              <a:spcAft>
                <a:spcPts val="400"/>
              </a:spcAft>
              <a:defRPr sz="1200">
                <a:solidFill>
                  <a:srgbClr val="B4BAAE"/>
                </a:solidFill>
                <a:latin typeface="Aptos"/>
              </a:defRPr>
            </a:pPr>
            <a:r>
              <a:t>2026-06-19 | 2702e60 | Fixing External Mcps dialog, by Codex, and Tlamatini's-AutoBot.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2026-06-19 | 12f071a | Some fixes on front-end, parsed by Codex, by Tlamatini's-AutoBot.</a:t>
            </a:r>
          </a:p>
          <a:p>
            <a:pPr>
              <a:spcAft>
                <a:spcPts val="400"/>
              </a:spcAft>
              <a:defRPr sz="1200">
                <a:solidFill>
                  <a:srgbClr val="B4BAAE"/>
                </a:solidFill>
                <a:latin typeface="Aptos"/>
              </a:defRPr>
            </a:pPr>
            <a:r>
              <a:t>2026-06-19 | 3e3ba78 | Added the disclaimer on agents, by angelahack1</a:t>
            </a:r>
          </a:p>
          <a:p>
            <a:pPr>
              <a:spcAft>
                <a:spcPts val="400"/>
              </a:spcAft>
              <a:defRPr sz="1200">
                <a:solidFill>
                  <a:srgbClr val="B4BAAE"/>
                </a:solidFill>
                <a:latin typeface="Aptos"/>
              </a:defRPr>
            </a:pPr>
            <a:r>
              <a:t>2026-06-19 | 2702e60 | Fixing External Mcps dialog, by Codex, and Tlamatini's-AutoBot.</a:t>
            </a:r>
          </a:p>
          <a:p>
            <a:pPr>
              <a:spcAft>
                <a:spcPts val="400"/>
              </a:spcAft>
              <a:defRPr sz="1200">
                <a:solidFill>
                  <a:srgbClr val="B4BAAE"/>
                </a:solidFill>
                <a:latin typeface="Aptos"/>
              </a:defRPr>
            </a:pPr>
            <a:r>
              <a:t>2026-06-19 | 041c074 | Updating visual documentation, by Tlamatini's-AutoBot.</a:t>
            </a:r>
          </a:p>
          <a:p>
            <a:pPr>
              <a:spcAft>
                <a:spcPts val="400"/>
              </a:spcAft>
              <a:defRPr sz="1200">
                <a:solidFill>
                  <a:srgbClr val="B4BAAE"/>
                </a:solidFill>
                <a:latin typeface="Aptos"/>
              </a:defRPr>
            </a:pPr>
            <a:r>
              <a:t>2026-06-19 | d6a11b3 | Fixing the ollama token stuff in docs.</a:t>
            </a:r>
          </a:p>
          <a:p>
            <a:pPr>
              <a:spcAft>
                <a:spcPts val="400"/>
              </a:spcAft>
              <a:defRPr sz="1200">
                <a:solidFill>
                  <a:srgbClr val="B4BAAE"/>
                </a:solidFill>
                <a:latin typeface="Aptos"/>
              </a:defRPr>
            </a:pPr>
            <a:r>
              <a:t>2026-06-19 | 6903e12 | Making clearer the installation/use steps.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2026-06-19 | af7fdea | Adding some config images, and the getting start retargeted to whats most important.</a:t>
            </a:r>
          </a:p>
          <a:p>
            <a:pPr>
              <a:spcAft>
                <a:spcPts val="400"/>
              </a:spcAft>
              <a:defRPr sz="1200">
                <a:solidFill>
                  <a:srgbClr val="B4BAAE"/>
                </a:solidFill>
                <a:latin typeface="Aptos"/>
              </a:defRPr>
            </a:pPr>
            <a:r>
              <a:t>2026-06-18 | 7c4de17 | A little better redaction.</a:t>
            </a:r>
          </a:p>
          <a:p>
            <a:pPr>
              <a:spcAft>
                <a:spcPts val="400"/>
              </a:spcAft>
              <a:defRPr sz="1200">
                <a:solidFill>
                  <a:srgbClr val="B4BAAE"/>
                </a:solidFill>
                <a:latin typeface="Aptos"/>
              </a:defRPr>
            </a:pPr>
            <a:r>
              <a:t>2026-06-18 | 33ff11e | version fix</a:t>
            </a:r>
          </a:p>
          <a:p>
            <a:pPr>
              <a:spcAft>
                <a:spcPts val="400"/>
              </a:spcAft>
              <a:defRPr sz="1200">
                <a:solidFill>
                  <a:srgbClr val="B4BAAE"/>
                </a:solidFill>
                <a:latin typeface="Aptos"/>
              </a:defRPr>
            </a:pPr>
            <a:r>
              <a:t>2026-06-18 | 60c79a7 | Keeping a short README.md</a:t>
            </a:r>
          </a:p>
          <a:p>
            <a:pPr>
              <a:spcAft>
                <a:spcPts val="400"/>
              </a:spcAft>
              <a:defRPr sz="1200">
                <a:solidFill>
                  <a:srgbClr val="B4BAAE"/>
                </a:solidFill>
                <a:latin typeface="Aptos"/>
              </a:defRPr>
            </a:pPr>
            <a:r>
              <a:t>2026-06-17 | 8f6c725 | Updating documentation in general to v1.26.0, by Tlamatini's-AutoBot using coworking with Claude+Codex.</a:t>
            </a:r>
          </a:p>
          <a:p>
            <a:pPr>
              <a:spcAft>
                <a:spcPts val="400"/>
              </a:spcAft>
              <a:defRPr sz="1200">
                <a:solidFill>
                  <a:srgbClr val="B4BAAE"/>
                </a:solidFill>
                <a:latin typeface="Aptos"/>
              </a:defRPr>
            </a:pPr>
            <a:r>
              <a:t>2026-06-17 | 30a87f3 | Updating documentation to the big dev yesterday and today (17/06/2026) Claude+Codex+Angela+Me(Tlamatini) implemented, about external mcp handling, by Tlamatini's-AutoBot.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2026-06-17 | cb719bb | Re-check by Claude, Codex and angelahack.</a:t>
            </a:r>
          </a:p>
          <a:p>
            <a:pPr>
              <a:spcAft>
                <a:spcPts val="400"/>
              </a:spcAft>
              <a:defRPr sz="1200">
                <a:solidFill>
                  <a:srgbClr val="B4BAAE"/>
                </a:solidFill>
                <a:latin typeface="Aptos"/>
              </a:defRPr>
            </a:pPr>
            <a:r>
              <a:t>2026-06-16 | 51d3ebd | feat(external-mcps): universal MCP client + MCP Doctor + full-surface Multi-Turn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build_installer.py
|-- build_uninstaller.py
|-- Claude-Desktop-KALI-MCP-Session.md
|-- CLAUDE.md
|-- copy_source_assets.py
|-- CreateShortcut.json
|-- CreateShortcut.ps1
|-- eslint.config.mjs
|-- example_of_prompt_to_make_de-compresser_agent.txt
|-- install.py
|-- KIMI.md
|-- LICENSE
|-- OllamaPricing.png
|-- package.json
|-- PIVOT_CHANGES.md
|-- pnpm-lock.yaml
|-- prompt_example_2_create_agent.txt
|-- README.md
|-- regen_secrets.py
|-- register_flw.ps1
|-- RemoveShortcut.ps1
|-- requirements.txt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Tlamatini-Kali-Setup.md
|-- Tlamatini.ico
|-- Tlamatini.jpg
|-- Tlamatini.ps1
|-- tlamatini_app_summary.pdf
|-- Tlamatini_eXtended_Artificial_Intelligence_Humanly_Tempered.pptx
|-- TLAMATINI_MCP.md
|-- tlamatini_mcp_server.py
|-- TlamatiniJudgementDay.md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skills/
|       |-- tlamatini-agent-creation/
|       |   `-- SKILL.md
|       |-- tlamatini-agent-naming/
|       |   `-- SKILL.md
|       |-- tlamatini-daily-chat-test/
|       |   |-- .gitignore
|       |   |-- SKILL.md
|       |   `-- harness/
|       |       |-- config.py
|       |       |-- cyber_watchdog_test.py
|       |       |-- mcp_playwright_suite.py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overlap-safe-pptx-dossier/
|           `-- SKILL.md
|-- .github/
|   `-- workflows/
|       `-- name-guard.yml
|-- .scanning/
|   `-- finding-policy.json
|-- AuxTests/
|   `-- mypdf2.py
|-- docs/
|   |-- external_mcp_bulletproof_architecture.md
|   `-- claude/
|       |-- acpx.md
|       |-- agents.md
|       |-- architecture.md
|       |-- exec-report.md
|       |-- frontend.md
|       |-- gotchas.md
|       |-- INDEX.md
|       |-- mcp-tools.md
|       |-- multi-turn.md
|       `-- recent-fixes.md
|-- pyinstaller_hooks/
|   `-- hook-numpy.py
`-- Tlamatini/
    |-- cat_art.py
    |-- manage.py
    |-- .agents/
    |   `-- workflows/
    |       `-- create_new_agent.md
    |-- .mcps/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create_new_mcp.md
    |-- .skills/
    |   `-- create_new_skill.md
    |-- agent/
    |   |-- __init__.py
    |   |-- access_key_wizard.py
    |   |-- admin.py
    |   |-- apps.py
    |   |-- capability_registry.py
    |   |-- chain_files_search_lcel.py
    |   |-- chain_system_lcel.py
    |   |-- chat_agent_registry.py
    |   |-- chat_agent_runtime.py
    |   |-- chat_history_loader.py
    |   |-- command_togen_pb2.txt
    |   |-- command_watchdog.py
    |   |-- config.json
    |   |-- config_loader.py
    |   |-- constants.py
    |   |-- consumers.py
    |   |-- embedding_memory_guard.py
    |   |-- exec_permission.py
    |   |-- external_mcp_manager.py
    |   |-- external_mcps.json
    |   |-- filesearch.proto
    |   |-- filesearch_pb2.py
    |   |-- filesearch_pb2_grpc.py
    |   |-- global_execution_planner.py
    |   |-- global_state.py
    |   |-- gpu_perf.py
    |   |-- inet_determiner.py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mcp_agent.py
    |   |-- mcp_files_search_client.py
    |   |-- mcp_files_search_server.py
    |   |-- mcp_system_client.py
    |   |-- mcp_system_server.py
    |   |-- models.py
    |   |-- native_dialogs.py
    |   |-- orphan_reaper.py
    |   |-- path_guard.py
    |   |-- prompt.pmt
    |   |-- rag_enhancements.py
    |   |-- routing.py
    |   |-- self_update.py
    |   |-- test_access_key_wizard.py
    |   |-- test_arduiner_agent.py
    |   |-- test_audioplayer_agent.py
    |   |-- test_blenderer_agent.py
    |   |-- test_build_scripts.py
    |   |-- test_camcorder_agent.py
    |   |-- test_chat_bridge_bots.py
    |   |-- test_command_watchdog.py
    |   |-- test_crawler_agent.py
    |   |-- test_de_compresser.py
    |   |-- test_editor_agent.py
    |   |-- test_embedding_memory_guard.py
    |   |-- test_esp32er_agent.py
    |   |-- test_esphomer_agent.py
    |   |-- test_execute_command_bounded.py
    |   |-- test_external_mcp_add_flow.py
    |   |-- test_external_mcp_e2e.py
    |   |-- test_external_mcp_transports.py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test_external_mcp_universal.py
    |   |-- test_file_extractor_reader.py
    |   |-- test_flow_contracts.py
    |   |-- test_globber_agent.py
    |   |-- test_googler_agent.py
    |   |-- test_grepper_agent.py
    |   |-- test_j_decompiler_agent.py
    |   |-- test_kalier_agent.py
    |   |-- test_native_dialogs.py
    |   |-- test_orphan_reaper.py
    |   |-- test_parametrizer_mcp_doctor.py
    |   |-- test_password_quoting.py
    |   |-- test_playwrighter_agent.py
    |   |-- test_recorder_agent.py
    |   |-- test_self_update.py
    |   |-- test_step_by_step_mode.py
    |   |-- test_stm32er_agent.py
    |   |-- test_talker_agent.py
    |   |-- test_temp_dir_policy.py
    |   |-- test_unrealer_agent.py
    |   |-- test_videoplayer_agent.py
    |   |-- test_whisperer_agent.py
    |   |-- test_windower_agent.py
    |   |-- test_windows_app_registration.py
    |   |-- tests.py
    |   |-- Tlamatini.md
    |   |-- tools.py
    |   |-- urls.py
    |   |-- version.py
    |   |-- views.py
    |   |-- web_search_llm.py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croner/
    |   |   |   |-- config.yaml
    |   |   |   `-- croner.py
    |   |   |-- de_compresser/
    |   |   |   |-- config.yaml
    |   |   |   `-- de_compresser.py
    |   |   |-- deleter/
    |   |   |   |-- config.yaml
    |   |   |   `-- deleter.py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j_decompiler/
    |   |   |   |-- config.yaml
    |   |   |   `-- j_decompiler.py
    |   |   |-- jenkinser/
    |   |   |   |-- config.yaml
    |   |   |   `-- jenkinser.py
    |   |   |-- kalier/
    |   |   |   |-- config.yaml
    |   |   |   `-- kalier.py
    |   |   |-- keyboarder/
    |   |   |   |-- config.yaml
    |   |   |   `-- keyboarder.py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
    |   |   |   `-- mover.py
    |   |   |-- node_manager/</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
    |   |   |-- recmailer/
    |   |   |   |-- config.yaml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summarizer/
    |   |   |   |-- config.yaml
    |   |   |   `-- summarizer.py
    |   |   |-- talker/
    |   |   |   |-- config.yaml
    |   |   |   `-- talker.py
    |   |   |-- telegramer/
    |   |   |   |-- config.yaml
    |   |   |   `-- telegramer.py
    |   |   |-- telegramrx/
    |   |   |   |-- config.yaml
    |   |   |   `-- telegramrx.py
    |   |   |-- teletlamatini/
    |   |   |   |-- config.yaml
    |   |   |   `-- teletlamatini.py
    |   |   |-- unrealer/
    |   |   |   |-- config.yaml
    |   |   |   `-- unrealer.py
    |   |   |-- videoplayer/
    |   |   |   |-- config.yaml
    |   |   |   `-- videoplayer.py
    |   |   |-- whatsapper/
    |   |   |   |-- config.yaml
    |   |   |   `-- whatsapper.py
    |   |   |-- whatstlamatini/
    |   |   |   |-- config.yaml
    |   |   |   `-- whatstlamatini.py
    |   |   |-- whisperer/
    |   |   |   |-- config.yaml
    |   |   |   `-- whisperer.py
    |   |   `-- windower/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config.yaml
    |   |       `-- windower.py
    |   |-- doc_generation/
    |   |   |-- complete_project_docs.py
    |   |   |-- mardown_to_pdf.py
    |   |   |-- refresh_project_docs.py
    |   |   `-- test_output.pdf
    |   |-- images/
    |   |   |-- ACPXKeysConfigureWizard.jpg
    |   |   |-- ConfigureModels.jpg
    |   |   |-- HiIamTlamatini.png
    |   |   |-- MenuConfig.jpg
    |   |   |-- mockup.jpg
    |   |   |-- RealisticTlamatini.png
    |   |   |-- ShouldersUoTlamatini.png
    |   |   |-- Tlamatini AI Agentic Advisor Video.mp4
    |   |   |-- TlamatiniAbout.png
    |   |   |-- TlamatiniAndKyber.mp4
    |   |   |-- TlamatiniDrawings.png
    |   |   |-- TlammatiniLetsMakeSomeMagic.mp4
    |   |   |-- TorsoTlamatini.png
    |   |   `-- XAIHT-Tlamatini.mp4
    |   |-- imaging/
    |   |   |-- converter.py
    |   |   |-- image_interpreter.py
    |   |   `-- screenshot.py
    |   |-- management/
    |   |   |-- __init__.py
    |   |   `-- commands/
    |   |       |-- acpx_lint.py
    |   |       `-- startserver.py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__init__.py
    |   |-- monitors/
    |   |   `-- monitor_sql.py
    |   |-- opus_client/
    |   |   |-- claude_opus_client.py
    |   |   |-- examples.py
    |   |   `-- README.md
    |   |-- rag/
    |   |   |-- __init__.py
    |   |   |-- config.py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factory.py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
    |   |   |-- flow_spec.py
    |   |   `-- response_parser.py
    |   |-- skills/
    |   |   |-- __init__.py
    |   |   |-- frontmatter.py
    |   |   |-- harness.py
    |   |   |-- io_contract.py
    |   |   `-- registry.py
    |   |-- skills_pkg/
    |   |   |-- _meta/
    |   |   |   |-- lint.py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security_audit/
    |   |   |   `-- SKILL.md
    |   |   |-- setup_new_acpx_key/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static/
    |   |   `-- agent/
    |   |       |-- css/
    |   |       |   |-- access_keys_wizard.css
    |   |       |   |-- agent_page.css
    |   |       |   |-- agentic_control_panel.css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agent_page_context.js
    |   |       |   |-- agent_page_dialogs.js
    |   |       |   |-- agent_page_init.js
    |   |       |   |-- agent_page_layout.js
    |   |       |   |-- agent_page_state.js
    |   |       |   |-- agent_page_ui.js
    |   |       |   |-- agentic_control_panel.js
    |   |       |   |-- canvas_item_dialog.js
    |   |       |   |-- chat_page_runtime_poller.js
    |   |       |   |-- contextual_menus.js
    |   |       |   |-- external_mcps_dialog.js
    |   |       |   |-- shared-runtime-dialogs.js
    |   |       |   |-- skills_dialog.js
    |   |       |   `-- tools_dialog.js
    |   |       |-- sounds/
    |   |       |   |-- hypervisor_alert.wav
    |   |       |   `-- notification.wav
    |   |       `-- video/
    |   |           `-- XAIHT-Tlamatini.mp4
    |   |-- telegram/
    |   |   |-- AztecTlamatini.txt
    |   |   |-- config.yaml
    |   |   `-- telegram_receiver.py
    |   |-- templates/
    |   |   `-- agent/
    |   |       |-- agent_page.html
    |   |       |-- agentic_control_panel.html
    |   |       |-- login.html
    |   |       `-- welcome.html
    |   |-- test_fixtures/
    |   |   `-- talker_orpheus_tokens.txt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TlamatiniSourceCode/
    |       `-- README.md
    |-- DB/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