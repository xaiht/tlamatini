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66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469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102,103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21, 2026 04:26 PM UTC-0600 at HEAD d05e6a9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Exposes a coherent versioning surface across builds, runtime UI, logs, and an open health-check endpoint.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manage real desktop windows by title: focus them, tile them, resize them, list them, and close them deterministically through Win32 calls.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drive a real Playwright browser through scripted interactive steps for logins, forms, assertions, downloads, extraction, and end-to-end UI checks.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drive a live Unreal Engine 5 editor through the Unreal MCP plugin, from either Multi-Turn chat or the visual workflow canvas.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Launches wrapped copies of selected workflow agents in isolated runtime folders without mutating templates.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Lets users design, validate, save, pause, resume, and stop visual workflows through the Agentic Control Panel.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Turns successful Multi-Turn tool executions into starter `.flw` workflows that can be inspected and validated in ACP.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Packages the project into a distributable Windows release with installer and uninstaller tooling.</a:t>
            </a:r>
            <a:endParaRPr sz="11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The Windower path uses Win32 APIs plus the cross-process `AttachThreadInput` focus-transfer dance to locate windows by title and apply one lifecycle action while still returning structured geometry/state fields.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The Playwrighter path loads a declarative step list, drives Playwright against Chromium/Firefox/WebKit, and emits one atomic `INI_SECTION_PLAYWRIGHTER` block with status, assertions, extracted values, and the final URL.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The Unrealer path opens a TCP socket to the Unreal MCP plugin, sends one `{"type": command, "params": {...}}` payload, captures the JSON reply, and emits one `INI_SECTION_UNREALER` block for downstream logic.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8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66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playwrighter, windower, unrealer,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teletlamatini, whatsapper, whatstlamatini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summarizer, acpxer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Templates on disk with config.yaml: 66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Description rows in `agents_descriptions.md`: 66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README and Book bestiary sections align with the same 66-agent inventory.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authoritative human-readable source for workflow-agent descriptions is `agents_descriptions.md` at the repo root, not an embedded JavaScript map or a hard-coded Django list.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Current validation compares live template directories, `agents_descriptions.md` rows, and the README / Book bestiary counts so the generated dossier stays aligned with the running product.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 sidebar hover tooltip and the right-click Description dialog both resolve through that markdown file first; `README.md` is only a legacy fallback when the dedicated description file is absent.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workflow catalog now includes two new high-value specialists: Reviewer and Analyzer, lifting the canvas inventory to 64 agents and the seed-skill catalog to 23 SKILL.md packages.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Both agents always trigger `target_agents`, so a downstream Forker can branch on `{verdict}`, `{status}`, or `{total_findings}` instead of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They are intentionally canvas-only workflow agents: there is no wrapped `chat_agent_reviewer` or `chat_agent_analyzer`, and therefore no duplicate Exec Report row family for those names.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chat-side counterparts live in the ACPX skill catalog instead: `code-review` exposes senior-engineer git-diff review, while `security-audit` exposes the deterministic multi-scanner sweep.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current README header now advertises the operator surface more explicitly: 66 workflow agents, 73 Multi-Turn tools, 12 ACPX tools, and 23 skills.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73-tool figure is documented as 20 core Python tools, 41 wrapped chat-agent tools, and 12 ACPX/Skill tools bound selectively by the planner per request.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matters operationally because the planner never binds everything at once: the documented default `max_selected_tools` cap stays at 20, so breadth of capability does not mean uncontrolled tool sprawl per turn.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README now surfaces the same operator picture the app exposes in practice: broad capability, selective planner binding, and a capped tool budget per request.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counts complement the 66-agent bestiary instead of replacing it: skills, wrapped tools, and ACPX tools are different layers of the same operating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dossier readers, this closes a gap between the capability narrative and the quick-glance repo badges at the top of the handbook.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new 66th workflow agent: a deterministic Win32 window manager that finds an application window by title and performs one lifecycle operation on the window itself instead of clicking inside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`chat_agent_windower` accepts free-form key=value requests, while the visual Windower canvas node stores the same operation fields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desktop-window sibling of Mouser and Keyboarder: use Windower when the goal is the window as a whole, Mouser for controls inside it, and Keyboarder for text entry into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Windower changes real window state, its executions appear in Exec Report and it always triggers `target_agents` whether the action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Playwrighter is the new 65th workflow agent in `v1.5.0`: a deterministic Playwright-powered browser automator for Chromium, Firefox, or WebKit that executes ordered interactive steps instead of static fetches.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covers the gap between Crawler and Googler: logins, multi-step forms, wizard clicks, JS-rendered SPA scraping, screenshots after interaction, assertions, downloads, and authenticated end-to-end UI checks.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Session continuity is built in: `headless: false` lets operators watch it drive, and `storage_state_in` / `storage_state_out` carry login state across runs without forcing a manual browser setup each time.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Playwrighter is state-changing, its executions appear in Exec Report and it always triggers `target_agents` whether the run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guidance is mirrored into the `code-review` SKILL.md package too, keeping the chat-surface review behavior and the canvas Reviewer agent aligned on commit-state wording and secret-severity expectations.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Local working-copy credentials in managed config files are no longer described as already committed when the diff is still uncommitted or only staged.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 findings stay stricter on true secrets in source code or outside the managed scrub-path set, so the patch reduces noise without weakening real security findings.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rules apply in both the canvas Reviewer agent and the `code-review` skill, keeping the two review surfaces behaviorally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current tagged release `v1.4.2` removes Tkinter from the unstable runtime-facing dialog path and replaces it with `Tlamatini/agent/native_dialogs.py`, a native Windows dialog bridge used by browser-triggered pickers.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patch arrived with dedicated tests (`test_native_dialogs.py`) and with follow-up orphan-reaper/runtime adjustments, so the release reads as a stability pass rather than a cosmetic refactor.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stability-focused patch sits immediately before the current `v1.5.0` Playwrighter release and remains part of the current operator/runtime story.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preserves the operator experience of Browse-driven file and folder picking while removing a UI technology that was destabilizing the application.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the fix landed with tests and runtime cleanup updates, it belongs in the technical dossier even though the markdown handbook has not yet been fully rewritten around it.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desktop-window control, call `chat_agent_windower` from Multi-Turn to focus, tile, resize, list, or close a window by title, or model the same action in ACP with the Windower node.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interactive web automation, call `chat_agent_playwrighter` from Multi-Turn with a `steps_json` script, or author the same step list visually with the Playwrighter node on the canvas.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Unreal Engine work, enable the Unreal MCP plugin inside a live UE5 project first, then call `chat_agent_unrealer` from Multi-Turn or use the visual Unrealer node on the canvas.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Use the `ACPX-Skills` navbar menu when you need to browse, enable/disable, diagnose, or reload the shipped SKILL.md catalog without asking the LLM to be your admin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`ACPX-Skills` navbar menu gives operators four direct actions over the skill catalog: Browse Skills, Configure Skills, Diagnostics, and Reload Registry.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`Configure Skills` flips `Skill.enabled` exactly the way MCPs and Tools are toggled, so disabled skills disappear from `list_skills` and reject `invoke_skill` with `SKILL_DISABLED` instead of silently half-working.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diagnostics view cross-checks skill dependencies against disabled tools, disabled MCPs, missing ACPX agents, and orphan database rows whose SKILL.md disappeared from disk.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`1.3.2` tightened the HTML answer contract with a Prime Directive on visual readability: explicit background and text color, no grey-on-dark body text, and safer table-body defaults.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readability rules remain in force in the current documentation set, and the newer `v1.5.0` release state keeps the version badge, runtime surfaces, and operator handbook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1.5.0 | build: 1.5.0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deterministic archive worker for compression and decompression tasks, deciding direction from whichever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Unreal MCP is a UE5 plugin that runs inside the editor and listens on `127.0.0.1:55557` for one JSON command per TCP connection; Tlamatini is the client side of that link, not the plugin host.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Unrealer workflow agent exposes the upstream 28-command surface: actor manipulation, Blueprint authoring and node wiring, input mappings, and UMG widget building.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same integration is available in both operator surfaces: checked Multi-Turn via `chat_agent_unrealer`, and ACP canvas flows via the visual Unrealer node plus Parametrizer chaining.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Install the upstream plugin into `&lt;YourProject&gt;/Plugins/UnrealMCP/`, enable it from `Edit -&gt; Plugins`, restart UE5, and confirm the Output Log says `UnrealMCP listening on 127.0.0.1:55557`.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Tlamatini does not compile or embed the plugin; the Unreal editor must already be running with the listener bound before any Unrealer call can succeed.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 seeded smoke test ships in the Prompts table: `Unreal MCP End-to-End Editor Drive` walks through sanity-check, actor spawn, Blueprint creation/compile, and UMG widget assembly.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469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d05e6a9 - Updating visual assets, by angelahack1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1.5.0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21, 2026 04:26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69; authoritative agent-description rows: 66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Binary or asset tracked files skipped from line count: 15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102,103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139,073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272      68,475     95,619  67.1%
JavaScript                28      13,028     16,393  12.8%
Markdown                  52      12,069     15,512  11.8%
CSS                        6       3,398      4,282   3.3%
YAML                      69       1,420      2,879   1.4%
HTML                       4         823        841   0.8%
Other text                 3         789        967   0.8%
Prompt template            2         607        719   0.6%
PowerShell                 5         506        752   0.5%
JavaScript module          1         393        460   0.4%
JSON                       5         383        383   0.4%
Text                       5         179        209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7,164  10,338
Tlamatini/agent/tests.py                                Python         4,034   5,153
Tlamatini/agent/tools.py                                Python         2,201   3,121
BookOfTlamatini.md                                      Markdown       1,899   2,677
Tlamatini/agent/agents/flowcreator/agentic_skill.md     Markdown       1,898   2,108
Tlamatini/agent/doc_generation/complete_project_docs.py Python         1,761   1,986
...ini/agent/static/agent/css/agentic_control_panel.css CSS            1,699   2,257
Tlamatini/agent/static/agent/js/agent_page_init.js      JavaScript     1,374   1,591
Tlamatini/agent/static/agent/js/acp-canvas-core.js      JavaScript     1,295   1,605
Tlamatini/agent/consumers.py                            Python         1,240   1,545
README.md                                               Markdown       1,189   1,676
Tlamatini/agent/static/agent/js/acp-agent-connectors.js JavaScript     1,181   1,325
Tlamatini/agent/static/agent/css/agent_page.css         CSS            1,169   1,409
Tlamatini/agent/static/agent/js/agent_page_chat.js      JavaScript     1,071   1,479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Git history today shows focused maintenance across the operator surface, release mechanics, and runtime behavior.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2026-05-21 | d05e6a9 | Updating visual assets,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CLAUDE.md
|-- CreateShortcut.json
|-- CreateShortcut.ps1
|-- eslint.config.mjs
|-- example_of_prompt_to_make_de-compresser_agent.txt
|-- install.py
|-- KIMI.md
|-- LICENSE
|-- OllamaPricing.png
|-- package.json
|-- pnpm-lock.yaml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`-- multi-turn.md
|-- pyinstaller_hooks/
|   `-- hook-numpy.py
`-- Tlamatini/
    |-- cat_art.py
    |-- manage.py
    |-- .agents/
    |   `-- workflows/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models.py
    |   |-- native_dialogs.py
    |   |-- orphan_reaper.py
    |   |-- path_guard.py
    |   |-- prompt.pmt
    |   |-- rag_enhancements.py
    |   |-- routing.py
    |   |-- test_de_compresser.py
    |   |-- test_embedding_memory_guard.py
    |   |-- test_flow_contracts.py
    |   |-- test_native_dialogs.py
    |   |-- test_orphan_reaper.py
    |   |-- test_password_quoting.py
    |   |-- tests.py
    |   |-- tools.py
    |   |-- urls.py
    |   |-- version.py
    |   |-- views.py
    |   |-- web_search_llm.py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acpxer/
    |   |   |   |-- acpxer.py
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j_decompiler.py
    |   |   |-- jenkinser/
    |   |   |   |-- config.yaml
    |   |   |   `-- jenkinser.py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playwrighter/
    |   |   |   |-- config.yaml
    |   |   |   `-- playwrighter.py
    |   |   |-- prompter/
    |   |   |   |-- config.yaml
    |   |   |   `-- prompter.py
    |   |   |-- pser/
    |   |   |   |-- config.yaml
    |   |   |   `-- pser.py
    |   |   |-- pythonxer/
    |   |   |   |-- config.yaml
    |   |   |   `-- pythonxer.py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raiser/
    |   |   |   |-- config.yaml
    |   |   |   `-- raiser.py
    |   |   |-- recmailer/
    |   |   |   |-- config.yaml
    |   |   |   `-- recmailer.py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stopper/
    |   |   |   |-- config.yaml
    |   |   |   `-- stopper.py
    |   |   |-- summarizer/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unrealer/
    |   |   |   |-- config.yaml
    |   |   |   `-- unrealer.py
    |   |   |-- whatsapper/
    |   |   |   |-- config.yaml
    |   |   |   `-- whatsapper.py
    |   |   `-- whatstlamatini/
    |   |       |-- config.yaml
    |   |       `-- whatstlamatini.py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|-- 0086_add_chat_agent_unrealer_tool.py
    |   |   |-- 0087_add_unrealer_demo_prompt.py
    |   |   |-- 0088_add_reviewer.py
    |   |   |-- 0089_add_analyzer.py
    |   |   |-- 0090_add_reviewer_analyzer_demo_prompts.py
    |   |   |-- 0091_add_playwrighter.py
    |   |   |-- 0092_add_chat_agent_playwrighter_tool.py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
    |   |   |-- github/
    |   |   |   `-- SKILL.md
    |   |   |-- gmail/
    |   |   |   `-- SKILL.md
    |   |   |-- hello_world/
    |   |   |   `-- SKILL.md
    |   |   |-- jira/
    |   |   |   `-- SKILL.md
    |   |   |-- notion/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DB/
    |   |-- Older/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