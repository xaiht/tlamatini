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844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177,569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15, 2026 06:32 PM UTC-0600 at HEAD a1e13ab3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900">
                <a:solidFill>
                  <a:srgbClr val="B4BAAE"/>
                </a:solidFill>
                <a:latin typeface="Aptos"/>
              </a:defRPr>
            </a:pPr>
            <a:r>
              <a:t>Can scaffold, author, build, flash, reset, and observe STM32 firmware through STM32er: the released template-MCP path remains for STM32F407, while the live worktree adds a PlatformIO path for supported boards from Blue Pill/F1 through mainstream F/G/L/H7/U5/WB families, with fail-safe preflight before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V1.41.4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V1.41.4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V1.41.4 - STRUCTURED MCP RESULTS PLUS CARRIED RELIABILITY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product to `v1.41.4`: tag commit `cec16594` is also `origin/main`, while local `main` is one committed disclaimer revision ahead at `a1e13ab3`; the live source tree remains authoritative for generated counts and capability claims.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separate uncommitted worktree wave expands STM32er with a PlatformIO backend and device-aware routing; it is documented as live source, not mislabeled as part of tagged `v1.41.4`.</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accompanying worktree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No new workflow agent type landed in this delta;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worktree-only behavior separately while preserving the full system, history, file tree, and effective-line inventory.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IMPLEMENTED LOCALLY, SEPARATE FROM TAGGED V1.41.4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Worktree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Live worktree status: Phase 1 is implemented locally but is not part of tagged `v1.41.4`; the dossier labels it separately so operators can distinguish current files from the published release.</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LIVE WORKTREE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`0179_regroup_resort_prompts_no_gaps.py` is a live-worktree,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`v1.41.4`.</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`v1.41.4` at `cec16594`, the External-MCP structured-output fix; v1.41.3 prompt-catalog organization, v1.41.2 Hard Cancel, v1.41.0 image ingestion, and the earlier configurable-port, FlowPills, Video-Analyzer, Nmapper, and startup-dialog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live STM32er/prompt worktree adds over one thousand lines to `stm32er.py`, expands config/registry/contracts/tools/tests/docs, and now contains five git-unignored assets: the all-families proposal, migrations `0177`-`0179`, and `test_prompt_catalog_contiguous.py`.</a:t>
            </a:r>
          </a:p>
          <a:p>
            <a:pPr>
              <a:spcAft>
                <a:spcPts val="400"/>
              </a:spcAft>
              <a:defRPr sz="1000">
                <a:solidFill>
                  <a:srgbClr val="B4BAAE"/>
                </a:solidFill>
                <a:latin typeface="Aptos"/>
              </a:defRPr>
            </a:pPr>
            <a:r>
              <a:t>The disclaimer-only local commit updates README.md and BookOfTlamatini.md after the `v1.41.4` tag; current README working-copy formatting changes are preserved and counted without modifying either handbook in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released route talks to the `STM32 Template Project MCP` for STM32F407, while the live worktree adds a direct PlatformIO route for supported mainstream STM32 boards without removing the established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`v1.41.4` adds faithful External-MCP structured-output delivery on top of v1.41.3 category grouping, physical duplicate removal, gap-tolerant loading, and ranked fuzzy search while preserving the broader operator context.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1.41.4 | build: 1.41.4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844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32</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a1e13ab3 - Updating disclaimer to be clearer, by angelahack1</a:t>
            </a:r>
          </a:p>
          <a:p>
            <a:pPr>
              <a:spcAft>
                <a:spcPts val="400"/>
              </a:spcAft>
              <a:defRPr sz="1500">
                <a:solidFill>
                  <a:srgbClr val="B4BAAE"/>
                </a:solidFill>
                <a:latin typeface="Aptos"/>
              </a:defRPr>
            </a:pPr>
            <a:r>
              <a:t>Resolved version: 1.41.4 (git)</a:t>
            </a:r>
          </a:p>
          <a:p>
            <a:pPr>
              <a:spcAft>
                <a:spcPts val="400"/>
              </a:spcAft>
              <a:defRPr sz="1500">
                <a:solidFill>
                  <a:srgbClr val="B4BAAE"/>
                </a:solidFill>
                <a:latin typeface="Aptos"/>
              </a:defRPr>
            </a:pPr>
            <a:r>
              <a:t>Generated on July 15, 2026 06:32 PM UTC-0600</a:t>
            </a:r>
          </a:p>
          <a:p>
            <a:pPr>
              <a:spcAft>
                <a:spcPts val="400"/>
              </a:spcAft>
              <a:defRPr sz="1500">
                <a:solidFill>
                  <a:srgbClr val="B4BAAE"/>
                </a:solidFill>
                <a:latin typeface="Aptos"/>
              </a:defRPr>
            </a:pPr>
            <a:r>
              <a:t>Inventory scope: 844 files = 839 tracked + 5 git-unignored working-tree additions</a:t>
            </a:r>
          </a:p>
          <a:p>
            <a:pPr>
              <a:spcAft>
                <a:spcPts val="400"/>
              </a:spcAft>
              <a:defRPr sz="1500">
                <a:solidFill>
                  <a:srgbClr val="B4BAAE"/>
                </a:solidFill>
                <a:latin typeface="Aptos"/>
              </a:defRPr>
            </a:pPr>
            <a:r>
              <a:t>Multi-Turn tools: 94; wrapped chat-agent tools: 62; skills: 27</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c7c3fa10 on 2026-07-15</a:t>
            </a:r>
          </a:p>
          <a:p>
            <a:pPr>
              <a:spcAft>
                <a:spcPts val="400"/>
              </a:spcAft>
              <a:defRPr sz="1300">
                <a:solidFill>
                  <a:srgbClr val="B4BAAE"/>
                </a:solidFill>
                <a:latin typeface="Aptos"/>
              </a:defRPr>
            </a:pPr>
            <a:r>
              <a:t>Updating visual doccumentation, by Tlamatini's-AutoBot.</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at `c7c3fa10`, tagged `v1.41.4` added External-MCP `structuredContent` delivery and local commit `a1e13ab3` strengthened the plain-Python agent responsibility disclaimer; local `main` is therefore one commit ahead of `origin/main`.</a:t>
            </a:r>
          </a:p>
          <a:p>
            <a:pPr>
              <a:spcAft>
                <a:spcPts val="400"/>
              </a:spcAft>
              <a:defRPr sz="1000">
                <a:solidFill>
                  <a:srgbClr val="B4BAAE"/>
                </a:solidFill>
                <a:latin typeface="Aptos"/>
              </a:defRPr>
            </a:pPr>
            <a:r>
              <a:t>The committed delta changes `external_mcp_manager.py`, adds seven formatter regression tests, and revises the disclaimer in both handbooks; the separate dirty worktree adds the STM32er PlatformIO backend, its demo migration, proposal, registry/contracts/config updates, and focused tests.</a:t>
            </a:r>
          </a:p>
          <a:p>
            <a:pPr>
              <a:spcAft>
                <a:spcPts val="400"/>
              </a:spcAft>
              <a:defRPr sz="1000">
                <a:solidFill>
                  <a:srgbClr val="B4BAAE"/>
                </a:solidFill>
                <a:latin typeface="Aptos"/>
              </a:defRPr>
            </a:pPr>
            <a:r>
              <a:t>The MCP formatter preserves plain text and error behavior, unwraps a sole `{result: ...}` envelope, serializes structured payloads safely, and caps oversized structured content at a configurable character budget.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TAGGED V1.41.4 PLUS LIVE WORKTREE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External MCP results (v1.41.4): stdio and network clients surface text plus structuredContent, unwrap common envelopes, cap payloads, and preserve errors.</a:t>
            </a:r>
          </a:p>
          <a:p>
            <a:pPr>
              <a:spcAft>
                <a:spcPts val="400"/>
              </a:spcAft>
              <a:defRPr sz="1000">
                <a:solidFill>
                  <a:srgbClr val="B4BAAE"/>
                </a:solidFill>
                <a:latin typeface="Aptos"/>
              </a:defRPr>
            </a:pPr>
            <a:r>
              <a:t>STM32er live worktree: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Prompt-catalog live worktree: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`origin/main` and tag v1.41.4 point to `cec16594`; local main is one committed disclaimer revision ahead at `a1e13ab3` and also contains uncommitted worktree changes.</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committed-local, and uncommitted behavior,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177,569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250,274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480     127,617    183,472  71.9%
Markdown                 161      21,176     28,173  11.9%
JavaScript                32      16,415     20,979   9.2%
CSS                        9       5,831      7,382   3.3%
YAML                      90       1,992      5,032   1.1%
HTML                       4       1,063      1,081   0.6%
Prompt template            2       1,037      1,158   0.6%
PowerShell                 7         712      1,034   0.4%
JSON                       8         546        546   0.3%
Other text                 8         510        612   0.3%
JavaScript module          1         420        501   0.2%
Text                       5         215        242   0.1%
Protocol Buffers           1          20         33   0.0%
Batch                      1          15         29   0.0%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8,433  12,285
Tlamatini/agent/tests.py                                Python         5,510   7,166
Tlamatini/agent/doc_generation/complete_project_docs.py Python         3,641   4,055
Tlamatini/agent/tools.py                                Python         3,088   4,504
BookOfTlamatini.md                                      Markdown       2,506   3,554
Tlamatini/agent/agents/flowcreator/agentic_skill.md     Markdown       2,281   2,520
...ini/agent/static/agent/css/agentic_control_panel.css CSS            2,041   2,724
Tlamatini/agent/agents/stm32er/stm32er.py               Python         1,983   2,694
Tlamatini/agent/external_mcp_manager.py                 Python         1,873   2,336
Tlamatini/agent/chat_agent_registry.py                  Python         1,736   1,773
Tlamatini/agent/static/agent/css/agent_page.css         CSS            1,723   2,142
Tlamatini/agent/static/agent/js/agent_page_chat.js      JavaScript     1,666   2,306
Tlamatini/agent/static/agent/js/acp-agent-connectors.js JavaScript     1,523   1,698
Tlamatini/agent/static/agent/js/agent_page_init.js      JavaScript     1,468   1,747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resolves to `v1.41.4`: the tag is commit `cec16594`, local `main` is one disclaimer commit ahead at `a1e13ab3`, and `origin/main` remains on the tag. Git/source inspection extends README.md and BookOfTlamatini.md before the generated inventory tables derive the current agent, tool, skill, asset, and effective-line totals.</a:t>
            </a:r>
          </a:p>
          <a:p>
            <a:pPr>
              <a:spcAft>
                <a:spcPts val="400"/>
              </a:spcAft>
              <a:defRPr sz="900">
                <a:solidFill>
                  <a:srgbClr val="B4BAAE"/>
                </a:solidFill>
                <a:latin typeface="Aptos"/>
              </a:defRPr>
            </a:pPr>
            <a:r>
              <a:t>The current release wave is broader than a badge bump: `v1.41.4` surfaces External-MCP `structuredContent`, `v1.41.3` groups and deduplicates the prompt catalog, `v1.41.2` hard-latches cancellation per run, and `v1.41.0` adds screenshot paste/drop; the `v1.40.x` port and FlowPills contracts remain carried foundations.</a:t>
            </a:r>
          </a:p>
          <a:p>
            <a:pPr>
              <a:spcAft>
                <a:spcPts val="400"/>
              </a:spcAft>
              <a:defRPr sz="900">
                <a:solidFill>
                  <a:srgbClr val="B4BAAE"/>
                </a:solidFill>
                <a:latin typeface="Aptos"/>
              </a:defRPr>
            </a:pPr>
            <a:r>
              <a:t>External MCP stdio and network calls now deliver both human-readable content blocks and machine-readable `structuredContent` to the LLM, preventing valid structured-output servers from looking empty and triggering repeat-call cancellation.</a:t>
            </a:r>
          </a:p>
          <a:p>
            <a:pPr>
              <a:spcAft>
                <a:spcPts val="400"/>
              </a:spcAft>
              <a:defRPr sz="900">
                <a:solidFill>
                  <a:srgbClr val="B4BAAE"/>
                </a:solidFill>
                <a:latin typeface="Aptos"/>
              </a:defRPr>
            </a:pPr>
            <a:r>
              <a:t>The screenshot-to-chat path accepts clipboard bitmaps or dropped image files, re-encodes them safely into Tlamatini's Temp directory, inserts each absolute path at the remembered caret, and exposes removable thumbnail chips so Image-Interpreter can consume the same local path immediately.</a:t>
            </a:r>
          </a:p>
          <a:p>
            <a:pPr>
              <a:spcAft>
                <a:spcPts val="400"/>
              </a:spcAft>
              <a:defRPr sz="900">
                <a:solidFill>
                  <a:srgbClr val="B4BAAE"/>
                </a:solidFill>
                <a:latin typeface="Aptos"/>
              </a:defRPr>
            </a:pPr>
            <a:r>
              <a:t>Hard Cancel now mints a monotonically increasing run epoch per user and permanently latches only the cancelled epoch; executor, retry, self-healing, Ask-Execs, status-emitter, and frontend guards stop the old run without poisoning the next request or another user's concurrent work.</a:t>
            </a:r>
          </a:p>
          <a:p>
            <a:pPr>
              <a:spcAft>
                <a:spcPts val="400"/>
              </a:spcAft>
              <a:defRPr sz="9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900">
                <a:solidFill>
                  <a:srgbClr val="B4BAAE"/>
                </a:solidFill>
                <a:latin typeface="Aptos"/>
              </a:defRPr>
            </a:pPr>
            <a:r>
              <a:t>The `v1.40.1` configurable-web-port contract retires the hardcoded 8000: `config.json`'s `django_port` is resolved by `manage.py::_resolve_django_port()` and injected into every launch path by `_apply_configured_port()` (frozen double-click, `.flw` association, browser auto-open, source `runserver`, and `startserver`), so a machine where Windows has RESERVED port 8000 — the `WinError 10013` startup death that a frozen install previously could not escape without a rebuild — is fixed by editing one line. Resolution is fail-open to 8000 and an explicit command-line port always wins, both pinned by 24 tests in `agent/test_django_port_config.py`.</a:t>
            </a:r>
          </a:p>
          <a:p>
            <a:pPr>
              <a:spcAft>
                <a:spcPts val="400"/>
              </a:spcAft>
              <a:defRPr sz="9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900">
                <a:solidFill>
                  <a:srgbClr val="B4BAAE"/>
                </a:solidFill>
                <a:latin typeface="Aptos"/>
              </a:defRPr>
            </a:pPr>
            <a:r>
              <a:t>The Unrealer wave adds a two-field Catalog-of-Prompts route to a ready-to-build Unreal Engine 5.8 C++ project, including plugin wiring and Visual Studio 2026 guidance, while normalizing `/Content` paths to `/Game` and sending `assign_material` through the plugin's real `slot_index` wire key.</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dossier pass resolves the product at `v1.41.4` plus one local disclaimer commit, combines README.md and BookOfTlamatini.md with source/Git truth for External-MCP structured output and the live STM32er PlatformIO expansion, and retains the complete installation, Ollama, architecture, usage, tree, line inventory, and responsibility context.</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2026-07-15 | a1e13ab3 | Updating disclaimer to be clearer, by angelahack1</a:t>
            </a:r>
          </a:p>
          <a:p>
            <a:pPr>
              <a:spcAft>
                <a:spcPts val="400"/>
              </a:spcAft>
              <a:defRPr sz="1200">
                <a:solidFill>
                  <a:srgbClr val="B4BAAE"/>
                </a:solidFill>
                <a:latin typeface="Aptos"/>
              </a:defRPr>
            </a:pPr>
            <a:r>
              <a:t>2026-07-15 | cec16594 | Implementing structuredContent field to avoid auto-canceling of external MPCs' execution, by Tlaamtini's-AutoBot.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2026-07-15 | a1e13ab3 | Updating disclaimer to be clearer, by angelahack1</a:t>
            </a:r>
          </a:p>
          <a:p>
            <a:pPr>
              <a:spcAft>
                <a:spcPts val="400"/>
              </a:spcAft>
              <a:defRPr sz="1200">
                <a:solidFill>
                  <a:srgbClr val="B4BAAE"/>
                </a:solidFill>
                <a:latin typeface="Aptos"/>
              </a:defRPr>
            </a:pPr>
            <a:r>
              <a:t>2026-07-15 | cec16594 | Implementing structuredContent field to avoid auto-canceling of external MPCs' execution, by Tlaamtini's-AutoBot.</a:t>
            </a:r>
          </a:p>
          <a:p>
            <a:pPr>
              <a:spcAft>
                <a:spcPts val="400"/>
              </a:spcAft>
              <a:defRPr sz="1200">
                <a:solidFill>
                  <a:srgbClr val="B4BAAE"/>
                </a:solidFill>
                <a:latin typeface="Aptos"/>
              </a:defRPr>
            </a:pPr>
            <a:r>
              <a:t>2026-07-15 | c7c3fa10 | Updating visual doccumentation, by Tlamatini's-AutoBot.</a:t>
            </a:r>
          </a:p>
          <a:p>
            <a:pPr>
              <a:spcAft>
                <a:spcPts val="400"/>
              </a:spcAft>
              <a:defRPr sz="1200">
                <a:solidFill>
                  <a:srgbClr val="B4BAAE"/>
                </a:solidFill>
                <a:latin typeface="Aptos"/>
              </a:defRPr>
            </a:pPr>
            <a:r>
              <a:t>2026-07-15 | 08405a67 | Improvement of Catalog of Prompts, by Tlamatini's-AutoBot.</a:t>
            </a:r>
          </a:p>
          <a:p>
            <a:pPr>
              <a:spcAft>
                <a:spcPts val="400"/>
              </a:spcAft>
              <a:defRPr sz="1200">
                <a:solidFill>
                  <a:srgbClr val="B4BAAE"/>
                </a:solidFill>
                <a:latin typeface="Aptos"/>
              </a:defRPr>
            </a:pPr>
            <a:r>
              <a:t>2026-07-14 | fedd8419 | A tool for Claude, I'll check that later, by Tlamatini's-AutoBot.</a:t>
            </a:r>
          </a:p>
          <a:p>
            <a:pPr>
              <a:spcAft>
                <a:spcPts val="400"/>
              </a:spcAft>
              <a:defRPr sz="1200">
                <a:solidFill>
                  <a:srgbClr val="B4BAAE"/>
                </a:solidFill>
                <a:latin typeface="Aptos"/>
              </a:defRPr>
            </a:pPr>
            <a:r>
              <a:t>2026-07-14 | 265d5f38 | Implementing the Hard-Cancel-Improvement, by Tlamatini's-AutoBot.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2026-07-14 | bc9f4ace | Adding the capability to accept drag and drop image files and Ctrl+v of images in order to Tlamatini know it location placement (Temp) and be able to analize and proceed in consequence, by Tlamatini's-AutoBot.</a:t>
            </a:r>
          </a:p>
          <a:p>
            <a:pPr>
              <a:spcAft>
                <a:spcPts val="400"/>
              </a:spcAft>
              <a:defRPr sz="1200">
                <a:solidFill>
                  <a:srgbClr val="B4BAAE"/>
                </a:solidFill>
                <a:latin typeface="Aptos"/>
              </a:defRPr>
            </a:pPr>
            <a:r>
              <a:t>2026-07-13 | dd20ad10 | Adding just a script to free port 8000, by Tlamatini's-AutoBot.</a:t>
            </a:r>
          </a:p>
          <a:p>
            <a:pPr>
              <a:spcAft>
                <a:spcPts val="400"/>
              </a:spcAft>
              <a:defRPr sz="1200">
                <a:solidFill>
                  <a:srgbClr val="B4BAAE"/>
                </a:solidFill>
                <a:latin typeface="Aptos"/>
              </a:defRPr>
            </a:pPr>
            <a:r>
              <a:t>2026-07-13 | 1033a2f6 | Bumped to version 1.40.1, by angelahack1</a:t>
            </a:r>
          </a:p>
          <a:p>
            <a:pPr>
              <a:spcAft>
                <a:spcPts val="400"/>
              </a:spcAft>
              <a:defRPr sz="1200">
                <a:solidFill>
                  <a:srgbClr val="B4BAAE"/>
                </a:solidFill>
                <a:latin typeface="Aptos"/>
              </a:defRPr>
            </a:pPr>
            <a:r>
              <a:t>2026-07-13 | 4dc1d546 | Making the port of Tlamatini configurable, by Tlamatini's-AutoBot.</a:t>
            </a:r>
          </a:p>
          <a:p>
            <a:pPr>
              <a:spcAft>
                <a:spcPts val="400"/>
              </a:spcAft>
              <a:defRPr sz="1200">
                <a:solidFill>
                  <a:srgbClr val="B4BAAE"/>
                </a:solidFill>
                <a:latin typeface="Aptos"/>
              </a:defRPr>
            </a:pPr>
            <a:r>
              <a:t>2026-07-13 | 3cc3c7b9 | Bumped docs to version 1.40.0, by angelahack1</a:t>
            </a:r>
          </a:p>
          <a:p>
            <a:pPr>
              <a:spcAft>
                <a:spcPts val="400"/>
              </a:spcAft>
              <a:defRPr sz="1200">
                <a:solidFill>
                  <a:srgbClr val="B4BAAE"/>
                </a:solidFill>
                <a:latin typeface="Aptos"/>
              </a:defRPr>
            </a:pPr>
            <a:r>
              <a:t>2026-07-12 | 495d9036 | Bumped to version 1.40.0, by angelahack1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ef51a89d | Upgraded to be compatible with Tlamatini's FlowPills, by angelahack1</a:t>
            </a:r>
          </a:p>
          <a:p>
            <a:pPr>
              <a:spcAft>
                <a:spcPts val="400"/>
              </a:spcAft>
              <a:defRPr sz="1200">
                <a:solidFill>
                  <a:srgbClr val="B4BAAE"/>
                </a:solidFill>
                <a:latin typeface="Aptos"/>
              </a:defRPr>
            </a:pPr>
            <a:r>
              <a:t>2026-07-12 | 93c0c42e | Just a comment content added, in Unrealer, by angelahack1</a:t>
            </a:r>
          </a:p>
          <a:p>
            <a:pPr>
              <a:spcAft>
                <a:spcPts val="400"/>
              </a:spcAft>
              <a:defRPr sz="1200">
                <a:solidFill>
                  <a:srgbClr val="B4BAAE"/>
                </a:solidFill>
                <a:latin typeface="Aptos"/>
              </a:defRPr>
            </a:pPr>
            <a:r>
              <a:t>2026-07-12 | 4e501497 | Improving the Unrealer scaffold generation, by angelahack1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
|       |       |-- cyber_watchdog_test.py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discoverer_1000.py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
    |   |-- test_contacts.py
    |   |-- test_crawler_agent.py
    |   |-- test_createsuperuser_wizard.py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
    |   |-- test_prompt_catalog_contiguous.py
    |   |-- test_recorder_agent.py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nmapper/
    |   |   |   |-- config.yaml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nmapper.py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|-- 0174_unreal_scaffold_build_project_tip.py
    |   |   |-- 0175_prompt_category_and_dedup.py
    |   |   |-- 0176_delete_duplicate_acpx_prompts.py
    |   |   |-- 0177_add_stm32er_platformio_demo_prompt.py
    |   |   |-- 0178_add_stm32_stepwise_blink_camera_prompts.py
    |   |   |-- 0179_regroup_resort_prompts_no_gaps.py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chat_image_paste.js
    |   |       |   |-- chat_page_runtime_poller.js
    |   |       |   |-- contacts_dialog.js
    |   |       |   |-- contextual_menus.js
    |   |       |   |-- external_mcps_dialog.js
    |   |       |   |-- shared-runtime-dialogs.js
    |   |       |   |-- skills_dialog.js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
        |-- __init__.py
        |-- asgi.py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34/34</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context_processors.py
        |-- logging_filters.py
        |-- middleware.py
        |-- settings.py
        |-- urls.py
        `-- wsgi.py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