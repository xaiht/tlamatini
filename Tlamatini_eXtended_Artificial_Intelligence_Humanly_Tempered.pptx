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83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797</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83</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164,617</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June 29, 2026 08:34 PM UTC-0600 at HEAD 16fdb2b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2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2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workflow agents in `Tlamatini/agent/agents/` are plain-Python programs on purpose: they are readable, editable, auditable operating code under the user's control.</a:t>
            </a:r>
          </a:p>
          <a:p>
            <a:pPr>
              <a:spcAft>
                <a:spcPts val="400"/>
              </a:spcAft>
              <a:defRPr sz="1200">
                <a:solidFill>
                  <a:srgbClr val="B4BAAE"/>
                </a:solidFill>
                <a:latin typeface="Aptos"/>
              </a:defRPr>
            </a:pPr>
            <a:r>
              <a:t>When a user enables, configures, modifies, chains, or runs those agents, the actions of those agents fall under that user's jurisdiction. The prompts, config files, secrets, credentials, files, folders, network targets, browsers, shells, APIs, external MCP servers, hardware devices, and downstream systems they touch are selected and authorized by the user.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provides orchestration, documentation, and guardrails, but she cannot guarantee that every user-edited agent, workflow, external service, credential scope, target machine, or local environment is safe.</a:t>
            </a:r>
          </a:p>
          <a:p>
            <a:pPr>
              <a:spcAft>
                <a:spcPts val="400"/>
              </a:spcAft>
              <a:defRPr sz="1200">
                <a:solidFill>
                  <a:srgbClr val="B4BAAE"/>
                </a:solidFill>
                <a:latin typeface="Aptos"/>
              </a:defRPr>
            </a:pPr>
            <a:r>
              <a:t>Any security breach, data exposure, unauthorized action, credential leak, unsafe automation, policy violation, device damage, or other harm caused by running agents or agent workflows is the responsibility of the user who runs them.</a:t>
            </a:r>
          </a:p>
          <a:p>
            <a:pPr>
              <a:spcAft>
                <a:spcPts val="400"/>
              </a:spcAft>
              <a:defRPr sz="1200">
                <a:solidFill>
                  <a:srgbClr val="B4BAAE"/>
                </a:solidFill>
                <a:latin typeface="Aptos"/>
              </a:defRPr>
            </a:pPr>
            <a:r>
              <a:t>Operators should audit agents before use, restrict credentials and permissions, and operate them only on systems where they have explicit authorization.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Warns GPU-host operators before a directory-context load is likely to saturate VRAM and degrade embedding throughput.</a:t>
            </a:r>
          </a:p>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9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a:p>
            <a:pPr>
              <a:spcAft>
                <a:spcPts val="400"/>
              </a:spcAft>
              <a:defRPr sz="10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4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4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Answer Analizer classifies success so the UI can expose Create Flow only when useful.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V1.33.0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V1.33.0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V1.33.0 ZAVUERER UNIFIED MESSAGING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repository currently resolves to the `v1.33.0` release line, with source inspection confirming the current workflow-agent, Multi-Turn-tool, and skill totals in the generated inventory tables.</a:t>
            </a:r>
          </a:p>
          <a:p>
            <a:pPr>
              <a:spcAft>
                <a:spcPts val="400"/>
              </a:spcAft>
              <a:defRPr sz="900">
                <a:solidFill>
                  <a:srgbClr val="B4BAAE"/>
                </a:solidFill>
                <a:latin typeface="Aptos"/>
              </a:defRPr>
            </a:pPr>
            <a:r>
              <a:t>`v1.33.0` is the Zavuerer release: the new Zavu unified-messaging workflow agent adds SMS, WhatsApp, Telegram, Email, and Voice delivery through one configured API key.</a:t>
            </a:r>
          </a:p>
          <a:p>
            <a:pPr>
              <a:spcAft>
                <a:spcPts val="400"/>
              </a:spcAft>
              <a:defRPr sz="900">
                <a:solidFill>
                  <a:srgbClr val="B4BAAE"/>
                </a:solidFill>
                <a:latin typeface="Aptos"/>
              </a:defRPr>
            </a:pPr>
            <a:r>
              <a:t>The v1.27-v1.32.0 span is a quality-and-trust wave: performance 3X levers, forward-only private-data discipline, public-release verifier hardening, and explicit Angela López Mendoza creator/authorship stamping moved together.</a:t>
            </a:r>
          </a:p>
          <a:p>
            <a:pPr>
              <a:spcAft>
                <a:spcPts val="400"/>
              </a:spcAft>
              <a:defRPr sz="900">
                <a:solidFill>
                  <a:srgbClr val="B4BAAE"/>
                </a:solidFill>
                <a:latin typeface="Aptos"/>
              </a:defRPr>
            </a:pPr>
            <a:r>
              <a:t>The runtime surface also grew around delegation: ACPX remains the external coding-agent CLI bridge, External MCP remains the universal MCP client, and the newest server-side assets add `tlamatini_acpx.py`, stronger `tlamatini_mcp_server.py` behavior, and refreshed MCP workflow guidance.</a:t>
            </a:r>
          </a:p>
          <a:p>
            <a:pPr>
              <a:spcAft>
                <a:spcPts val="400"/>
              </a:spcAft>
              <a:defRPr sz="900">
                <a:solidFill>
                  <a:srgbClr val="B4BAAE"/>
                </a:solidFill>
                <a:latin typeface="Aptos"/>
              </a:defRPr>
            </a:pPr>
            <a:r>
              <a:t>README.md and BookOfTlamatini.md continue to present the MIT-licensed project, the Agent-directory responsibility disclaimer, the easy-start installation path, Ollama setup guidance, and the full operator story instead of a narrow changelog summary.</a:t>
            </a:r>
          </a:p>
          <a:p>
            <a:pPr>
              <a:spcAft>
                <a:spcPts val="400"/>
              </a:spcAft>
              <a:defRPr sz="900">
                <a:solidFill>
                  <a:srgbClr val="B4BAAE"/>
                </a:solidFill>
                <a:latin typeface="Aptos"/>
              </a:defRPr>
            </a:pPr>
            <a:r>
              <a:t>The resulting PDF/PPTX refresh treats `v1.33.0` as the current product snapshot while preserving the historical context for self-update, media-agent dependency hardening, deterministic file tools, firmware agents, External MCPs, and ACPX skills.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docs now explain the whole 1.33.0 product state, not only the new agent row.</a:t>
            </a:r>
          </a:p>
          <a:p>
            <a:pPr>
              <a:spcAft>
                <a:spcPts val="400"/>
              </a:spcAft>
              <a:defRPr sz="1300">
                <a:solidFill>
                  <a:srgbClr val="B4BAAE"/>
                </a:solidFill>
                <a:latin typeface="Aptos"/>
              </a:defRPr>
            </a:pPr>
            <a:r>
              <a:t>Operators get a simpler messaging surface: one Zavu key can reach SMS, WhatsApp, Telegram, Email, and Voice.</a:t>
            </a:r>
          </a:p>
          <a:p>
            <a:pPr>
              <a:spcAft>
                <a:spcPts val="400"/>
              </a:spcAft>
              <a:defRPr sz="1300">
                <a:solidFill>
                  <a:srgbClr val="B4BAAE"/>
                </a:solidFill>
                <a:latin typeface="Aptos"/>
              </a:defRPr>
            </a:pPr>
            <a:r>
              <a:t>The deck also preserves the trust story: creator attribution, private-data guardrails, public-release checks, and the Agent-directory responsibility boundary.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ZAVUERER, ZAVU KEYS, MESSAGING CHANNELS, AND SAFETY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v1.33.0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Release identity: latest reachable public tag `v1.33.0`; the generated artifacts now describe Zavuerer as the current release headline while preserving the v1.32.0 quality-and-identity background.</a:t>
            </a:r>
          </a:p>
          <a:p>
            <a:pPr>
              <a:spcAft>
                <a:spcPts val="400"/>
              </a:spcAft>
              <a:defRPr sz="10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10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1000">
                <a:solidFill>
                  <a:srgbClr val="B4BAAE"/>
                </a:solidFill>
                <a:latin typeface="Aptos"/>
              </a:defRPr>
            </a:pPr>
            <a:r>
              <a:t>Canvas/runtime support: `agent_contracts.py`, `views.py`, `capability_registry.py`, `chat_agent_registry.py`, `tools.py`, frontend ACP JS/CSS, and migrations `0159`-`0162` all move together to make Zavuerer usable from both surfaces.</a:t>
            </a:r>
          </a:p>
          <a:p>
            <a:pPr>
              <a:spcAft>
                <a:spcPts val="400"/>
              </a:spcAft>
              <a:defRPr sz="10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`agent/agents/zavuerer/` carries the stdlib-only Zavu REST client and config template.</a:t>
            </a:r>
          </a:p>
          <a:p>
            <a:pPr>
              <a:spcAft>
                <a:spcPts val="400"/>
              </a:spcAft>
              <a:defRPr sz="1200">
                <a:solidFill>
                  <a:srgbClr val="B4BAAE"/>
                </a:solidFill>
                <a:latin typeface="Aptos"/>
              </a:defRPr>
            </a:pPr>
            <a:r>
              <a:t>`0159`-`0162` seed the Agent, Tool, demo prompts, and catalog prompts.</a:t>
            </a:r>
          </a:p>
          <a:p>
            <a:pPr>
              <a:spcAft>
                <a:spcPts val="400"/>
              </a:spcAft>
              <a:defRPr sz="1200">
                <a:solidFill>
                  <a:srgbClr val="B4BAAE"/>
                </a:solidFill>
                <a:latin typeface="Aptos"/>
              </a:defRPr>
            </a:pPr>
            <a:r>
              <a:t>`access_key_wizard.py`, `tools.py`, and `config.json` wire the `zavu_api_key` path.</a:t>
            </a:r>
          </a:p>
          <a:p>
            <a:pPr>
              <a:spcAft>
                <a:spcPts val="400"/>
              </a:spcAft>
              <a:defRPr sz="1200">
                <a:solidFill>
                  <a:srgbClr val="B4BAAE"/>
                </a:solidFill>
                <a:latin typeface="Aptos"/>
              </a:defRPr>
            </a:pPr>
            <a:r>
              <a:t>`views.py`, ACP JS/CSS, and `agent_contracts.py` make canvas wiring and redaction work.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`0159`-`0162` seed the Agent, Tool, and demo/catalog prompts.</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--noreload`.</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Recent assets worth calling out explicitly now span several release waves: onboarding screenshots `agent/images/MenuConfig.jpg`, `agent/images/ConfigureModels.jpg`, and `agent/images/ACPXKeysConfigureWizard.jpg`; the External MCP + MCP Doctor implementation files; data-preserving updater files; numpy/OpenCV build checks; deterministic file-agent directories; and the ESPHomer smart-home firmware tree.</a:t>
            </a:r>
          </a:p>
          <a:p>
            <a:pPr>
              <a:spcAft>
                <a:spcPts val="400"/>
              </a:spcAft>
              <a:defRPr sz="900">
                <a:solidFill>
                  <a:srgbClr val="B4BAAE"/>
                </a:solidFill>
                <a:latin typeface="Aptos"/>
              </a:defRPr>
            </a:pPr>
            <a:r>
              <a:t>The current `v1.33.0` wave adds or updates concrete assets too: `agent/agents/zavuerer/`, migrations `0159`-`0162`, Zavu Access Keys Wizard fields, planner hints, wrapped-tool registration, and the latest messaging-agent config defaults.</a:t>
            </a:r>
          </a:p>
          <a:p>
            <a:pPr>
              <a:spcAft>
                <a:spcPts val="400"/>
              </a:spcAft>
              <a:defRPr sz="900">
                <a:solidFill>
                  <a:srgbClr val="B4BAAE"/>
                </a:solidFill>
                <a:latin typeface="Aptos"/>
              </a:defRPr>
            </a:pPr>
            <a:r>
              <a:t>The newest agent assets are concrete: `agent/agents/zavuerer/`, migrations `0159_add_zavuerer.py` through `0162_add_zavuerer_catalog_prompts.py`, `test_zavuerer_agent.py`, Access Keys Wizard Zavu fields, planner capability hints, wrapped-tool registration, and ACP canvas styling/connection support.</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they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These files are the concrete proof behind the release narrative: build-time self-snapshotting, a graphical credentials setup surface, and a safer File-Creator transport are all implemented in tracked source, not merely described in markdown.</a:t>
            </a:r>
          </a:p>
          <a:p>
            <a:pPr>
              <a:spcAft>
                <a:spcPts val="400"/>
              </a:spcAft>
              <a:defRPr sz="1200">
                <a:solidFill>
                  <a:srgbClr val="B4BAAE"/>
                </a:solidFill>
                <a:latin typeface="Aptos"/>
              </a:defRPr>
            </a:pPr>
            <a:r>
              <a:t>They also increase the line inventory in JavaScript, CSS, HTML, Markdown, YAML, and Python, which the dossier’s language tables and complete repository tree now pick up automatically.</a:t>
            </a:r>
          </a:p>
          <a:p>
            <a:pPr>
              <a:spcAft>
                <a:spcPts val="400"/>
              </a:spcAft>
              <a:defRPr sz="1200">
                <a:solidFill>
                  <a:srgbClr val="B4BAAE"/>
                </a:solidFill>
                <a:latin typeface="Aptos"/>
              </a:defRPr>
            </a:pPr>
            <a:r>
              <a:t>For operators and maintainers, this makes the PDF/PPTX useful as both a product overview and a change-orientation map after a busy sprint.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83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83</a:t>
            </a:r>
          </a:p>
          <a:p>
            <a:pPr>
              <a:spcAft>
                <a:spcPts val="400"/>
              </a:spcAft>
              <a:defRPr sz="1500">
                <a:solidFill>
                  <a:srgbClr val="B4BAAE"/>
                </a:solidFill>
                <a:latin typeface="Aptos"/>
              </a:defRPr>
            </a:pPr>
            <a:r>
              <a:t>Description rows in `agents_descriptions.md`: 84</a:t>
            </a:r>
          </a:p>
          <a:p>
            <a:pPr>
              <a:spcAft>
                <a:spcPts val="400"/>
              </a:spcAft>
              <a:defRPr sz="1500">
                <a:solidFill>
                  <a:srgbClr val="B4BAAE"/>
                </a:solidFill>
                <a:latin typeface="Aptos"/>
              </a:defRPr>
            </a:pPr>
            <a:r>
              <a:t>This dossier reconciles README and Book wording back to the same 83-agent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83 workflow agents, 92 Multi-Turn tools, 12 ACPX tools, and 27 skills.</a:t>
            </a:r>
          </a:p>
          <a:p>
            <a:pPr>
              <a:spcAft>
                <a:spcPts val="400"/>
              </a:spcAft>
              <a:defRPr sz="1000">
                <a:solidFill>
                  <a:srgbClr val="B4BAAE"/>
                </a:solidFill>
                <a:latin typeface="Aptos"/>
              </a:defRPr>
            </a:pPr>
            <a:r>
              <a:t>Source inspection confirms the total: 60 distinct wrapped chat-agent tools bound from `chat_agent_registry.py`, which combines with 20 core Python tools and 12 ACPX/Skill tools for 92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and the newer MCP Doctor onboarding specialist that accompanies the External MCP universal client release.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83-agent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10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10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0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0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1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1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100">
                <a:solidFill>
                  <a:srgbClr val="B4BAAE"/>
                </a:solidFill>
                <a:latin typeface="Aptos"/>
              </a:defRPr>
            </a:pPr>
            <a:r>
              <a:t>When a newer packaged release exists, the intended upgrade path is in-app: `About -&gt; Check for updates`, not manual folder replacement.</a:t>
            </a:r>
          </a:p>
          <a:p>
            <a:pPr>
              <a:spcAft>
                <a:spcPts val="400"/>
              </a:spcAft>
              <a:defRPr sz="11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`kimi-k2.6:cloud`,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Credential configuration is no longer hand-edit-only: Config -&gt; Access Keys Wizard provides a browser-side path for ACPX and provider secrets while preserving masked status in the UI.</a:t>
            </a:r>
          </a:p>
          <a:p>
            <a:pPr>
              <a:spcAft>
                <a:spcPts val="400"/>
              </a:spcAft>
              <a:defRPr sz="15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5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5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500">
                <a:solidFill>
                  <a:srgbClr val="B4BAAE"/>
                </a:solidFill>
                <a:latin typeface="Aptos"/>
              </a:defRPr>
            </a:pPr>
            <a:r>
              <a:t>Image interpretation can run through Claude-backed cloud paths or Qwen/Ollama-backed local paths, and remote Ollama can be protected with a bearer token.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2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200">
                <a:solidFill>
                  <a:srgbClr val="B4BAAE"/>
                </a:solidFill>
                <a:latin typeface="Aptos"/>
              </a:defRPr>
            </a:pPr>
            <a:r>
              <a:t>Those readability rules remain in force in the current documentation set, and the current `v1.33.0` release state keeps runtime surfaces, self-knowledge wording, firmware/External-MCP demos, ACPX skills, Zavuerer messaging, and operator handbook aligned.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1.33.0 | build: 1.33.0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kimi-k2.6:cloud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kimi-k2.6:cloud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--noreload`.</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797</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83</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163</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31</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9</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16fdb2b - Implementation of Zavuerer agent to make the most easy the messaging mechanics.</a:t>
            </a:r>
          </a:p>
          <a:p>
            <a:pPr>
              <a:spcAft>
                <a:spcPts val="400"/>
              </a:spcAft>
              <a:defRPr sz="1500">
                <a:solidFill>
                  <a:srgbClr val="B4BAAE"/>
                </a:solidFill>
                <a:latin typeface="Aptos"/>
              </a:defRPr>
            </a:pPr>
            <a:r>
              <a:t>Resolved version: 1.33.0 (git)</a:t>
            </a:r>
          </a:p>
          <a:p>
            <a:pPr>
              <a:spcAft>
                <a:spcPts val="400"/>
              </a:spcAft>
              <a:defRPr sz="1500">
                <a:solidFill>
                  <a:srgbClr val="B4BAAE"/>
                </a:solidFill>
                <a:latin typeface="Aptos"/>
              </a:defRPr>
            </a:pPr>
            <a:r>
              <a:t>Generated on June 29, 2026 08:34 PM UTC-0600</a:t>
            </a:r>
          </a:p>
          <a:p>
            <a:pPr>
              <a:spcAft>
                <a:spcPts val="400"/>
              </a:spcAft>
              <a:defRPr sz="1500">
                <a:solidFill>
                  <a:srgbClr val="B4BAAE"/>
                </a:solidFill>
                <a:latin typeface="Aptos"/>
              </a:defRPr>
            </a:pPr>
            <a:r>
              <a:t>Inventory scope: 797 files = 797 tracked + 0 git-unignored working-tree additions</a:t>
            </a:r>
          </a:p>
          <a:p>
            <a:pPr>
              <a:spcAft>
                <a:spcPts val="400"/>
              </a:spcAft>
              <a:defRPr sz="1500">
                <a:solidFill>
                  <a:srgbClr val="B4BAAE"/>
                </a:solidFill>
                <a:latin typeface="Aptos"/>
              </a:defRPr>
            </a:pPr>
            <a:r>
              <a:t>Multi-Turn tools: 92; wrapped chat-agent tools: 60; skills: 27</a:t>
            </a:r>
          </a:p>
          <a:p>
            <a:pPr>
              <a:spcAft>
                <a:spcPts val="400"/>
              </a:spcAft>
              <a:defRPr sz="1500">
                <a:solidFill>
                  <a:srgbClr val="B4BAAE"/>
                </a:solidFill>
                <a:latin typeface="Aptos"/>
              </a:defRPr>
            </a:pPr>
            <a:r>
              <a:t>Python requirements: 79; authoritative agent-description rows: 84</a:t>
            </a:r>
          </a:p>
          <a:p>
            <a:pPr>
              <a:spcAft>
                <a:spcPts val="400"/>
              </a:spcAft>
              <a:defRPr sz="1500">
                <a:solidFill>
                  <a:srgbClr val="B4BAAE"/>
                </a:solidFill>
                <a:latin typeface="Aptos"/>
              </a:defRPr>
            </a:pPr>
            <a:r>
              <a:t>Binary or asset inventory files skipped from line count: 35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16fdb2b on 2026-06-29</a:t>
            </a:r>
          </a:p>
          <a:p>
            <a:pPr>
              <a:spcAft>
                <a:spcPts val="400"/>
              </a:spcAft>
              <a:defRPr sz="1300">
                <a:solidFill>
                  <a:srgbClr val="B4BAAE"/>
                </a:solidFill>
                <a:latin typeface="Aptos"/>
              </a:defRPr>
            </a:pPr>
            <a:r>
              <a:t>Implementation of Zavuerer agent to make the most easy the messaging mechanics.</a:t>
            </a:r>
          </a:p>
          <a:p>
            <a:pPr>
              <a:spcAft>
                <a:spcPts val="400"/>
              </a:spcAft>
              <a:defRPr sz="1300">
                <a:solidFill>
                  <a:srgbClr val="B4BAAE"/>
                </a:solidFill>
                <a:latin typeface="Aptos"/>
              </a:defRPr>
            </a:pPr>
            <a:r>
              <a:t>Commits since then: 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live workspace now includes the untagged ESPHomer wave: a new ESPHome firmware agent, wrapped `chat_agent_esphomer` tool, sample YAML project, migrations, tests, and handbook chapters that extend Tlamatini into smart-home device provisioning.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RELEASE WAVES THROUGH V1.33.0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Globber / Grepper / Editor (v1.22.0 wave): a deterministic file-discovery/search/edit trio — find files by pattern, search them by regex, and make exact in-place replacements without dropping to shell `dir` / `findstr` / `sed` workflows.</a:t>
            </a:r>
          </a:p>
          <a:p>
            <a:pPr>
              <a:spcAft>
                <a:spcPts val="400"/>
              </a:spcAft>
              <a:defRPr sz="900">
                <a:solidFill>
                  <a:srgbClr val="B4BAAE"/>
                </a:solidFill>
                <a:latin typeface="Aptos"/>
              </a:defRPr>
            </a:pPr>
            <a:r>
              <a:t>ESPHomer (prior firmware lane, now folded into v1.26.0): the ESPHome bridge for YAML-authored smart-home devices — zero-config bootstrap, `new_config`, validation, compile, USB/OTA upload, bounded logs, and a bundled sample `tlamatini-light.yaml` baseline.</a:t>
            </a:r>
          </a:p>
          <a:p>
            <a:pPr>
              <a:spcAft>
                <a:spcPts val="400"/>
              </a:spcAft>
              <a:defRPr sz="900">
                <a:solidFill>
                  <a:srgbClr val="B4BAAE"/>
                </a:solidFill>
                <a:latin typeface="Aptos"/>
              </a:defRPr>
            </a:pPr>
            <a:r>
              <a:t>Blenderer (introduced in v1.20.0): the live Blender bridge over the official MCP add-on socket, so Tlamatini can inspect scenes, mutate geometry/materials, run raw code, and trigger renders from chat or canvas.</a:t>
            </a:r>
          </a:p>
          <a:p>
            <a:pPr>
              <a:spcAft>
                <a:spcPts val="400"/>
              </a:spcAft>
              <a:defRPr sz="900">
                <a:solidFill>
                  <a:srgbClr val="B4BAAE"/>
                </a:solidFill>
                <a:latin typeface="Aptos"/>
              </a:defRPr>
            </a:pPr>
            <a:r>
              <a:t>Talker (text-to-speech): SPEAKS input_text aloud via an Ollama neural TTS model (default Orpheus-3b-FT), SNAC-decoded to a 24 kHz WAV — FEMALE-VOICE-ONLY by design (a male voice is refused, never substituted); needs snac+torch (CPU is fine) else degrades to tokens_only.</a:t>
            </a:r>
          </a:p>
          <a:p>
            <a:pPr>
              <a:spcAft>
                <a:spcPts val="400"/>
              </a:spcAft>
              <a:defRPr sz="900">
                <a:solidFill>
                  <a:srgbClr val="B4BAAE"/>
                </a:solidFill>
                <a:latin typeface="Aptos"/>
              </a:defRPr>
            </a:pPr>
            <a:r>
              <a:t>Whisperer (speech-to-text): records the mic ITSELF (no Recorder dep, 30 s default) or transcribes a file, via faster-whisper LOCALLY — NVIDIA-GPU auto-detect with an ALWAYS-present CPU fallback — or cloud Groq/OpenAI; Ollama can only tidy the finished transcript.</a:t>
            </a:r>
          </a:p>
          <a:p>
            <a:pPr>
              <a:spcAft>
                <a:spcPts val="400"/>
              </a:spcAft>
              <a:defRPr sz="900">
                <a:solidFill>
                  <a:srgbClr val="B4BAAE"/>
                </a:solidFill>
                <a:latin typeface="Aptos"/>
              </a:defRPr>
            </a:pPr>
            <a:r>
              <a:t>Both audio agents now light a zero-latency console REC indicator (blinking dot + live VU bar) driven by the audio-stream callback — ON within ~20 ms of real samples, OFF the instant the stream stops; the agent reveals its own console even when spawned headless.</a:t>
            </a:r>
          </a:p>
          <a:p>
            <a:pPr>
              <a:spcAft>
                <a:spcPts val="400"/>
              </a:spcAft>
              <a:defRPr sz="900">
                <a:solidFill>
                  <a:srgbClr val="B4BAAE"/>
                </a:solidFill>
                <a:latin typeface="Aptos"/>
              </a:defRPr>
            </a:pPr>
            <a:r>
              <a:t>Camcorder + Recorder (capture): webcam photo/video via OpenCV and microphone WAV via sounddevice; AudioPlayer + VideoPlayer (playback): file to speakers / to a chosen display — the media-I/O family (screen / camera-in / mic-in / speakers-out / screen-out).</a:t>
            </a:r>
          </a:p>
          <a:p>
            <a:pPr>
              <a:spcAft>
                <a:spcPts val="400"/>
              </a:spcAft>
              <a:defRPr sz="900">
                <a:solidFill>
                  <a:srgbClr val="B4BAAE"/>
                </a:solidFill>
                <a:latin typeface="Aptos"/>
              </a:defRPr>
            </a:pPr>
            <a:r>
              <a:t>The capture/playback/voice family is observational/output, so it stays out of the Exec Report; each ships on the canvas and as a wrapped Multi-Turn tool. Arduiner adds a direct arduino-cli firmware bridge, and ESPHomer now adds the smart-home YAML/device lane on top of STM32er and ESP32er.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Version identity (v1.33.0): the live Git tag now resolves the product to the Zavuerer release while the generated dossiers carry the current source inventory.</a:t>
            </a:r>
          </a:p>
          <a:p>
            <a:pPr>
              <a:spcAft>
                <a:spcPts val="400"/>
              </a:spcAft>
              <a:defRPr sz="900">
                <a:solidFill>
                  <a:srgbClr val="B4BAAE"/>
                </a:solidFill>
                <a:latin typeface="Aptos"/>
              </a:defRPr>
            </a:pPr>
            <a:r>
              <a:t>Zavuerer release addition: the catalog now includes a Zavu unified-messaging node and wrapped chat tool for SMS / WhatsApp / Telegram / Email / Voice with one configured key.</a:t>
            </a:r>
          </a:p>
          <a:p>
            <a:pPr>
              <a:spcAft>
                <a:spcPts val="400"/>
              </a:spcAft>
              <a:defRPr sz="900">
                <a:solidFill>
                  <a:srgbClr val="B4BAAE"/>
                </a:solidFill>
                <a:latin typeface="Aptos"/>
              </a:defRPr>
            </a:pPr>
            <a:r>
              <a:t>Trust wave (v1.27-v1.32.0): performance 3X levers, forward-only private-data cleanup, public-release verifier hardening, and Angela López Mendoza creator/authorship stamping moved together.</a:t>
            </a:r>
          </a:p>
          <a:p>
            <a:pPr>
              <a:spcAft>
                <a:spcPts val="400"/>
              </a:spcAft>
              <a:defRPr sz="900">
                <a:solidFill>
                  <a:srgbClr val="B4BAAE"/>
                </a:solidFill>
                <a:latin typeface="Aptos"/>
              </a:defRPr>
            </a:pPr>
            <a:r>
              <a:t>Delegation wave: ACPX, Skills, External MCPs, MCP Doctor, `tlamatini_acpx.py`, and `tlamatini_mcp_server.py` keep external agents and external MCP servers in the documented operator surface.</a:t>
            </a:r>
          </a:p>
          <a:p>
            <a:pPr>
              <a:spcAft>
                <a:spcPts val="400"/>
              </a:spcAft>
              <a:defRPr sz="900">
                <a:solidFill>
                  <a:srgbClr val="B4BAAE"/>
                </a:solidFill>
                <a:latin typeface="Aptos"/>
              </a:defRPr>
            </a:pPr>
            <a:r>
              <a:t>Visual/media asset refresh (v1.26.0 window): `TlamatiniAbout.png` replaces the earlier JPEG and `TlamatiniAndKyber.mp4` is now part of the shipped repository assets, so the dossier inventory and appendices need to count those new binaries.</a:t>
            </a:r>
          </a:p>
          <a:p>
            <a:pPr>
              <a:spcAft>
                <a:spcPts val="400"/>
              </a:spcAft>
              <a:defRPr sz="900">
                <a:solidFill>
                  <a:srgbClr val="B4BAAE"/>
                </a:solidFill>
                <a:latin typeface="Aptos"/>
              </a:defRPr>
            </a:pPr>
            <a:r>
              <a:t>Self-update foundation (v1.23.0, still present in v1.33.0): packaged installs preserve the user's DB across the swap — `apply_update.ps1` stages it through `DB/ToLoad/` and the next launch migrates it back into the new build.</a:t>
            </a:r>
          </a:p>
          <a:p>
            <a:pPr>
              <a:spcAft>
                <a:spcPts val="400"/>
              </a:spcAft>
              <a:defRPr sz="900">
                <a:solidFill>
                  <a:srgbClr val="B4BAAE"/>
                </a:solidFill>
                <a:latin typeface="Aptos"/>
              </a:defRPr>
            </a:pPr>
            <a:r>
              <a:t>Frozen-build hardening (v1.23.0, still present in v1.33.0): numpy and OpenCV are embedded in both bundled Python runtimes and `build.py` aborts if either import is missing, closing the last media-agent dependency gap in installed builds.</a:t>
            </a:r>
          </a:p>
          <a:p>
            <a:pPr>
              <a:spcAft>
                <a:spcPts val="400"/>
              </a:spcAft>
              <a:defRPr sz="900">
                <a:solidFill>
                  <a:srgbClr val="B4BAAE"/>
                </a:solidFill>
                <a:latin typeface="Aptos"/>
              </a:defRPr>
            </a:pPr>
            <a:r>
              <a:t>flow-making skill: turns a plain objective into a canvas-loadable .flw by driving the FlowCreator engine, so chat can build runnable flows without opening the designer.</a:t>
            </a:r>
          </a:p>
          <a:p>
            <a:pPr>
              <a:spcAft>
                <a:spcPts val="400"/>
              </a:spcAft>
              <a:defRPr sz="900">
                <a:solidFill>
                  <a:srgbClr val="B4BAAE"/>
                </a:solidFill>
                <a:latin typeface="Aptos"/>
              </a:defRPr>
            </a:pPr>
            <a:r>
              <a:t>Temp/Templates policy: every transient file stays under &lt;app&gt;/Temp and every scaffolded firmware/engine project under &lt;app&gt;/Templates (never C:/Temp or %TEMP%), pinned before Django starts and taught to the LLM as Rules 15/16.</a:t>
            </a:r>
          </a:p>
          <a:p>
            <a:pPr>
              <a:spcAft>
                <a:spcPts val="400"/>
              </a:spcAft>
              <a:defRPr sz="900">
                <a:solidFill>
                  <a:srgbClr val="B4BAAE"/>
                </a:solidFill>
                <a:latin typeface="Aptos"/>
              </a:defRPr>
            </a:pPr>
            <a:r>
              <a:t>FlowHypervisor monitoring now covers every agent — ESP32er, Arduiner, ESPHomer, Camcorder, and Recorder were added to its categorization, timing, startup markers, and do-not-flag rules, with first-build-downloads-a-large-toolchain caveats where needed.</a:t>
            </a:r>
          </a:p>
          <a:p>
            <a:pPr>
              <a:spcAft>
                <a:spcPts val="400"/>
              </a:spcAft>
              <a:defRPr sz="900">
                <a:solidFill>
                  <a:srgbClr val="B4BAAE"/>
                </a:solidFill>
                <a:latin typeface="Aptos"/>
              </a:defRPr>
            </a:pPr>
            <a:r>
              <a:t>Catalog now stands at 83 workflow agents and 92 Multi-Turn tools (60 wrapped chat-agent + 12 ACPX/Skill + 20 core), with 27 skills.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164,617</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231,277</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443     118,217    169,423  71.8%
Markdown                 154      19,017     25,338  11.6%
JavaScript                31      15,653     19,861   9.5%
CSS                        9       5,533      6,996   3.4%
YAML                      88       1,843      4,622   1.1%
HTML                       4       1,034      1,052   0.6%
Prompt template            2         955      1,071   0.6%
PowerShell                 6         672        987   0.4%
JSON                       8         540        540   0.3%
Other text                 8         489        588   0.3%
JavaScript module          1         414        495   0.3%
Text                       5         215        242   0.1%
Protocol Buffers           1          20         33   0.0%
Batch                      1          15         29   0.0%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8,190  11,925
Tlamatini/agent/tests.py                                Python         5,485   7,119
Tlamatini/agent/tools.py                                Python         3,026   4,402
Tlamatini/agent/doc_generation/complete_project_docs.py Python         2,931   3,286
BookOfTlamatini.md                                      Markdown       2,472   3,499
Tlamatini/agent/agents/flowcreator/agentic_skill.md     Markdown       2,241   2,478
...ini/agent/static/agent/css/agentic_control_panel.css CSS            2,021   2,695
Tlamatini/agent/external_mcp_manager.py                 Python         1,841   2,252
Tlamatini/agent/chat_agent_registry.py                  Python         1,637   1,674
Tlamatini/agent/static/agent/css/agent_page.css         CSS            1,600   1,987
Tlamatini/agent/static/agent/js/agent_page_chat.js      JavaScript     1,562   2,122
Tlamatini/agent/static/agent/js/acp-agent-connectors.js JavaScript     1,487   1,660
Tlamatini/agent/static/agent/js/agent_page_init.js      JavaScript     1,460   1,725
Tlamatini/agent/static/agent/js/acp-canvas-core.js      JavaScript     1,374   1,696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live Git window now lands on the `v1.33.0` line: the tag/HEAD version identifies the Zavuerer release while README.md, BookOfTlamatini.md, and the source inventory tables confirm the current workflow-agent, Multi-Turn-tool, and skill totals.</a:t>
            </a:r>
          </a:p>
          <a:p>
            <a:pPr>
              <a:spcAft>
                <a:spcPts val="400"/>
              </a:spcAft>
              <a:defRPr sz="1100">
                <a:solidFill>
                  <a:srgbClr val="B4BAAE"/>
                </a:solidFill>
                <a:latin typeface="Aptos"/>
              </a:defRPr>
            </a:pPr>
            <a:r>
              <a:t>The current release wave is broader than a badge bump: it carries the v1.27-v1.32.0 performance/privacy/authorship work forward, then adds Zavuerer as the 83rd workflow-agent type for unified Zavu messaging.</a:t>
            </a:r>
          </a:p>
          <a:p>
            <a:pPr>
              <a:spcAft>
                <a:spcPts val="400"/>
              </a:spcAft>
              <a:defRPr sz="1100">
                <a:solidFill>
                  <a:srgbClr val="B4BAAE"/>
                </a:solidFill>
                <a:latin typeface="Aptos"/>
              </a:defRPr>
            </a:pPr>
            <a:r>
              <a:t>The newest working-tree feature is Zavuerer, the 83rd workflow-agent type: she sends authorized, opted-in messages through Zavu's unified API for SMS, WhatsApp, Telegram, Email, and Voice, with a wrapped `chat_agent_zavuerer`, Access Keys Wizard support, Parametrizer output fields, canvas connection handling, and demo/catalog migrations.</a:t>
            </a:r>
          </a:p>
          <a:p>
            <a:pPr>
              <a:spcAft>
                <a:spcPts val="400"/>
              </a:spcAft>
              <a:defRPr sz="11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100">
                <a:solidFill>
                  <a:srgbClr val="B4BAAE"/>
                </a:solidFill>
                <a:latin typeface="Aptos"/>
              </a:defRPr>
            </a:pPr>
            <a:r>
              <a:t>The latest documentation pass aligns the handbook and source with the `v1.33.0` Zavuerer release line, so this dossier now carries the current unified-messaging agent story, performance/privacy/build/authorship background, live line-count inventory, and Agent-directory responsibility boundary instead of stale v1.26.x prose.</a:t>
            </a:r>
          </a:p>
          <a:p>
            <a:pPr>
              <a:spcAft>
                <a:spcPts val="400"/>
              </a:spcAft>
              <a:defRPr sz="1100">
                <a:solidFill>
                  <a:srgbClr val="B4BAAE"/>
                </a:solidFill>
                <a:latin typeface="Aptos"/>
              </a:defRPr>
            </a:pPr>
            <a:r>
              <a:t>Playwrighter remains part of the broader platform story too: a real-browser automation surface for scripted Playwright flows from both Multi-Turn chat and the visual canvas.</a:t>
            </a:r>
          </a:p>
          <a:p>
            <a:pPr>
              <a:spcAft>
                <a:spcPts val="400"/>
              </a:spcAft>
              <a:defRPr sz="11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1/6</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2026-06-29 | 16fdb2b | Implementation of Zavuerer agent to make the most easy the messaging mechanics.</a:t>
            </a:r>
          </a:p>
          <a:p>
            <a:pPr>
              <a:spcAft>
                <a:spcPts val="400"/>
              </a:spcAft>
              <a:defRPr sz="1200">
                <a:solidFill>
                  <a:srgbClr val="B4BAAE"/>
                </a:solidFill>
                <a:latin typeface="Aptos"/>
              </a:defRPr>
            </a:pPr>
            <a:r>
              <a:t>2026-06-29 | a8aa27c | Cleaningn garbage</a:t>
            </a:r>
          </a:p>
          <a:p>
            <a:pPr>
              <a:spcAft>
                <a:spcPts val="400"/>
              </a:spcAft>
              <a:defRPr sz="1200">
                <a:solidFill>
                  <a:srgbClr val="B4BAAE"/>
                </a:solidFill>
                <a:latin typeface="Aptos"/>
              </a:defRPr>
            </a:pPr>
            <a:r>
              <a:t>2026-06-29 | d9c732c | updating visual docs</a:t>
            </a:r>
          </a:p>
          <a:p>
            <a:pPr>
              <a:spcAft>
                <a:spcPts val="400"/>
              </a:spcAft>
              <a:defRPr sz="1200">
                <a:solidFill>
                  <a:srgbClr val="B4BAAE"/>
                </a:solidFill>
                <a:latin typeface="Aptos"/>
              </a:defRPr>
            </a:pPr>
            <a:r>
              <a:t>2026-06-29 | 5afde8f | updating visual docs</a:t>
            </a:r>
          </a:p>
          <a:p>
            <a:pPr>
              <a:spcAft>
                <a:spcPts val="400"/>
              </a:spcAft>
              <a:defRPr sz="1200">
                <a:solidFill>
                  <a:srgbClr val="B4BAAE"/>
                </a:solidFill>
                <a:latin typeface="Aptos"/>
              </a:defRPr>
            </a:pPr>
            <a:r>
              <a:t>2026-06-29 | 4f4ff66 | cmmit force</a:t>
            </a:r>
          </a:p>
          <a:p>
            <a:pPr>
              <a:spcAft>
                <a:spcPts val="400"/>
              </a:spcAft>
              <a:defRPr sz="1200">
                <a:solidFill>
                  <a:srgbClr val="B4BAAE"/>
                </a:solidFill>
                <a:latin typeface="Aptos"/>
              </a:defRPr>
            </a:pPr>
            <a:r>
              <a:t>2026-06-29 | d1aa399 | Upgrading and improving mcps to be used by external frmo Tlamatini.</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2/6</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2026-06-29 | 31e41ce | Bump docs to v1.32.0 + add 1.27-1.32 changelog entry</a:t>
            </a:r>
          </a:p>
          <a:p>
            <a:pPr>
              <a:spcAft>
                <a:spcPts val="400"/>
              </a:spcAft>
              <a:defRPr sz="1200">
                <a:solidFill>
                  <a:srgbClr val="B4BAAE"/>
                </a:solidFill>
                <a:latin typeface="Aptos"/>
              </a:defRPr>
            </a:pPr>
            <a:r>
              <a:t>2026-06-29 | a5c4d2d | annouces skill by claude</a:t>
            </a:r>
          </a:p>
          <a:p>
            <a:pPr>
              <a:spcAft>
                <a:spcPts val="400"/>
              </a:spcAft>
              <a:defRPr sz="1200">
                <a:solidFill>
                  <a:srgbClr val="B4BAAE"/>
                </a:solidFill>
                <a:latin typeface="Aptos"/>
              </a:defRPr>
            </a:pPr>
            <a:r>
              <a:t>2026-06-29 | 0f8f3dd | @ Embed Angela López Mendoza in build + package metadata</a:t>
            </a:r>
          </a:p>
          <a:p>
            <a:pPr>
              <a:spcAft>
                <a:spcPts val="400"/>
              </a:spcAft>
              <a:defRPr sz="1200">
                <a:solidFill>
                  <a:srgbClr val="B4BAAE"/>
                </a:solidFill>
                <a:latin typeface="Aptos"/>
              </a:defRPr>
            </a:pPr>
            <a:r>
              <a:t>2026-06-29 | 3bef03f | @ Stamp Angela López Mendoza as creator in the PDF + PPTX (visible + metadata)</a:t>
            </a:r>
          </a:p>
          <a:p>
            <a:pPr>
              <a:spcAft>
                <a:spcPts val="400"/>
              </a:spcAft>
              <a:defRPr sz="1200">
                <a:solidFill>
                  <a:srgbClr val="B4BAAE"/>
                </a:solidFill>
                <a:latin typeface="Aptos"/>
              </a:defRPr>
            </a:pPr>
            <a:r>
              <a:t>2026-06-29 | 70ba4b8 | @ prompt.pmt: the LLM must always respect Angela López Mendoza as creator; add Playwright About-window test</a:t>
            </a:r>
          </a:p>
          <a:p>
            <a:pPr>
              <a:spcAft>
                <a:spcPts val="400"/>
              </a:spcAft>
              <a:defRPr sz="1200">
                <a:solidFill>
                  <a:srgbClr val="B4BAAE"/>
                </a:solidFill>
                <a:latin typeface="Aptos"/>
              </a:defRPr>
            </a:pPr>
            <a:r>
              <a:t>2026-06-29 | 8fd02d7 | @ About window credits ANGELA LÓPEZ MENDOZA (caps); add authorship guard tests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3/6</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2026-06-29 | fe782dc | @ Stamp Angela López Mendoza as creator everywhere; builder never scrubs her name</a:t>
            </a:r>
          </a:p>
          <a:p>
            <a:pPr>
              <a:spcAft>
                <a:spcPts val="400"/>
              </a:spcAft>
              <a:defRPr sz="1200">
                <a:solidFill>
                  <a:srgbClr val="B4BAAE"/>
                </a:solidFill>
                <a:latin typeface="Aptos"/>
              </a:defRPr>
            </a:pPr>
            <a:r>
              <a:t>2026-06-29 | d3430ff | @ Add Angela author banner to every source file (releases scrub it at build time)</a:t>
            </a:r>
          </a:p>
          <a:p>
            <a:pPr>
              <a:spcAft>
                <a:spcPts val="400"/>
              </a:spcAft>
              <a:defRPr sz="1200">
                <a:solidFill>
                  <a:srgbClr val="B4BAAE"/>
                </a:solidFill>
                <a:latin typeface="Aptos"/>
              </a:defRPr>
            </a:pPr>
            <a:r>
              <a:t>2026-06-29 | 0575ddb | @ Restore Angela as the developer name in the source (releases still scrub it)</a:t>
            </a:r>
          </a:p>
          <a:p>
            <a:pPr>
              <a:spcAft>
                <a:spcPts val="400"/>
              </a:spcAft>
              <a:defRPr sz="1200">
                <a:solidFill>
                  <a:srgbClr val="B4BAAE"/>
                </a:solidFill>
                <a:latin typeface="Aptos"/>
              </a:defRPr>
            </a:pPr>
            <a:r>
              <a:t>2026-06-29 | c564536 | @ Messaging rebuild, media-agent fixes, tests, and build/docs updates</a:t>
            </a:r>
          </a:p>
          <a:p>
            <a:pPr>
              <a:spcAft>
                <a:spcPts val="400"/>
              </a:spcAft>
              <a:defRPr sz="1200">
                <a:solidFill>
                  <a:srgbClr val="B4BAAE"/>
                </a:solidFill>
                <a:latin typeface="Aptos"/>
              </a:defRPr>
            </a:pPr>
            <a:r>
              <a:t>2026-06-29 | 1e4c547 | rerasing</a:t>
            </a:r>
          </a:p>
          <a:p>
            <a:pPr>
              <a:spcAft>
                <a:spcPts val="400"/>
              </a:spcAft>
              <a:defRPr sz="1200">
                <a:solidFill>
                  <a:srgbClr val="B4BAAE"/>
                </a:solidFill>
                <a:latin typeface="Aptos"/>
              </a:defRPr>
            </a:pPr>
            <a:r>
              <a:t>2026-06-28 | 91ad7f1 | Public verify: block only on sensitive PII (emails/handles/phones), not common names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4/6</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2026-06-28 | c5ac6ac | Fix public build: never scrub the targets/keys files (.private_targets.json, data.keys)</a:t>
            </a:r>
          </a:p>
          <a:p>
            <a:pPr>
              <a:spcAft>
                <a:spcPts val="400"/>
              </a:spcAft>
              <a:defRPr sz="1200">
                <a:solidFill>
                  <a:srgbClr val="B4BAAE"/>
                </a:solidFill>
                <a:latin typeface="Aptos"/>
              </a:defRPr>
            </a:pPr>
            <a:r>
              <a:t>2026-06-28 | a0ac028 | Ignore transient build/run/scratch artifacts (*.out, output/, verify report, paste-duplicate images)</a:t>
            </a:r>
          </a:p>
          <a:p>
            <a:pPr>
              <a:spcAft>
                <a:spcPts val="400"/>
              </a:spcAft>
              <a:defRPr sz="1200">
                <a:solidFill>
                  <a:srgbClr val="B4BAAE"/>
                </a:solidFill>
                <a:latin typeface="Aptos"/>
              </a:defRPr>
            </a:pPr>
            <a:r>
              <a:t>2026-06-28 | 8c02040 | Add/commit build release scripts + verify skip-dirs so they cannot vanish</a:t>
            </a:r>
          </a:p>
          <a:p>
            <a:pPr>
              <a:spcAft>
                <a:spcPts val="400"/>
              </a:spcAft>
              <a:defRPr sz="1200">
                <a:solidFill>
                  <a:srgbClr val="B4BAAE"/>
                </a:solidFill>
                <a:latin typeface="Aptos"/>
              </a:defRPr>
            </a:pPr>
            <a:r>
              <a:t>2026-06-28 | 8a5d668 | Add test_perf_3x_visual.py — visual performance dashboard for the 3X levers</a:t>
            </a:r>
          </a:p>
          <a:p>
            <a:pPr>
              <a:spcAft>
                <a:spcPts val="400"/>
              </a:spcAft>
              <a:defRPr sz="1200">
                <a:solidFill>
                  <a:srgbClr val="B4BAAE"/>
                </a:solidFill>
                <a:latin typeface="Aptos"/>
              </a:defRPr>
            </a:pPr>
            <a:r>
              <a:t>2026-06-28 | d202762 | Keep image.png and image copy 2.png (track screenshot assets)</a:t>
            </a:r>
          </a:p>
          <a:p>
            <a:pPr>
              <a:spcAft>
                <a:spcPts val="400"/>
              </a:spcAft>
              <a:defRPr sz="1200">
                <a:solidFill>
                  <a:srgbClr val="B4BAAE"/>
                </a:solidFill>
                <a:latin typeface="Aptos"/>
              </a:defRPr>
            </a:pPr>
            <a:r>
              <a:t>2026-06-28 | 256e9ac | Keep image copy.png (track screenshot asset so it is preserved)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5/6</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2026-06-28 | cb64329 | Speed L1+L2: Ollama serving-layer detector, warm embeddings handle, keep_alive on basic/retrieval chains; +140 tests; 3X plan doc</a:t>
            </a:r>
          </a:p>
          <a:p>
            <a:pPr>
              <a:spcAft>
                <a:spcPts val="400"/>
              </a:spcAft>
              <a:defRPr sz="1200">
                <a:solidFill>
                  <a:srgbClr val="B4BAAE"/>
                </a:solidFill>
                <a:latin typeface="Aptos"/>
              </a:defRPr>
            </a:pPr>
            <a:r>
              <a:t>2026-06-27 | 33c772d | Prepend loud CAPS PRIVATE DATA GUARD block to top of CLAUDE.md</a:t>
            </a:r>
          </a:p>
          <a:p>
            <a:pPr>
              <a:spcAft>
                <a:spcPts val="400"/>
              </a:spcAft>
              <a:defRPr sz="1200">
                <a:solidFill>
                  <a:srgbClr val="B4BAAE"/>
                </a:solidFill>
                <a:latin typeface="Aptos"/>
              </a:defRPr>
            </a:pPr>
            <a:r>
              <a:t>2026-06-27 | 02260c5 | Add private-data guard: automated tests + global CAPS SessionStart banner</a:t>
            </a:r>
          </a:p>
          <a:p>
            <a:pPr>
              <a:spcAft>
                <a:spcPts val="400"/>
              </a:spcAft>
              <a:defRPr sz="1200">
                <a:solidFill>
                  <a:srgbClr val="B4BAAE"/>
                </a:solidFill>
                <a:latin typeface="Aptos"/>
              </a:defRPr>
            </a:pPr>
            <a:r>
              <a:t>2026-06-27 | 1f0a39c | Scrub personal data from current tree (forward-only, no history rewrite)</a:t>
            </a:r>
          </a:p>
          <a:p>
            <a:pPr>
              <a:spcAft>
                <a:spcPts val="400"/>
              </a:spcAft>
              <a:defRPr sz="1200">
                <a:solidFill>
                  <a:srgbClr val="B4BAAE"/>
                </a:solidFill>
                <a:latin typeface="Aptos"/>
              </a:defRPr>
            </a:pPr>
            <a:r>
              <a:t>2026-06-27 | ce8fc3f | Improving a little more the mechanics of Messaggin capabilities of Tlamatini now on the config.yaml files, by angelahack1</a:t>
            </a:r>
          </a:p>
          <a:p>
            <a:pPr>
              <a:spcAft>
                <a:spcPts val="400"/>
              </a:spcAft>
              <a:defRPr sz="1200">
                <a:solidFill>
                  <a:srgbClr val="B4BAAE"/>
                </a:solidFill>
                <a:latin typeface="Aptos"/>
              </a:defRPr>
            </a:pPr>
            <a:r>
              <a:t>2026-06-27 | 12f9ec9 | Improving a little more the mechanics of Messaggind capabilities of Tlamatini, by angelahack1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6/6</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2026-06-27 | 1777dc0 | Ignore Tlamatini/agent/.tlamatini/ runtime state (WhatsApp Web profile, Telegram session)</a:t>
            </a:r>
          </a:p>
          <a:p>
            <a:pPr>
              <a:spcAft>
                <a:spcPts val="400"/>
              </a:spcAft>
              <a:defRPr sz="1200">
                <a:solidFill>
                  <a:srgbClr val="B4BAAE"/>
                </a:solidFill>
                <a:latin typeface="Aptos"/>
              </a:defRPr>
            </a:pPr>
            <a:r>
              <a:t>2026-06-27 | 664144c | Adding a simple vd by Tlamaitni's-AutoBot.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GUION_VIDEO_PROMO_TLAMATINI.md
|-- install.py
|-- KIMI.md
|-- LICENSE
|-- MessagingConnectorAssistant_Design.md
|-- OllamaPricing.png
|-- package.json
|-- PIVOT_CHANGES.md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
|-- tlamatini_mcp_server.py
|-- TlamatiniJudgementDay.md
|-- uninstall.py
|-- unregister_flw.ps1
|-- VERSIONING.md
|-- versioning.py
|-- .claude/
|   |-- settings.json
|   |-- hooks/
|   |   |-- announce_skills.py
|   |   `-- test_announce_skills.py
|   |-- memory/</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config.py
|       |       |-- cyber_watchdog_test.py
|       |       |-- mcp_playwright_suite.py
|       |       |-- qualify.py
|       |       |-- questions.py
|       |       |-- README.md
|       |       |-- requirements.txt
|       |       |-- run_test.py
|       |       |-- talk_test.py
|       |       `-- wrapped_questions.py</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
|   `-- mypdf2.py
|-- demo_flows/
|   |-- demo1_globber_to_parametrizer_to_zavuerer.flw
|   |-- demo2_apirer_to_parametrizer_to_zavuerer.flw
|   `-- demo3_zavuerer_health_to_parametrizer_to_filecreator.flw
|-- docs/
|   `-- claude/
|       |-- acpx.md
|       |-- agents.md
|       |-- architecture.md
|       |-- exec-report.md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frontend.md
|       |-- gotchas.md
|       |-- INDEX.md
|       |-- mcp-tools.md
|       |-- multi-turn.md
|       `-- recent-fixes.md
|-- pyinstaller_hooks/
|   |-- hook-numpy.py
|   `-- hook-torch.py
|-- Tests/
|   |-- test_about_window_name_visible.py
|   `-- test_perf_3x_visual.py
`-- Tlamatini/
    |-- cat_art.py
    |-- db.sqlite3.bak-prereseat
    |-- manage.py
    |-- .agents/
    |   `-- workflows/
    |       `-- create_new_agent.md
    |-- .mcps/
    |   `-- create_new_mcp.md
    |-- .skills/
    |   `-- create_new_skill.md
    |-- agent/
    |   |-- __init__.py
    |   |-- access_key_wizard.py
    |   |-- admin.py
    |   |-- apps.py
    |   |-- capability_registry.py
    |   |-- chain_files_search_lcel.py
    |   |-- chain_system_lcel.py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chat_agent_registry.py
    |   |-- chat_agent_runtime.py
    |   |-- chat_history_loader.py
    |   |-- command_togen_pb2.txt
    |   |-- command_watchdog.py
    |   |-- config.json
    |   |-- config_loader.py
    |   |-- constants.py
    |   |-- consumers.py
    |   |-- contacts.py
    |   |-- embedding_memory_guard.py
    |   |-- exec_permission.py
    |   |-- external_mcp_manager.py
    |   |-- filesearch.proto
    |   |-- filesearch_pb2.py
    |   |-- filesearch_pb2_grpc.py
    |   |-- global_execution_planner.py
    |   |-- global_state.py
    |   |-- gpu_perf.py
    |   |-- inet_determiner.py
    |   |-- llm_timing.py
    |   |-- mcp_agent.py
    |   |-- mcp_files_search_client.py
    |   |-- mcp_files_search_server.py
    |   |-- mcp_system_client.py
    |   |-- mcp_system_server.py
    |   |-- models.py
    |   |-- native_dialogs.py
    |   |-- orphan_reaper.py
    |   |-- path_guard.py
    |   |-- prompt.pmt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rag_enhancements.py
    |   |-- routing.py
    |   |-- self_update.py
    |   |-- test_access_key_wizard.py
    |   |-- test_arduiner_agent.py
    |   |-- test_audioplayer_agent.py
    |   |-- test_blenderer_agent.py
    |   |-- test_build_scripts.py
    |   |-- test_camcorder_agent.py
    |   |-- test_chat_bridge_bots.py
    |   |-- test_chat_history_window.py
    |   |-- test_command_watchdog.py
    |   |-- test_contacts.py
    |   |-- test_crawler_agent.py
    |   |-- test_createsuperuser_wizard.py
    |   |-- test_de_compresser.py
    |   |-- test_discoverer_agent.py
    |   |-- test_editor_agent.py
    |   |-- test_embedding_memory_guard.py
    |   |-- test_esp32er_agent.py
    |   |-- test_esphomer_agent.py
    |   |-- test_execute_command_bounded.py
    |   |-- test_external_mcp_add_flow.py
    |   |-- test_external_mcp_e2e.py
    |   |-- test_external_mcp_transports.py
    |   |-- test_external_mcp_universal.py
    |   |-- test_file_extractor_reader.py
    |   |-- test_flow_contracts.py
    |   |-- test_globber_agent.py
    |   |-- test_googler_agent.py
    |   |-- test_grepper_agent.py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test_instant_messaging_doctor.py
    |   |-- test_j_decompiler_agent.py
    |   |-- test_kalier_agent.py
    |   |-- test_native_dialogs.py
    |   |-- test_orphan_reaper.py
    |   |-- test_parametrizer_mcp_doctor.py
    |   |-- test_password_quoting.py
    |   |-- test_playwrighter_agent.py
    |   |-- test_recorder_agent.py
    |   |-- test_self_update.py
    |   |-- test_step_by_step_mode.py
    |   |-- test_stm32er_agent.py
    |   |-- test_talker_agent.py
    |   |-- test_telegrammer_identity.py
    |   |-- test_temp_dir_policy.py
    |   |-- test_unrealer_agent.py
    |   |-- test_videoplayer_agent.py
    |   |-- test_watchdog_foreground_exemption.py
    |   |-- test_whatsapper_identity.py
    |   |-- test_whisperer_agent.py
    |   |-- test_windower_agent.py
    |   |-- test_windows_app_registration.py
    |   |-- test_zavuerer_agent.py
    |   |-- tests.py
    |   |-- tests_perf_3x.py
    |   |-- Tlamatini.md
    |   |-- tools.py
    |   |-- urls.py
    |   |-- version.py
    |   |-- views.py
    |   |-- web_search_llm.py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esphomer/
    |   |   |   |-- config.yaml
    |   |   |   |-- esphomer.py
    |   |   |   `-- ESPHomeTemplateProject/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flowhypervisor/
    |   |   |   |-- config.yaml
    |   |   |   |-- flowhypervisor.py
    |   |   |   |-- hypervisor_alert.wav
    |   |   |   `-- monitoring-prompt.pmt
    |   |   |-- forker/
    |   |   |   |-- config.yaml
    |   |   |   `-- forker.py
    |   |   |-- gateway_relayer/
    |   |   |   |-- config.yaml</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kalier/
    |   |   |   |-- config.yaml
    |   |   |   `-- kalier.py
    |   |   |-- keyboarder/
    |   |   |   |-- config.yaml
    |   |   |   `-- keyboarder.py
    |   |   |-- kuberneter/
    |   |   |   |-- config.yaml
    |   |   |   `-- kuberneter.py
    |   |   |-- kyber_cipher/
    |   |   |   |-- config.yaml
    |   |   |   `-- kyber_cipher.py
    |   |   |-- kyber_decipher/
    |   |   |   |-- config.yaml
    |   |   |   `-- kyber_decipher.py
    |   |   |-- kyber_keygen/
    |   |   |   |-- config.yaml
    |   |   |   `-- kyber_keygen.py
    |   |   |-- mcp_doctor/
    |   |   |   |-- config.yaml
    |   |   |   `-- mcp_doctor.py
    |   |   |-- mongoxer/
    |   |   |   |-- config.yaml
    |   |   |   `-- mongoxer.py
    |   |   |-- monitor_log/
    |   |   |   |-- config.yaml
    |   |   |   `-- monitor_log.py
    |   |   |-- monitor_netstat/
    |   |   |   |-- config.yaml
    |   |   |   `-- monitor_netstat.py
    |   |   |-- mouser/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mouser.py
    |   |   |-- mover/
    |   |   |   |-- config.yaml
    |   |   |   `-- mover.py
    |   |   |-- node_manager/
    |   |   |   |-- config.yaml
    |   |   |   |-- node_manager.md
    |   |   |   |-- node_manager.py
    |   |   |   |-- nodes_example.json
    |   |   |   `-- nodes_example.yaml
    |   |   |-- notifier/
    |   |   |   |-- config.yaml
    |   |   |   `-- notifier.py
    |   |   |-- or/
    |   |   |   |-- config.yaml
    |   |   |   `-- or.py
    |   |   |-- parametrizer/
    |   |   |   |-- config.yaml
    |   |   |   `-- parametrizer.py
    |   |   |-- playwrighter/
    |   |   |   |-- config.yaml
    |   |   |   `-- playwrighter.py
    |   |   |-- prompter/
    |   |   |   |-- config.yaml
    |   |   |   `-- prompter.py
    |   |   |-- pser/
    |   |   |   |-- config.yaml
    |   |   |   `-- pser.py
    |   |   |-- pythonxer/
    |   |   |   |-- config.yaml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pythonxer.py
    |   |   |-- raiser/
    |   |   |   |-- config.yaml
    |   |   |   `-- raiser.py
    |   |   |-- recmailer/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stm32er/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videoplayer/
    |   |   |   |-- config.yaml
    |   |   |   `-- videoplayer.py
    |   |   |-- whatsapper/</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HiIamTlamatini.png
    |   |   |-- mockup.jpg
    |   |   |-- Modify_the_last_video_keepi.mp4
    |   |   |-- RealisticTlamatini.png
    |   |   |-- ShouldersUoTlamatini.png
    |   |   |-- Tlamatini AI Agentic Advisor Video.mp4
    |   |   |-- TlamatiniAndKyber.mp4</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TlamatiniDrawings.png
    |   |   |-- TlammatiniLetsMakeSomeMagic.mp4
    |   |   |-- TorsoTlamatini.png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__init__.py
    |   |-- monitors/
    |   |   `-- monitor_sql.py
    |   |-- opus_client/
    |   |   |-- claude_opus_client.py
    |   |   |-- examples.py
    |   |   `-- README.md
    |   |-- rag/
    |   |   |-- __init__.py</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config.py
    |   |   |-- factory.py
    |   |   |-- interaction.py
    |   |   |-- interface.py
    |   |   |-- loaders.py
    |   |   |-- prompts.py
    |   |   |-- retrieval.py
    |   |   |-- splitters.py
    |   |   |-- utils.py
    |   |   `-- chains/
    |   |       |-- base.py
    |   |       |-- basic.py
    |   |       |-- history_aware.py
    |   |       `-- unified.py
    |   |-- services/
    |   |   |-- __init__.py
    |   |   |-- agent_contracts.py
    |   |   |-- agent_paths.py
    |   |   |-- answer_analizer.py
    |   |   |-- filesystem.py
    |   |   |-- flow_compiler.py
    |   |   |-- flow_spec.py
    |   |   `-- response_parser.py
    |   |-- skills/
    |   |   |-- __init__.py
    |   |   |-- frontmatter.py
    |   |   |-- harness.py
    |   |   |-- io_contract.py
    |   |   `-- registry.py
    |   |-- skills_pkg/
    |   |   |-- _meta/</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lint.py
    |   |   |   `-- schema.json
    |   |   |-- acp_router/
    |   |   |   `-- SKILL.md
    |   |   |-- code_review/
    |   |   |   `-- SKILL.md
    |   |   |-- create_new_agent/
    |   |   |   `-- SKILL.md
    |   |   |-- create_new_mcp/
    |   |   |   `-- SKILL.md
    |   |   |-- flow_making/
    |   |   |   |-- SKILL.md
    |   |   |   |-- references/
    |   |   |   |   `-- flw_schema.md
    |   |   |   `-- scripts/
    |   |   |       |-- make_flow.py
    |   |   |       `-- result_to_flw.py
    |   |   |-- github/
    |   |   |   `-- SKILL.md
    |   |   |-- gmail/
    |   |   |   `-- SKILL.md
    |   |   |-- hello_world/
    |   |   |   `-- SKILL.md
    |   |   |-- jira/
    |   |   |   `-- SKILL.md
    |   |   |-- kali_pentest/
    |   |   |   `-- SKILL.md
    |   |   |-- notion/
    |   |   |   `-- SKILL.md
    |   |   |-- security_audit/
    |   |   |   `-- SKILL.md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SKILL.md
    |   |-- static/
    |   |   `-- agent/
    |   |       |-- css/
    |   |       |   |-- access_keys_wizard.css
    |   |       |   |-- agent_page.css
    |   |       |   |-- agentic_control_panel.css
    |   |       |   |-- contacts_dialog.css
    |   |       |   |-- external_mcps_dialog.css
    |   |       |   |-- login.css
    |   |       |   |-- skills_dialog.css
    |   |       |   |-- tools_dialog.css
    |   |       |   `-- welcome.css
    |   |       |-- img/
    |   |       |   |-- spinner.svg
    |   |       |   `-- Tlamatini.ico
    |   |       |-- js/
    |   |       |   |-- access_keys_wizard.js
    |   |       |   |-- acp-agent-connectors.js
    |   |       |   |-- acp-canvas-core.js
    |   |       |   |-- acp-canvas-undo.js
    |   |       |   |-- acp-control-buttons.js
    |   |       |   |-- acp-file-io.js
    |   |       |   |-- acp-flow-snapshot.js
    |   |       |   |-- acp-globals.js
    |   |       |   |-- acp-layout.js
    |   |       |   |-- acp-parametrizer-dialog.js
    |   |       |   |-- acp-running-state.js
    |   |       |   |-- acp-session.js
    |   |       |   |-- acp-undo-manager.js
    |   |       |   |-- acp-validate.js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agent_page_canvas.js
    |   |       |   |-- agent_page_chat.js
    |   |       |   |-- agent_page_context.js
    |   |       |   |-- agent_page_dialogs.js
    |   |       |   |-- agent_page_init.js
    |   |       |   |-- agent_page_layout.js
    |   |       |   |-- agent_page_state.js
    |   |       |   |-- agent_page_ui.js
    |   |       |   |-- agentic_control_panel.js
    |   |       |   |-- canvas_item_dialog.js
    |   |       |   |-- chat_page_runtime_poller.js
    |   |       |   |-- contacts_dialog.js
    |   |       |   |-- contextual_menus.js
    |   |       |   |-- external_mcps_dialog.js
    |   |       |   |-- shared-runtime-dialogs.js
    |   |       |   |-- skills_dialog.js
    |   |       |   `-- tools_dialog.js
    |   |       |-- sounds/
    |   |       |   |-- hypervisor_alert.wav
    |   |       |   `-- notification.wav
    |   |       `-- video/
    |   |           `-- XAIHT-Tlamatini.mp4
    |   |-- templates/
    |   |   `-- agent/
    |   |       |-- agent_page.html
    |   |       |-- agentic_control_panel.html
    |   |       |-- login.html
    |   |       `-- welcome.html
    |   |-- test_fixtures/
    |   |   `-- talker_orpheus_tokens.txt
    |   `-- TlamatiniSourceCode/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README.md
    |-- DB/
    |   |-- Older/
    |   |   `-- README.md
    |   `-- ToLoad/
    |       `-- README.md
    |-- jd-cli/
    |   |-- jd-cli.bat
    |   `-- jd-cli.jar
    `-- tlamatini/
        |-- __init__.py
        |-- asgi.py
        |-- context_processors.py
        |-- logging_filters.py
        |-- middleware.py
        |-- settings.py
        |-- urls.py
        `-- wsgi.py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