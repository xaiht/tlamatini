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83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802</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166,471</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04, 2026 05:24 PM UTC-0600 at HEAD 4922ab2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V1.33.2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V1.33.2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V1.33.2 ZAVUERER AND CLEANUP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past the `v1.33.2` tag, with source inspection confirming the current workflow-agent, Multi-Turn-tool, and skill totals in the generated inventory tables.</a:t>
            </a:r>
          </a:p>
          <a:p>
            <a:pPr>
              <a:spcAft>
                <a:spcPts val="400"/>
              </a:spcAft>
              <a:defRPr sz="900">
                <a:solidFill>
                  <a:srgbClr val="B4BAAE"/>
                </a:solidFill>
                <a:latin typeface="Aptos"/>
              </a:defRPr>
            </a:pPr>
            <a:r>
              <a:t>`v1.33.x` is the Zavuerer release family: the new Zavu unified-messaging workflow agent adds SMS, WhatsApp, Telegram, Email, and Voice delivery through one configured API key.</a:t>
            </a:r>
          </a:p>
          <a:p>
            <a:pPr>
              <a:spcAft>
                <a:spcPts val="400"/>
              </a:spcAft>
              <a:defRPr sz="900">
                <a:solidFill>
                  <a:srgbClr val="B4BAAE"/>
                </a:solidFill>
                <a:latin typeface="Aptos"/>
              </a:defRPr>
            </a:pPr>
            <a:r>
              <a:t>`v1.33.2` carries follow-up cleanup: the shipped cloud-default model baseline moved to `glm-5.2:cloud`, duplicate Zavuerer setup-wizard rows were deduplicated, and stale/trash artifacts were removed from the tracked release surface.</a:t>
            </a:r>
          </a:p>
          <a:p>
            <a:pPr>
              <a:spcAft>
                <a:spcPts val="400"/>
              </a:spcAft>
              <a:defRPr sz="900">
                <a:solidFill>
                  <a:srgbClr val="B4BAAE"/>
                </a:solidFill>
                <a:latin typeface="Aptos"/>
              </a:defRPr>
            </a:pPr>
            <a:r>
              <a:t>The newest post-tag commits then add the triple-model Image-Interpreter release and the matching Config -&gt; Models dialog work: three visible model fields now correspond to interpreter 1, interpreter 2, and image merger instead of hiding a multi-model agent behind one old vision-model slot.</a:t>
            </a:r>
          </a:p>
          <a:p>
            <a:pPr>
              <a:spcAft>
                <a:spcPts val="400"/>
              </a:spcAft>
              <a:defRPr sz="900">
                <a:solidFill>
                  <a:srgbClr val="B4BAAE"/>
                </a:solidFill>
                <a:latin typeface="Aptos"/>
              </a:defRPr>
            </a:pPr>
            <a:r>
              <a:t>The v1.27-v1.32.0 span is a quality-and-trust wave: performance 3X levers, forward-only private-data discipline, public-release verifier hardening, and explicit Angela López Mendoza creator/authorship stamping moved together.</a:t>
            </a:r>
          </a:p>
          <a:p>
            <a:pPr>
              <a:spcAft>
                <a:spcPts val="400"/>
              </a:spcAft>
              <a:defRPr sz="900">
                <a:solidFill>
                  <a:srgbClr val="B4BAAE"/>
                </a:solidFill>
                <a:latin typeface="Aptos"/>
              </a:defRPr>
            </a:pPr>
            <a:r>
              <a:t>The runtime surface also grew around delegation: ACPX remains the external coding-agent CLI bridge, External MCP remains the universal MCP client, and the newest server-side assets add `tlamatini_acpx.py`, stronger `tlamatini_mcp_server.py` behavior, and refreshed MCP workflow guidance.</a:t>
            </a:r>
          </a:p>
          <a:p>
            <a:pPr>
              <a:spcAft>
                <a:spcPts val="400"/>
              </a:spcAft>
              <a:defRPr sz="9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900">
                <a:solidFill>
                  <a:srgbClr val="B4BAAE"/>
                </a:solidFill>
                <a:latin typeface="Aptos"/>
              </a:defRPr>
            </a:pPr>
            <a:r>
              <a:t>The resulting PDF/PPTX refresh treats `v1.33.2` plus the post-tag Image-Interpreter/config-dialog commits as the current product snapshot while preserving the historical context for self-update, media-agent dependency hardening, deterministic file tools, firmware agents, External MCPs, and ACPX skills.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docs now explain the whole 1.33.2 product state, not only the new agent row.</a:t>
            </a:r>
          </a:p>
          <a:p>
            <a:pPr>
              <a:spcAft>
                <a:spcPts val="400"/>
              </a:spcAft>
              <a:defRPr sz="1300">
                <a:solidFill>
                  <a:srgbClr val="B4BAAE"/>
                </a:solidFill>
                <a:latin typeface="Aptos"/>
              </a:defRPr>
            </a:pPr>
            <a:r>
              <a:t>Operators get a simpler messaging surface: one Zavu key can reach SMS, WhatsApp, Telegram, Email, and Voice.</a:t>
            </a:r>
          </a:p>
          <a:p>
            <a:pPr>
              <a:spcAft>
                <a:spcPts val="400"/>
              </a:spcAft>
              <a:defRPr sz="1300">
                <a:solidFill>
                  <a:srgbClr val="B4BAAE"/>
                </a:solidFill>
                <a:latin typeface="Aptos"/>
              </a:defRPr>
            </a:pPr>
            <a:r>
              <a:t>The deck also preserves the trust story: creator attribution, private-data guardrails, public-release checks, `glm-5.2:cloud` defaults, and the Agent-directory responsibility boundary.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`v1.33.2` wave adds or updates concrete assets too: `agent/agents/zavuerer/`, migrations `0159`-`0164`, Zavu Access Keys Wizard fields, planner hints, wrapped-tool registration, and the latest messaging-agent config defaults.</a:t>
            </a:r>
          </a:p>
          <a:p>
            <a:pPr>
              <a:spcAft>
                <a:spcPts val="400"/>
              </a:spcAft>
              <a:defRPr sz="9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83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83</a:t>
            </a:r>
          </a:p>
          <a:p>
            <a:pPr>
              <a:spcAft>
                <a:spcPts val="400"/>
              </a:spcAft>
              <a:defRPr sz="1500">
                <a:solidFill>
                  <a:srgbClr val="B4BAAE"/>
                </a:solidFill>
                <a:latin typeface="Aptos"/>
              </a:defRPr>
            </a:pPr>
            <a:r>
              <a:t>Description rows in `agents_descriptions.md`: 84</a:t>
            </a:r>
          </a:p>
          <a:p>
            <a:pPr>
              <a:spcAft>
                <a:spcPts val="400"/>
              </a:spcAft>
              <a:defRPr sz="1500">
                <a:solidFill>
                  <a:srgbClr val="B4BAAE"/>
                </a:solidFill>
                <a:latin typeface="Aptos"/>
              </a:defRPr>
            </a:pPr>
            <a:r>
              <a:t>This dossier reconciles README and Book wording back to the same 83-agent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83 workflow agents, 92 Multi-Turn tools, 12 ACPX tools, and 27 skills.</a:t>
            </a:r>
          </a:p>
          <a:p>
            <a:pPr>
              <a:spcAft>
                <a:spcPts val="400"/>
              </a:spcAft>
              <a:defRPr sz="1000">
                <a:solidFill>
                  <a:srgbClr val="B4BAAE"/>
                </a:solidFill>
                <a:latin typeface="Aptos"/>
              </a:defRPr>
            </a:pPr>
            <a:r>
              <a:t>Source inspection confirms the total: 60 distinct wrapped chat-agent tools bound from `chat_agent_registry.py`, which combines with 20 core Python tools and 12 ACPX/Skill tools for 92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83-agent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2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200">
                <a:solidFill>
                  <a:srgbClr val="B4BAAE"/>
                </a:solidFill>
                <a:latin typeface="Aptos"/>
              </a:defRPr>
            </a:pPr>
            <a:r>
              <a:t>Those readability rules remain in force in the current documentation set, and the current `v1.33.2` release state keeps runtime surfaces, self-knowledge wording, firmware/External-MCP demos, ACPX skills, Zavuerer messaging, and operator handbook aligned.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1.33.2 | build: 1.33.2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802</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165</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4922ab2 - Fixing config dialog, by angelahack1</a:t>
            </a:r>
          </a:p>
          <a:p>
            <a:pPr>
              <a:spcAft>
                <a:spcPts val="400"/>
              </a:spcAft>
              <a:defRPr sz="1500">
                <a:solidFill>
                  <a:srgbClr val="B4BAAE"/>
                </a:solidFill>
                <a:latin typeface="Aptos"/>
              </a:defRPr>
            </a:pPr>
            <a:r>
              <a:t>Resolved version: 1.33.2 (git)</a:t>
            </a:r>
          </a:p>
          <a:p>
            <a:pPr>
              <a:spcAft>
                <a:spcPts val="400"/>
              </a:spcAft>
              <a:defRPr sz="1500">
                <a:solidFill>
                  <a:srgbClr val="B4BAAE"/>
                </a:solidFill>
                <a:latin typeface="Aptos"/>
              </a:defRPr>
            </a:pPr>
            <a:r>
              <a:t>Generated on July 04, 2026 05:24 PM UTC-0600</a:t>
            </a:r>
          </a:p>
          <a:p>
            <a:pPr>
              <a:spcAft>
                <a:spcPts val="400"/>
              </a:spcAft>
              <a:defRPr sz="1500">
                <a:solidFill>
                  <a:srgbClr val="B4BAAE"/>
                </a:solidFill>
                <a:latin typeface="Aptos"/>
              </a:defRPr>
            </a:pPr>
            <a:r>
              <a:t>Inventory scope: 802 files = 802 tracked + 0 git-unignored working-tree additions</a:t>
            </a:r>
          </a:p>
          <a:p>
            <a:pPr>
              <a:spcAft>
                <a:spcPts val="400"/>
              </a:spcAft>
              <a:defRPr sz="1500">
                <a:solidFill>
                  <a:srgbClr val="B4BAAE"/>
                </a:solidFill>
                <a:latin typeface="Aptos"/>
              </a:defRPr>
            </a:pPr>
            <a:r>
              <a:t>Multi-Turn tools: 92; wrapped chat-agent tools: 60; skills: 27</a:t>
            </a:r>
          </a:p>
          <a:p>
            <a:pPr>
              <a:spcAft>
                <a:spcPts val="400"/>
              </a:spcAft>
              <a:defRPr sz="1500">
                <a:solidFill>
                  <a:srgbClr val="B4BAAE"/>
                </a:solidFill>
                <a:latin typeface="Aptos"/>
              </a:defRPr>
            </a:pPr>
            <a:r>
              <a:t>Python requirements: 79; authoritative agent-description rows: 84</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35a0032 on 2026-07-04</a:t>
            </a:r>
          </a:p>
          <a:p>
            <a:pPr>
              <a:spcAft>
                <a:spcPts val="400"/>
              </a:spcAft>
              <a:defRPr sz="1300">
                <a:solidFill>
                  <a:srgbClr val="B4BAAE"/>
                </a:solidFill>
                <a:latin typeface="Aptos"/>
              </a:defRPr>
            </a:pPr>
            <a:r>
              <a:t>Updating vosual documentation and defule models, by angelahack1</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advanced to `v1.33.2`: Zavuerer remains the headline agent release, while the latest commits add default-model/config/runtime cleanup and keep Angela López Mendoza preserved as creator.</a:t>
            </a:r>
          </a:p>
          <a:p>
            <a:pPr>
              <a:spcAft>
                <a:spcPts val="400"/>
              </a:spcAft>
              <a:defRPr sz="900">
                <a:solidFill>
                  <a:srgbClr val="B4BAAE"/>
                </a:solidFill>
                <a:latin typeface="Aptos"/>
              </a:defRPr>
            </a:pPr>
            <a:r>
              <a:t>The current visual-doc delta covers Zavuerer unified messaging, Zavu Access Keys Wizard wiring, `glm-5.2:cloud` as the shipped cloud default, `GEMINI.md`, `FirstFinalPlanToSpeedUp.md`, migration `0164`, and the v1.27-v1.32.0 performance/privacy/authorship background.</a:t>
            </a:r>
          </a:p>
          <a:p>
            <a:pPr>
              <a:spcAft>
                <a:spcPts val="400"/>
              </a:spcAft>
              <a:defRPr sz="900">
                <a:solidFill>
                  <a:srgbClr val="B4BAAE"/>
                </a:solidFill>
                <a:latin typeface="Aptos"/>
              </a:defRPr>
            </a:pPr>
            <a:r>
              <a:t>Since the last committed PDF/PPTX refresh, Image-Interpreter was rebuilt into a fail-safe triple-model analyzer: two dedicated Ollama vision interpreters run in parallel, a barrier waits for both, and a merger model fuses the reports while preserving raw-output fallbacks when any leg fails.</a:t>
            </a:r>
          </a:p>
          <a:p>
            <a:pPr>
              <a:spcAft>
                <a:spcPts val="400"/>
              </a:spcAft>
              <a:defRPr sz="900">
                <a:solidFill>
                  <a:srgbClr val="B4BAAE"/>
                </a:solidFill>
                <a:latin typeface="Aptos"/>
              </a:defRPr>
            </a:pPr>
            <a:r>
              <a:t>The post-refresh UI/backend delta also updates Config -&gt; Models so the browser exposes all three Image-Interpreter model slots and `tools.py` seeds the matching wrapped-tool defaults before per-call overrides.</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THROUGH V1.33.2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(v1.33.2): the live Git tag now resolves the product to the Zavuerer release family while the generated dossiers carry the current source inventory.</a:t>
            </a:r>
          </a:p>
          <a:p>
            <a:pPr>
              <a:spcAft>
                <a:spcPts val="400"/>
              </a:spcAft>
              <a:defRPr sz="900">
                <a:solidFill>
                  <a:srgbClr val="B4BAAE"/>
                </a:solidFill>
                <a:latin typeface="Aptos"/>
              </a:defRPr>
            </a:pPr>
            <a:r>
              <a:t>Zavuerer release addition: the catalog now includes a Zavu unified-messaging node and wrapped chat tool for SMS / WhatsApp / Telegram / Email / Voice with one configured key.</a:t>
            </a:r>
          </a:p>
          <a:p>
            <a:pPr>
              <a:spcAft>
                <a:spcPts val="400"/>
              </a:spcAft>
              <a:defRPr sz="900">
                <a:solidFill>
                  <a:srgbClr val="B4BAAE"/>
                </a:solidFill>
                <a:latin typeface="Aptos"/>
              </a:defRPr>
            </a:pPr>
            <a:r>
              <a:t>Model/config cleanup: the shipped cloud default now favors `glm-5.2:cloud`, and the latest cleanup removed a stale DB backup from the tracked surface.</a:t>
            </a:r>
          </a:p>
          <a:p>
            <a:pPr>
              <a:spcAft>
                <a:spcPts val="400"/>
              </a:spcAft>
              <a:defRPr sz="900">
                <a:solidFill>
                  <a:srgbClr val="B4BAAE"/>
                </a:solidFill>
                <a:latin typeface="Aptos"/>
              </a:defRPr>
            </a:pPr>
            <a:r>
              <a:t>Trust wave (v1.27-v1.32.0): performance 3X levers, forward-only private-data cleanup, public-release verifier hardening, and Angela López Mendoza creator/authorship stamping moved together.</a:t>
            </a:r>
          </a:p>
          <a:p>
            <a:pPr>
              <a:spcAft>
                <a:spcPts val="400"/>
              </a:spcAft>
              <a:defRPr sz="900">
                <a:solidFill>
                  <a:srgbClr val="B4BAAE"/>
                </a:solidFill>
                <a:latin typeface="Aptos"/>
              </a:defRPr>
            </a:pPr>
            <a:r>
              <a:t>Delegation wave: ACPX, Skills, External MCPs, MCP Doctor, `tlamatini_acpx.py`, and `tlamatini_mcp_server.py` keep external agents and external MCP servers in the documented operator surface.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still present in v1.33.2):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still present in v1.33.2):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83 workflow agents and 92 Multi-Turn tools (60 wrapped chat-agent + 12 ACPX/Skill + 20 core), with 27 skills.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166,471</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233,888</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446     118,922    170,527  71.4%
Markdown                 157      20,066     26,687  12.1%
JavaScript                31      15,659     19,869   9.4%
CSS                        9       5,533      6,996   3.3%
YAML                      88       1,901      4,735   1.1%
HTML                       4       1,044      1,062   0.6%
Prompt template            2         979      1,096   0.6%
PowerShell                 6         672        987   0.4%
JSON                       8         542        542   0.3%
Other text                 8         489        588   0.3%
JavaScript module          1         414        495   0.2%
Text                       5         215        242   0.1%
Protocol Buffers           1          20         33   0.0%
Batch                      1          15         29   0.0%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8,195  11,935
Tlamatini/agent/tests.py                                Python         5,485   7,119
Tlamatini/agent/tools.py                                Python         3,043   4,426
Tlamatini/agent/doc_generation/complete_project_docs.py Python         2,980   3,337
BookOfTlamatini.md                                      Markdown       2,473   3,501
Tlamatini/agent/agents/flowcreator/agentic_skill.md     Markdown       2,247   2,484
...ini/agent/static/agent/css/agentic_control_panel.css CSS            2,021   2,695
Tlamatini/agent/external_mcp_manager.py                 Python         1,841   2,252
Tlamatini/agent/chat_agent_registry.py                  Python         1,637   1,674
Tlamatini/agent/static/agent/css/agent_page.css         CSS            1,600   1,987
Tlamatini/agent/static/agent/js/agent_page_chat.js      JavaScript     1,568   2,130
Tlamatini/agent/static/agent/js/acp-agent-connectors.js JavaScript     1,487   1,660
Tlamatini/agent/static/agent/js/agent_page_init.js      JavaScript     1,460   1,725
Tlamatini/agent/static/agent/js/acp-canvas-core.js      JavaScript     1,374   1,696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the `v1.33.2` line: the tag/HEAD version identifies the Zavuerer release family while README.md, BookOfTlamatini.md, and the source inventory tables confirm the current workflow-agent, Multi-Turn-tool, and skill totals.</a:t>
            </a:r>
          </a:p>
          <a:p>
            <a:pPr>
              <a:spcAft>
                <a:spcPts val="400"/>
              </a:spcAft>
              <a:defRPr sz="900">
                <a:solidFill>
                  <a:srgbClr val="B4BAAE"/>
                </a:solidFill>
                <a:latin typeface="Aptos"/>
              </a:defRPr>
            </a:pPr>
            <a:r>
              <a:t>The current release wave is broader than a badge bump: it carries the v1.27-v1.32.0 performance/privacy/authorship work forward, adds Zavuerer as the 83rd workflow-agent type for unified Zavu messaging, then layers v1.33.2 model/config/runtime cleanup on top.</a:t>
            </a:r>
          </a:p>
          <a:p>
            <a:pPr>
              <a:spcAft>
                <a:spcPts val="400"/>
              </a:spcAft>
              <a:defRPr sz="900">
                <a:solidFill>
                  <a:srgbClr val="B4BAAE"/>
                </a:solidFill>
                <a:latin typeface="Aptos"/>
              </a:defRPr>
            </a:pPr>
            <a:r>
              <a:t>The latest handbook/source delta upgrades Image-Interpreter into a triple-model vision pipeline: `qwen3.5:cloud` and `gemma4:cloud` interpret each image in parallel on dedicated Ollama connections, then `glm-5.2:cloud` merges both reports into one structured `INI_SECTION_IMAGE_INTERPRETER` result.</a:t>
            </a:r>
          </a:p>
          <a:p>
            <a:pPr>
              <a:spcAft>
                <a:spcPts val="400"/>
              </a:spcAft>
              <a:defRPr sz="900">
                <a:solidFill>
                  <a:srgbClr val="B4BAAE"/>
                </a:solidFill>
                <a:latin typeface="Aptos"/>
              </a:defRPr>
            </a:pPr>
            <a:r>
              <a:t>The current Config -&gt; Models dialog now mirrors that triple-model reality with three Image-Interpreter fields: interpreter 1, interpreter 2, and image merger, plus safe defaults so older preserved configs are not stranded with empty required values.</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documentation pass aligns the handbook and source with the `v1.33.2` Zavuerer release line, so this dossier now carries the current unified-messaging agent story, default-model/config cleanup, performance/privacy/build/authorship background, live line-count inventory, and Agent-directory responsibility boundary instead of stale v1.26.x prose.</a:t>
            </a:r>
          </a:p>
          <a:p>
            <a:pPr>
              <a:spcAft>
                <a:spcPts val="400"/>
              </a:spcAft>
              <a:defRPr sz="900">
                <a:solidFill>
                  <a:srgbClr val="B4BAAE"/>
                </a:solidFill>
                <a:latin typeface="Aptos"/>
              </a:defRPr>
            </a:pPr>
            <a:r>
              <a:t>The config-plane UI grew another safety layer: when model/URL dialog saves materially change live runtime inputs, the chat now prompts the operator to reconnect before trusting the current session state.</a:t>
            </a:r>
          </a:p>
          <a:p>
            <a:pPr>
              <a:spcAft>
                <a:spcPts val="400"/>
              </a:spcAft>
              <a:defRPr sz="900">
                <a:solidFill>
                  <a:srgbClr val="B4BAAE"/>
                </a:solidFill>
                <a:latin typeface="Aptos"/>
              </a:defRPr>
            </a:pPr>
            <a:r>
              <a:t>The checked-in runtime defaults also moved: the shared config now points at `glm-5.2:cloud`, so the handbook and dossier need to describe the shipped cloud-first baseline honestly instead of assuming only the older local model defaults.</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2026-07-04 | 4922ab2 | Fixing config dialog, by angelahack1</a:t>
            </a:r>
          </a:p>
          <a:p>
            <a:pPr>
              <a:spcAft>
                <a:spcPts val="400"/>
              </a:spcAft>
              <a:defRPr sz="1200">
                <a:solidFill>
                  <a:srgbClr val="B4BAAE"/>
                </a:solidFill>
                <a:latin typeface="Aptos"/>
              </a:defRPr>
            </a:pPr>
            <a:r>
              <a:t>2026-07-04 | 4859ba3 | Improving a lot Image-Interpreter agent, by angelahack1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2026-07-04 | 4922ab2 | Fixing config dialog, by angelahack1</a:t>
            </a:r>
          </a:p>
          <a:p>
            <a:pPr>
              <a:spcAft>
                <a:spcPts val="400"/>
              </a:spcAft>
              <a:defRPr sz="1200">
                <a:solidFill>
                  <a:srgbClr val="B4BAAE"/>
                </a:solidFill>
                <a:latin typeface="Aptos"/>
              </a:defRPr>
            </a:pPr>
            <a:r>
              <a:t>2026-07-04 | 4859ba3 | Improving a lot Image-Interpreter agent, by angelahack1</a:t>
            </a:r>
          </a:p>
          <a:p>
            <a:pPr>
              <a:spcAft>
                <a:spcPts val="400"/>
              </a:spcAft>
              <a:defRPr sz="1200">
                <a:solidFill>
                  <a:srgbClr val="B4BAAE"/>
                </a:solidFill>
                <a:latin typeface="Aptos"/>
              </a:defRPr>
            </a:pPr>
            <a:r>
              <a:t>2026-07-04 | 35a0032 | Updating vosual documentation and defule models, by angelahack1</a:t>
            </a:r>
          </a:p>
          <a:p>
            <a:pPr>
              <a:spcAft>
                <a:spcPts val="400"/>
              </a:spcAft>
              <a:defRPr sz="1200">
                <a:solidFill>
                  <a:srgbClr val="B4BAAE"/>
                </a:solidFill>
                <a:latin typeface="Aptos"/>
              </a:defRPr>
            </a:pPr>
            <a:r>
              <a:t>2026-07-02 | ddb3dca | Eraasing some trash, by Tlamatini's-AutoBot.</a:t>
            </a:r>
          </a:p>
          <a:p>
            <a:pPr>
              <a:spcAft>
                <a:spcPts val="400"/>
              </a:spcAft>
              <a:defRPr sz="1200">
                <a:solidFill>
                  <a:srgbClr val="B4BAAE"/>
                </a:solidFill>
                <a:latin typeface="Aptos"/>
              </a:defRPr>
            </a:pPr>
            <a:r>
              <a:t>2026-07-02 | 5e5146a | Commit the usage as default model to glm-5.2:cloud, by Tlamatini's-AutoBot.</a:t>
            </a:r>
          </a:p>
          <a:p>
            <a:pPr>
              <a:spcAft>
                <a:spcPts val="400"/>
              </a:spcAft>
              <a:defRPr sz="1200">
                <a:solidFill>
                  <a:srgbClr val="B4BAAE"/>
                </a:solidFill>
                <a:latin typeface="Aptos"/>
              </a:defRPr>
            </a:pPr>
            <a:r>
              <a:t>2026-07-02 | c7d0863 | Commiting some aux changes, by Tlamatinit's-AutoBot.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GUION_VIDEO_PROMO_TLAMATINI.md
|-- install.py
|-- KIMI.md
|-- LICENSE
|-- MessagingConnectorAssistant_Design.md
|-- OllamaPricing.png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
|   |-- settings.json
|   |-- hooks/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mcp_playwright_suite.py
|       |       |-- qualify.py
|       |       |-- questions.py
|       |       |-- README.md
|       |       |-- requirements.txt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claude/
|       |-- acpx.md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apps.py
    |   |-- capability_registry.py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path_guard.py
    |   |-- prompt.pmt
    |   |-- rag_enhancements.py
    |   |-- routing.py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test_globber_agent.py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test_googler_agent.py
    |   |-- test_grepper_agent.py
    |   |-- test_image_interpreter_agent.py
    |   |-- test_instant_messaging_doctor.py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test_telegrammer_identity.py
    |   |-- test_temp_dir_policy.py
    |   |-- test_unrealer_agent.py
    |   |-- test_videoplayer_agent.py
    |   |-- test_watchdog_foreground_exemption.py
    |   |-- test_whatsapper_identity.py
    |   |-- test_whisperer_agent.py
    |   |-- test_windower_agent.py
    |   |-- test_windows_app_registration.py
    |   |-- test_zavuerer_agent.py
    |   |-- tests.py
    |   |-- tests_perf_3x.py
    |   |-- Tlamatini.md
    |   |-- tools.py
    |   |-- urls.py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videoplayer/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ShouldersUoTlamatini.png
    |   |   |-- Tlamatini AI Agentic Advisor Video.mp4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__init__.py
    |   |-- monitors/
    |   |   `-- monitor_sql.py
    |   |-- opus_client/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login.html
    |   |       `-- welcome.html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