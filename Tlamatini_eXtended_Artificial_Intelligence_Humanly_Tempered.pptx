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811</c:v>
                </c:pt>
                <c:pt idx="1">
                  <c:v>837</c:v>
                </c:pt>
                <c:pt idx="2">
                  <c:v>1229</c:v>
                </c:pt>
                <c:pt idx="3">
                  <c:v>1382</c:v>
                </c:pt>
                <c:pt idx="4">
                  <c:v>1386</c:v>
                </c:pt>
                <c:pt idx="5">
                  <c:v>2027</c:v>
                </c:pt>
                <c:pt idx="6">
                  <c:v>2319</c:v>
                </c:pt>
                <c:pt idx="7">
                  <c:v>6281</c:v>
                </c:pt>
                <c:pt idx="8">
                  <c:v>10338</c:v>
                </c:pt>
                <c:pt idx="9">
                  <c:v>13192</c:v>
                </c:pt>
                <c:pt idx="10">
                  <c:v>25421</c:v>
                </c:pt>
                <c:pt idx="11">
                  <c:v>34356</c:v>
                </c:pt>
                <c:pt idx="12">
                  <c:v>102469</c:v>
                </c:pt>
                <c:pt idx="13">
                  <c:v>225975</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54 JavaScript modules, 18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working tree remains uncommitted;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Uncommitted October 4 repairs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No commit or published release is implied.</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1.75.0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v1.75.0; latest published release v1.75.0.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working-tree changes are uncommitted. Local executables were rebuilt for the release-validation campaign.</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 build from this source still reports 1.75.0.</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the tag.</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v1.75.0 was created on 2026-10-03 and resolves to commit f7eb53ff, and the remote advertises it.</a:t>
            </a:r>
          </a:p>
          <a:p/>
          <a:p>
            <a:r>
              <a:t>The inspected source is 5 commit(s) beyond that tag (702fdb83, 76e603e0, b978dca4, b1f67642, 70aeeb87). A build from this source reports version 1.75.0, because the version string always carries the base tag and never a distance suffix.</a:t>
            </a:r>
          </a:p>
          <a:p/>
          <a:p>
            <a:r>
              <a:t>The newest release published on GitHub is v1.75.0, published 2026-10-03.</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428,023 effective lines across 1,401 text files; 550,955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1,602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 Id="rId4" Type="http://schemas.openxmlformats.org/officeDocument/2006/relationships/chart" Target="../charts/char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 Id="rId4" Type="http://schemas.openxmlformats.org/officeDocument/2006/relationships/chart" Target="../charts/char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2.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v1.75.0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4,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v1.75.0; latest published release v1.75.0.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1,602</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428,023</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Uncommitted October 4 repairs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django_port</a:t>
            </a:r>
          </a:p>
        </p:txBody>
      </p:sp>
      <p:sp>
        <p:nvSpPr>
          <p:cNvPr id="14" name="TextBox 13"/>
          <p:cNvSpPr txBox="1"/>
          <p:nvPr/>
        </p:nvSpPr>
        <p:spPr>
          <a:xfrm>
            <a:off x="4731480" y="2505456"/>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8000</a:t>
            </a:r>
          </a:p>
        </p:txBody>
      </p:sp>
      <p:sp>
        <p:nvSpPr>
          <p:cNvPr id="15" name="TextBox 14"/>
          <p:cNvSpPr txBox="1"/>
          <p:nvPr/>
        </p:nvSpPr>
        <p:spPr>
          <a:xfrm>
            <a:off x="6500734" y="2505456"/>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Web port for every launch path; fails open to 8000.</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unified_agent_max_iterations</a:t>
            </a:r>
          </a:p>
        </p:txBody>
      </p:sp>
      <p:sp>
        <p:nvSpPr>
          <p:cNvPr id="18" name="TextBox 17"/>
          <p:cNvSpPr txBox="1"/>
          <p:nvPr/>
        </p:nvSpPr>
        <p:spPr>
          <a:xfrm>
            <a:off x="4731480" y="284225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4096</a:t>
            </a:r>
          </a:p>
        </p:txBody>
      </p:sp>
      <p:sp>
        <p:nvSpPr>
          <p:cNvPr id="19" name="TextBox 18"/>
          <p:cNvSpPr txBox="1"/>
          <p:nvPr/>
        </p:nvSpPr>
        <p:spPr>
          <a:xfrm>
            <a:off x="6500734" y="284225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Upper bound on Multi-Turn tool-loop turns.</a:t>
            </a:r>
          </a:p>
        </p:txBody>
      </p:sp>
      <p:sp>
        <p:nvSpPr>
          <p:cNvPr id="20" name="TextBox 19"/>
          <p:cNvSpPr txBox="1"/>
          <p:nvPr/>
        </p:nvSpPr>
        <p:spPr>
          <a:xfrm>
            <a:off x="640080" y="317906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unified_agent_llm_step_timeout_seconds</a:t>
            </a:r>
          </a:p>
        </p:txBody>
      </p:sp>
      <p:sp>
        <p:nvSpPr>
          <p:cNvPr id="21" name="TextBox 20"/>
          <p:cNvSpPr txBox="1"/>
          <p:nvPr/>
        </p:nvSpPr>
        <p:spPr>
          <a:xfrm>
            <a:off x="4731480" y="317906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900</a:t>
            </a:r>
          </a:p>
        </p:txBody>
      </p:sp>
      <p:sp>
        <p:nvSpPr>
          <p:cNvPr id="22" name="TextBox 21"/>
          <p:cNvSpPr txBox="1"/>
          <p:nvPr/>
        </p:nvSpPr>
        <p:spPr>
          <a:xfrm>
            <a:off x="6500734" y="317906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Watchdog for one model attempt.</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llm_client_timeout_seconds</a:t>
            </a:r>
          </a:p>
        </p:txBody>
      </p:sp>
      <p:sp>
        <p:nvSpPr>
          <p:cNvPr id="25" name="TextBox 24"/>
          <p:cNvSpPr txBox="1"/>
          <p:nvPr/>
        </p:nvSpPr>
        <p:spPr>
          <a:xfrm>
            <a:off x="4731480" y="351586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600</a:t>
            </a:r>
          </a:p>
        </p:txBody>
      </p:sp>
      <p:sp>
        <p:nvSpPr>
          <p:cNvPr id="26" name="TextBox 25"/>
          <p:cNvSpPr txBox="1"/>
          <p:nvPr/>
        </p:nvSpPr>
        <p:spPr>
          <a:xfrm>
            <a:off x="6500734" y="351586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long one model call may take.</a:t>
            </a:r>
          </a:p>
        </p:txBody>
      </p:sp>
      <p:sp>
        <p:nvSpPr>
          <p:cNvPr id="27" name="TextBox 26"/>
          <p:cNvSpPr txBox="1"/>
          <p:nvPr/>
        </p:nvSpPr>
        <p:spPr>
          <a:xfrm>
            <a:off x="640080" y="385267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ollama_repeat_penalty</a:t>
            </a:r>
          </a:p>
        </p:txBody>
      </p:sp>
      <p:sp>
        <p:nvSpPr>
          <p:cNvPr id="28" name="TextBox 27"/>
          <p:cNvSpPr txBox="1"/>
          <p:nvPr/>
        </p:nvSpPr>
        <p:spPr>
          <a:xfrm>
            <a:off x="4731480" y="385267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1.2</a:t>
            </a:r>
          </a:p>
        </p:txBody>
      </p:sp>
      <p:sp>
        <p:nvSpPr>
          <p:cNvPr id="29" name="TextBox 28"/>
          <p:cNvSpPr txBox="1"/>
          <p:nvPr/>
        </p:nvSpPr>
        <p:spPr>
          <a:xfrm>
            <a:off x="6500734" y="385267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Repetition penalty; 1.9 emptied answers.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ollama_repeat_last_n</a:t>
            </a:r>
          </a:p>
        </p:txBody>
      </p:sp>
      <p:sp>
        <p:nvSpPr>
          <p:cNvPr id="32" name="TextBox 31"/>
          <p:cNvSpPr txBox="1"/>
          <p:nvPr/>
        </p:nvSpPr>
        <p:spPr>
          <a:xfrm>
            <a:off x="4731480" y="418947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256</a:t>
            </a:r>
          </a:p>
        </p:txBody>
      </p:sp>
      <p:sp>
        <p:nvSpPr>
          <p:cNvPr id="33" name="TextBox 32"/>
          <p:cNvSpPr txBox="1"/>
          <p:nvPr/>
        </p:nvSpPr>
        <p:spPr>
          <a:xfrm>
            <a:off x="6500734" y="418947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far back that penalty looks.</a:t>
            </a:r>
          </a:p>
        </p:txBody>
      </p:sp>
      <p:sp>
        <p:nvSpPr>
          <p:cNvPr id="34" name="TextBox 33"/>
          <p:cNvSpPr txBox="1"/>
          <p:nvPr/>
        </p:nvSpPr>
        <p:spPr>
          <a:xfrm>
            <a:off x="640080" y="452627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ollama_num_ctx</a:t>
            </a:r>
          </a:p>
        </p:txBody>
      </p:sp>
      <p:sp>
        <p:nvSpPr>
          <p:cNvPr id="35" name="TextBox 34"/>
          <p:cNvSpPr txBox="1"/>
          <p:nvPr/>
        </p:nvSpPr>
        <p:spPr>
          <a:xfrm>
            <a:off x="4731480" y="452627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1048576</a:t>
            </a:r>
          </a:p>
        </p:txBody>
      </p:sp>
      <p:sp>
        <p:nvSpPr>
          <p:cNvPr id="36" name="TextBox 35"/>
          <p:cNvSpPr txBox="1"/>
          <p:nvPr/>
        </p:nvSpPr>
        <p:spPr>
          <a:xfrm>
            <a:off x="6500734" y="452627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Requested context window.</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context_compact_mode</a:t>
            </a:r>
          </a:p>
        </p:txBody>
      </p:sp>
      <p:sp>
        <p:nvSpPr>
          <p:cNvPr id="39" name="TextBox 38"/>
          <p:cNvSpPr txBox="1"/>
          <p:nvPr/>
        </p:nvSpPr>
        <p:spPr>
          <a:xfrm>
            <a:off x="4731480" y="486308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auto</a:t>
            </a:r>
          </a:p>
        </p:txBody>
      </p:sp>
      <p:sp>
        <p:nvSpPr>
          <p:cNvPr id="40" name="TextBox 39"/>
          <p:cNvSpPr txBox="1"/>
          <p:nvPr/>
        </p:nvSpPr>
        <p:spPr>
          <a:xfrm>
            <a:off x="6500734" y="486308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Compact mode locks on for models that cannot hold everything.</a:t>
            </a:r>
          </a:p>
        </p:txBody>
      </p:sp>
      <p:sp>
        <p:nvSpPr>
          <p:cNvPr id="41" name="TextBox 40"/>
          <p:cNvSpPr txBox="1"/>
          <p:nvPr/>
        </p:nvSpPr>
        <p:spPr>
          <a:xfrm>
            <a:off x="640080" y="519988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binary_context_detection</a:t>
            </a:r>
          </a:p>
        </p:txBody>
      </p:sp>
      <p:sp>
        <p:nvSpPr>
          <p:cNvPr id="42" name="TextBox 41"/>
          <p:cNvSpPr txBox="1"/>
          <p:nvPr/>
        </p:nvSpPr>
        <p:spPr>
          <a:xfrm>
            <a:off x="4731480" y="519988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43" name="TextBox 42"/>
          <p:cNvSpPr txBox="1"/>
          <p:nvPr/>
        </p:nvSpPr>
        <p:spPr>
          <a:xfrm>
            <a:off x="6500734" y="519988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Screens files by content before embedding.</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console_quick_edit</a:t>
            </a:r>
          </a:p>
        </p:txBody>
      </p:sp>
      <p:sp>
        <p:nvSpPr>
          <p:cNvPr id="46" name="TextBox 45"/>
          <p:cNvSpPr txBox="1"/>
          <p:nvPr/>
        </p:nvSpPr>
        <p:spPr>
          <a:xfrm>
            <a:off x="4731480" y="553669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false</a:t>
            </a:r>
          </a:p>
        </p:txBody>
      </p:sp>
      <p:sp>
        <p:nvSpPr>
          <p:cNvPr id="47" name="TextBox 46"/>
          <p:cNvSpPr txBox="1"/>
          <p:nvPr/>
        </p:nvSpPr>
        <p:spPr>
          <a:xfrm>
            <a:off x="6500734" y="553669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Keeps a click from pausing a frozen console.</a:t>
            </a:r>
          </a:p>
        </p:txBody>
      </p:sp>
      <p:sp>
        <p:nvSpPr>
          <p:cNvPr id="48" name="TextBox 47"/>
          <p:cNvSpPr txBox="1"/>
          <p:nvPr/>
        </p:nvSpPr>
        <p:spPr>
          <a:xfrm>
            <a:off x="640080" y="587349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runtime_autoprovision</a:t>
            </a:r>
          </a:p>
        </p:txBody>
      </p:sp>
      <p:sp>
        <p:nvSpPr>
          <p:cNvPr id="49" name="TextBox 48"/>
          <p:cNvSpPr txBox="1"/>
          <p:nvPr/>
        </p:nvSpPr>
        <p:spPr>
          <a:xfrm>
            <a:off x="4731480" y="587349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50" name="TextBox 49"/>
          <p:cNvSpPr txBox="1"/>
          <p:nvPr/>
        </p:nvSpPr>
        <p:spPr>
          <a:xfrm>
            <a:off x="6500734" y="587349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Lets MCP servers provision Node or uv privately.</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v1.75.0; latest published release v1.75.0.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SOURCE CHANGES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working-tree changes are uncommitted. Local executables were rebuilt for the release-validation campaign.</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 status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Uncommitted changes; local main and uninstaller builds receive separate acceptance checks.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 MAIN, AFTER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 build from this source still reports 1.75.0.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the tag.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v1.75.0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v1.75.0 resolves to </a:t>
            </a:r>
            <a:r>
              <a:rPr sz="1300" b="0" i="0">
                <a:solidFill>
                  <a:srgbClr val="E2B462"/>
                </a:solidFill>
                <a:latin typeface="Consolas"/>
              </a:rPr>
              <a:t>f7eb53ff</a:t>
            </a:r>
            <a:r>
              <a:rPr sz="1400" b="0" i="0">
                <a:solidFill>
                  <a:srgbClr val="A7B2B0"/>
                </a:solidFill>
                <a:latin typeface="Segoe UI"/>
              </a:rPr>
              <a:t>, created 2026-10-03.</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newer commit(s); a build from them still reports 1.75.0.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v1.75.0.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1.75.0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 → f7eb53ff (2026-10-03)</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702fdb83 (5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702fdb83 · 2026-10-03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1.75.0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1,602</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39</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1,401</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550,955</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428,023</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54 · 18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428,023 effective lines across 1,401 text files; 550,955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797</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319,944</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225,975</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52.8%</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102,469</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23.9%</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45,404</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34,356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77</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32,046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25,421</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16,463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13,192</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2,319</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2,628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2,027</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1,529</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1,386</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1,439</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1,401</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550,955</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428,023</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1,270</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316,976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1,401</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428,023</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3,510</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3,197</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2,471</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2,016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1,812</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1,803</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69079"/>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702fdb83</a:t>
            </a:r>
          </a:p>
        </p:txBody>
      </p:sp>
      <p:sp>
        <p:nvSpPr>
          <p:cNvPr id="14" name="TextBox 13"/>
          <p:cNvSpPr txBox="1"/>
          <p:nvPr/>
        </p:nvSpPr>
        <p:spPr>
          <a:xfrm>
            <a:off x="1967020" y="2505456"/>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5" name="TextBox 14"/>
          <p:cNvSpPr txBox="1"/>
          <p:nvPr/>
        </p:nvSpPr>
        <p:spPr>
          <a:xfrm>
            <a:off x="3515118" y="2505456"/>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Refreshing the PDF and PPTX dossier, making its PowerPoint check wait for the foreground, and correcting every document that still called v1.75.0 unpublished, by Claude</a:t>
            </a:r>
          </a:p>
        </p:txBody>
      </p:sp>
      <p:sp>
        <p:nvSpPr>
          <p:cNvPr id="16" name="Rectangle 15"/>
          <p:cNvSpPr/>
          <p:nvPr/>
        </p:nvSpPr>
        <p:spPr>
          <a:xfrm>
            <a:off x="585216" y="2950464"/>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87040"/>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76e603e0</a:t>
            </a:r>
          </a:p>
        </p:txBody>
      </p:sp>
      <p:sp>
        <p:nvSpPr>
          <p:cNvPr id="18" name="TextBox 17"/>
          <p:cNvSpPr txBox="1"/>
          <p:nvPr/>
        </p:nvSpPr>
        <p:spPr>
          <a:xfrm>
            <a:off x="1967020" y="2987040"/>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9" name="TextBox 18"/>
          <p:cNvSpPr txBox="1"/>
          <p:nvPr/>
        </p:nvSpPr>
        <p:spPr>
          <a:xfrm>
            <a:off x="3515118" y="2987040"/>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Splitting the Prompt Flow Panel's User Commentary into a static note and a separate User Input step, then sweeping the source and every Markdown document so they tell the truth, by Codex and Claude</a:t>
            </a:r>
          </a:p>
        </p:txBody>
      </p:sp>
      <p:sp>
        <p:nvSpPr>
          <p:cNvPr id="20" name="TextBox 19"/>
          <p:cNvSpPr txBox="1"/>
          <p:nvPr/>
        </p:nvSpPr>
        <p:spPr>
          <a:xfrm>
            <a:off x="640080" y="346862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b978dca4</a:t>
            </a:r>
          </a:p>
        </p:txBody>
      </p:sp>
      <p:sp>
        <p:nvSpPr>
          <p:cNvPr id="21" name="TextBox 20"/>
          <p:cNvSpPr txBox="1"/>
          <p:nvPr/>
        </p:nvSpPr>
        <p:spPr>
          <a:xfrm>
            <a:off x="1967020" y="346862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2" name="TextBox 21"/>
          <p:cNvSpPr txBox="1"/>
          <p:nvPr/>
        </p:nvSpPr>
        <p:spPr>
          <a:xfrm>
            <a:off x="3515118" y="346862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document to v1.75.0 and documenting the Compact-mode and Self-modify switches, with the PDF and PPTX dossier regenerated, by Claude</a:t>
            </a:r>
          </a:p>
        </p:txBody>
      </p:sp>
      <p:sp>
        <p:nvSpPr>
          <p:cNvPr id="23" name="Rectangle 22"/>
          <p:cNvSpPr/>
          <p:nvPr/>
        </p:nvSpPr>
        <p:spPr>
          <a:xfrm>
            <a:off x="585216" y="3913631"/>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50207"/>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b1f67642</a:t>
            </a:r>
          </a:p>
        </p:txBody>
      </p:sp>
      <p:sp>
        <p:nvSpPr>
          <p:cNvPr id="25" name="TextBox 24"/>
          <p:cNvSpPr txBox="1"/>
          <p:nvPr/>
        </p:nvSpPr>
        <p:spPr>
          <a:xfrm>
            <a:off x="1967020" y="3950207"/>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6" name="TextBox 25"/>
          <p:cNvSpPr txBox="1"/>
          <p:nvPr/>
        </p:nvSpPr>
        <p:spPr>
          <a:xfrm>
            <a:off x="3515118" y="3950207"/>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Never sending an Ollama request more than four stop sequences, and never letting a failed chat-history summary fail the answer, by Claude</a:t>
            </a:r>
          </a:p>
        </p:txBody>
      </p:sp>
      <p:sp>
        <p:nvSpPr>
          <p:cNvPr id="27" name="TextBox 26"/>
          <p:cNvSpPr txBox="1"/>
          <p:nvPr/>
        </p:nvSpPr>
        <p:spPr>
          <a:xfrm>
            <a:off x="640080" y="4431791"/>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70aeeb87</a:t>
            </a:r>
          </a:p>
        </p:txBody>
      </p:sp>
      <p:sp>
        <p:nvSpPr>
          <p:cNvPr id="28" name="TextBox 27"/>
          <p:cNvSpPr txBox="1"/>
          <p:nvPr/>
        </p:nvSpPr>
        <p:spPr>
          <a:xfrm>
            <a:off x="1967020" y="4431791"/>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9" name="TextBox 28"/>
          <p:cNvSpPr txBox="1"/>
          <p:nvPr/>
        </p:nvSpPr>
        <p:spPr>
          <a:xfrm>
            <a:off x="3515118" y="4431791"/>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Self-modify a real switch: the box shows only where self-modify exists (always in dev), locks OFF when the model cannot hold the self-knowledge, and saves ~28.9K tokens per request when OFF, by Claude</a:t>
            </a:r>
          </a:p>
        </p:txBody>
      </p:sp>
      <p:sp>
        <p:nvSpPr>
          <p:cNvPr id="30" name="Rectangle 29"/>
          <p:cNvSpPr/>
          <p:nvPr/>
        </p:nvSpPr>
        <p:spPr>
          <a:xfrm>
            <a:off x="585216" y="4876799"/>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913375"/>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f7eb53ff</a:t>
            </a:r>
          </a:p>
        </p:txBody>
      </p:sp>
      <p:sp>
        <p:nvSpPr>
          <p:cNvPr id="32" name="TextBox 31"/>
          <p:cNvSpPr txBox="1"/>
          <p:nvPr/>
        </p:nvSpPr>
        <p:spPr>
          <a:xfrm>
            <a:off x="1967020" y="4913375"/>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33" name="TextBox 32"/>
          <p:cNvSpPr txBox="1"/>
          <p:nvPr/>
        </p:nvSpPr>
        <p:spPr>
          <a:xfrm>
            <a:off x="3515118" y="4913375"/>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Compact mode a real checkbox: it unticks the real Configure rows, locks ON for a small model, prices every row, and warns when a request is cut, by Claude</a:t>
            </a:r>
          </a:p>
        </p:txBody>
      </p:sp>
      <p:sp>
        <p:nvSpPr>
          <p:cNvPr id="34" name="TextBox 33"/>
          <p:cNvSpPr txBox="1"/>
          <p:nvPr/>
        </p:nvSpPr>
        <p:spPr>
          <a:xfrm>
            <a:off x="640080" y="5394959"/>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587b5261</a:t>
            </a:r>
          </a:p>
        </p:txBody>
      </p:sp>
      <p:sp>
        <p:nvSpPr>
          <p:cNvPr id="35" name="TextBox 34"/>
          <p:cNvSpPr txBox="1"/>
          <p:nvPr/>
        </p:nvSpPr>
        <p:spPr>
          <a:xfrm>
            <a:off x="1967020" y="5394959"/>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36" name="TextBox 35"/>
          <p:cNvSpPr txBox="1"/>
          <p:nvPr/>
        </p:nvSpPr>
        <p:spPr>
          <a:xfrm>
            <a:off x="3515118" y="5394959"/>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visual documentation to v1.74.0: Compact mode, model lists from the configured Ollama, readable tables, and a visible walkthrough of every page and slide, by Claude</a:t>
            </a:r>
          </a:p>
        </p:txBody>
      </p:sp>
      <p:sp>
        <p:nvSpPr>
          <p:cNvPr id="37" name="Rectangle 36"/>
          <p:cNvSpPr/>
          <p:nvPr/>
        </p:nvSpPr>
        <p:spPr>
          <a:xfrm>
            <a:off x="585216" y="5839967"/>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876543"/>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ad9f5f05</a:t>
            </a:r>
          </a:p>
        </p:txBody>
      </p:sp>
      <p:sp>
        <p:nvSpPr>
          <p:cNvPr id="39" name="TextBox 38"/>
          <p:cNvSpPr txBox="1"/>
          <p:nvPr/>
        </p:nvSpPr>
        <p:spPr>
          <a:xfrm>
            <a:off x="1967020" y="5876543"/>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40" name="TextBox 39"/>
          <p:cNvSpPr txBox="1"/>
          <p:nvPr/>
        </p:nvSpPr>
        <p:spPr>
          <a:xfrm>
            <a:off x="3515118" y="5876543"/>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Markdown to v1.74.0,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569464"/>
          </a:xfrm>
          <a:prstGeom prst="roundRect">
            <a:avLst>
              <a:gd name="adj" fmla="val 28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c1fadb90</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2026-10-01</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every request fit the model it is sent to: Compact mode for small models, the complete context for big ones, and readable answer tables, by Claude</a:t>
            </a:r>
          </a:p>
        </p:txBody>
      </p:sp>
      <p:sp>
        <p:nvSpPr>
          <p:cNvPr id="16" name="Rectangle 15"/>
          <p:cNvSpPr/>
          <p:nvPr/>
        </p:nvSpPr>
        <p:spPr>
          <a:xfrm>
            <a:off x="585216" y="30723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9fafc321</a:t>
            </a:r>
          </a:p>
        </p:txBody>
      </p:sp>
      <p:sp>
        <p:nvSpPr>
          <p:cNvPr id="18" name="TextBox 17"/>
          <p:cNvSpPr txBox="1"/>
          <p:nvPr/>
        </p:nvSpPr>
        <p:spPr>
          <a:xfrm>
            <a:off x="1967020" y="31089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2026-10-01</a:t>
            </a:r>
          </a:p>
        </p:txBody>
      </p:sp>
      <p:sp>
        <p:nvSpPr>
          <p:cNvPr id="19" name="TextBox 18"/>
          <p:cNvSpPr txBox="1"/>
          <p:nvPr/>
        </p:nvSpPr>
        <p:spPr>
          <a:xfrm>
            <a:off x="3515118" y="31089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v1.73.1, by angelahack1</a:t>
            </a:r>
          </a:p>
        </p:txBody>
      </p:sp>
      <p:sp>
        <p:nvSpPr>
          <p:cNvPr id="20" name="TextBox 19"/>
          <p:cNvSpPr txBox="1"/>
          <p:nvPr/>
        </p:nvSpPr>
        <p:spPr>
          <a:xfrm>
            <a:off x="640080" y="3483864"/>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757b0edc</a:t>
            </a:r>
          </a:p>
        </p:txBody>
      </p:sp>
      <p:sp>
        <p:nvSpPr>
          <p:cNvPr id="21" name="TextBox 20"/>
          <p:cNvSpPr txBox="1"/>
          <p:nvPr/>
        </p:nvSpPr>
        <p:spPr>
          <a:xfrm>
            <a:off x="1967020" y="3483864"/>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2026-10-01</a:t>
            </a:r>
          </a:p>
        </p:txBody>
      </p:sp>
      <p:sp>
        <p:nvSpPr>
          <p:cNvPr id="22" name="TextBox 21"/>
          <p:cNvSpPr txBox="1"/>
          <p:nvPr/>
        </p:nvSpPr>
        <p:spPr>
          <a:xfrm>
            <a:off x="3515118" y="3483864"/>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Config &gt; Models ask the configured Ollama with its token, not the browser's local one, by Claude</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938770fd</a:t>
            </a:r>
          </a:p>
        </p:txBody>
      </p:sp>
      <p:sp>
        <p:nvSpPr>
          <p:cNvPr id="25" name="TextBox 24"/>
          <p:cNvSpPr txBox="1"/>
          <p:nvPr/>
        </p:nvSpPr>
        <p:spPr>
          <a:xfrm>
            <a:off x="1967020" y="40873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26" name="TextBox 25"/>
          <p:cNvSpPr txBox="1"/>
          <p:nvPr/>
        </p:nvSpPr>
        <p:spPr>
          <a:xfrm>
            <a:off x="3515118" y="4087368"/>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Drop test check the context ring: after each drop the ring shows a new REAL count, and it ends lower, by Claude</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1,602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702fdb83;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4, 2026  ·  commit 702fdb83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1.75.0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