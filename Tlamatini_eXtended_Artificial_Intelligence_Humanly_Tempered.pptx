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60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89,121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11, 2026 10:56 PM UTC-0600 at HEAD fb1b390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Multi-Turn is enabled, the global planner selects context and tool stages before the executor binds only the relevant tools.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60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fb1b390 - Updating documentation respect config plane, and some others light improvements,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11, 2026 10:56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14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89,121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120,783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246      60,054     83,283  67.4%
JavaScript                27      11,619     14,729  13.0%
Markdown                  47      10,318     13,132  11.6%
CSS                        5       2,934      3,668   3.3%
YAML                      63         911      2,061   1.0%
Other text                 3         780        957   0.9%
HTML                       4         723        741   0.8%
PowerShell                 5         506        752   0.6%
Prompt template            2         403        477   0.5%
JSON                       5         381        381   0.4%
JavaScript module          1         344        411   0.4%
Text                       4         115        134   0.1%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6,402   9,201
Tlamatini/agent/tests.py                                Python         3,886   4,963
Tlamatini/agent/tools.py                                Python         2,201   3,094
Tlamatini/agent/agents/flowcreator/agentic_skill.md     Markdown       1,778   1,981
...ini/agent/static/agent/css/agentic_control_panel.css CSS            1,631   2,140
BookOfTlamatini.md                                      Markdown       1,474   2,042
Tlamatini/agent/doc_generation/complete_project_docs.py Python         1,281   1,460
Tlamatini/agent/static/agent/js/acp-canvas-core.js      JavaScript     1,256   1,566
Tlamatini/agent/consumers.py                            Python         1,096   1,318
Tlamatini/agent/static/agent/js/acp-agent-connectors.js JavaScript     1,073   1,211
Tlamatini/agent/static/agent/css/agent_page.css         CSS            1,050   1,237
Tlamatini/agent/agents/whatstlamatini/whatstlamatini.py Python         1,044   1,300
Tlamatini/agent/static/agent/js/acp-control-buttons.js  JavaScript     1,036   1,344
Tlamatini/agent/acpx/tests.py                           Python         1,035   1,299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Last 2 Days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2-day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during the last 2 days,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THE LAST 2 DAYS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2-Day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fb1b390 | Updating documentation respect config plane, and some others light improvements,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484b8ec | Fixing initial loading status lock on initial context-load stage,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ac747e3 | Implement configuration on GUI!!,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b286cd6 | Improving dialog layout/size of "Configure MCPs",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1e62faa | Improving window vertical bar in agent_page,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install.py
|-- KIMI.md
|-- LICENSE
|-- package.json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
|-- uninstall.py
|-- unregister_flw.ps1
|-- .codex/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
    |       `-- create_new_agent.md
    |-- .mcps/
    |   `-- create_new_mcp.md
    |-- agent/
    |   |-- __init__.py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filesearch.proto
    |   |-- filesearch_pb2.py
    |   |-- filesearch_pb2_grpc.py
    |   |-- global_execution_planner.py
    |   |-- global_state.py
    |   |-- inet_determiner.py
    |   |-- mcp_agent.py
    |   |-- mcp_files_search_client.py
    |   |-- mcp_files_search_server.py
    |   |-- mcp_system_client.py
    |   |-- mcp_system_server.py
    |   |-- models.py
    |   |-- path_guard.py
    |   |-- prompt.pmt
    |   |-- rag_enhancements.py
    |   |-- routing.py
    |   |-- test_flow_contracts.py
    |   |-- test_password_quoting.py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tests.py
    |   |-- tools.py
    |   |-- urls.py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`-- __init__.py
    |   |-- monitors/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`-- tools_dialog.js
    |   |       |-- sounds/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