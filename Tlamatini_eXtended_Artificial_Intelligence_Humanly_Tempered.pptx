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762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76200" tIns="12700" bIns="12700">
            <a:normAutofit/>
          </a:bodyPr>
          <a:lstStyle/>
          <a:p>
            <a:pPr algn="l"/>
            <a:r>
              <a:rPr sz="1700" b="0">
                <a:solidFill>
                  <a:srgbClr val="B4BAAE"/>
                </a:solidFill>
                <a:latin typeface="Aptos"/>
              </a:rPr>
              <a:t>Self-hosted AI developer assistant (cloud LLMs by default) with RAG, Multi-Turn orchestration, 89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1500</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89</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762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76200" tIns="12700" bIns="12700">
            <a:normAutofit/>
          </a:bodyPr>
          <a:lstStyle/>
          <a:p>
            <a:pPr algn="l"/>
            <a:r>
              <a:rPr sz="2000" b="1">
                <a:solidFill>
                  <a:srgbClr val="E8E8DE"/>
                </a:solidFill>
                <a:latin typeface="Aptos"/>
              </a:rPr>
              <a:t>379,594</a:t>
            </a:r>
          </a:p>
        </p:txBody>
      </p:sp>
      <p:sp>
        <p:nvSpPr>
          <p:cNvPr id="20" name="TextBox 19"/>
          <p:cNvSpPr txBox="1"/>
          <p:nvPr/>
        </p:nvSpPr>
        <p:spPr>
          <a:xfrm>
            <a:off x="822960" y="5138928"/>
            <a:ext cx="5669280" cy="292608"/>
          </a:xfrm>
          <a:prstGeom prst="rect">
            <a:avLst/>
          </a:prstGeom>
          <a:noFill/>
        </p:spPr>
        <p:txBody>
          <a:bodyPr wrap="square" anchor="t" lIns="12700" rIns="76200" tIns="12700" bIns="12700">
            <a:normAutofit/>
          </a:bodyPr>
          <a:lstStyle/>
          <a:p>
            <a:pPr algn="l"/>
            <a:r>
              <a:rPr sz="1000" b="1">
                <a:solidFill>
                  <a:srgbClr val="C48052"/>
                </a:solidFill>
                <a:latin typeface="Aptos"/>
              </a:rPr>
              <a:t>Created by Angela López Mendoza · @angelahack1</a:t>
            </a:r>
          </a:p>
        </p:txBody>
      </p:sp>
      <p:sp>
        <p:nvSpPr>
          <p:cNvPr id="21" name="TextBox 20"/>
          <p:cNvSpPr txBox="1"/>
          <p:nvPr/>
        </p:nvSpPr>
        <p:spPr>
          <a:xfrm>
            <a:off x="822960" y="5806440"/>
            <a:ext cx="5669280" cy="292608"/>
          </a:xfrm>
          <a:prstGeom prst="rect">
            <a:avLst/>
          </a:prstGeom>
          <a:noFill/>
        </p:spPr>
        <p:txBody>
          <a:bodyPr wrap="square" anchor="t" lIns="12700" rIns="76200" tIns="12700" bIns="12700">
            <a:normAutofit/>
          </a:bodyPr>
          <a:lstStyle/>
          <a:p>
            <a:pPr algn="l"/>
            <a:r>
              <a:rPr sz="900" b="0">
                <a:solidFill>
                  <a:srgbClr val="B4BAAE"/>
                </a:solidFill>
                <a:latin typeface="Aptos"/>
              </a:rPr>
              <a:t>Generated September 16, 2026 04:39 PM UTC-0600 at HEAD cae78c3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Answers codebase questions with file/directory context and reads PDFs in the canvas. Use as context indexes the whole PDF, with optional Image-Interpreter analysis.</a:t>
            </a:r>
          </a:p>
          <a:p>
            <a:pPr>
              <a:spcAft>
                <a:spcPts val="400"/>
              </a:spcAft>
              <a:defRPr sz="1200">
                <a:solidFill>
                  <a:srgbClr val="B4BAAE"/>
                </a:solidFill>
                <a:latin typeface="Aptos"/>
              </a:defRPr>
            </a:pPr>
            <a:r>
              <a:t>Uses hybrid retrieval to extract metadata, split content, rank source chunks, and respect context budgets.</a:t>
            </a:r>
          </a:p>
          <a:p>
            <a:pPr>
              <a:spcAft>
                <a:spcPts val="400"/>
              </a:spcAft>
              <a:defRPr sz="12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4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4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4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4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14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14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manage real desktop windows by title: focus them, tile them, resize them, list them, and close them deterministically through Win32 calls.</a:t>
            </a:r>
          </a:p>
          <a:p>
            <a:pPr>
              <a:spcAft>
                <a:spcPts val="400"/>
              </a:spcAft>
              <a:defRPr sz="14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4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drive a live Unreal Engine 5 editor through the Unreal MCP plugin, from either Multi-Turn chat or the visual workflow canvas.</a:t>
            </a:r>
          </a:p>
          <a:p>
            <a:pPr>
              <a:spcAft>
                <a:spcPts val="400"/>
              </a:spcAft>
              <a:defRPr sz="14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4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4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4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 PDF preparation supplies a complete private text/image index through a user-bound signed token; normal retrieval and model limits still apply.</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13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13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13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13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13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12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762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V1.10.0 SAFETY MODIFIER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Introduced in `v1.10.0` and still part of the current release,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V1.11.0 UNINSTALL INTEGRATION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Introduced in `v1.11.0` and still carried by the current release, the frozen install behaves like a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V1.62.0-3-GCAE78C3</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Identity and Runtime Foundations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v1.62.0 resolves to 814cd9a. Current source HEAD is cae78c3, 3 commits beyond that tag. Fetched origin/main resolves to cae78c3. Runtime version resolution remains Git/build-derived. A source revision beyond the tag is not a new tagged release.</a:t>
            </a:r>
          </a:p>
          <a:p>
            <a:pPr>
              <a:spcAft>
                <a:spcPts val="400"/>
              </a:spcAft>
              <a:defRPr sz="1000">
                <a:solidFill>
                  <a:srgbClr val="B4BAAE"/>
                </a:solidFill>
                <a:latin typeface="Aptos"/>
              </a:defRPr>
            </a:pPr>
            <a:r>
              <a:t>Commit `c8cf369` makes console output non-blocking. `manage.py::_ConsoleWriter` drains a bounded 10,000-chunk queue on one daemon thread, while `_TeeStream` writes `tlamatini.log` first on the caller thread. Frozen builds ship `console_quick_edit: false`; source runs leave the developer's terminal mode untouched. Ctrl+C is forced on, verified after the mode change, and the original mode is restored if that bit does not survive. The 600-line `agent/test_console_shield.py` contains 28 focused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same commit adds the 92-line `welcome_enter_default.js`: the existing Go to Chat link receives focus after login, while a guarded document fallback handles plain Enter only when no button, link, input, or editable element already owns it. Modifier chords, IME composition, claimed events, missing links, and failed focus all fail open. The earlier `00ecdc9` shim still centralizes correct `.exe`, Python, `.cmd`, and `.bat` startup across ACPX and runtime provisioning.</a:t>
            </a:r>
          </a:p>
          <a:p>
            <a:pPr>
              <a:spcAft>
                <a:spcPts val="400"/>
              </a:spcAft>
              <a:defRPr sz="1000">
                <a:solidFill>
                  <a:srgbClr val="B4BAAE"/>
                </a:solidFill>
                <a:latin typeface="Aptos"/>
              </a:defRPr>
            </a:pPr>
            <a:r>
              <a:t>The shared v1.51.2/v1.51.3 tag commit adds `agent/acpx/child_health.py`, live readiness probes, named non-delivery verdicts, and transport overrides. PDFer's upgrade and v1.51.1 program/snippet collision repair remain carried. The repository facts section derives current agent, tool, frontend and migration counts directly from source.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V1.48.16 - V1.48.17 SAFETY LINEAGE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captures the whole desktop by default, supports an exact basename, and emits physical capture bounds, analyzed-image dimensions, monitor geometry and capture time. Unproven geometry is marked unknown. Mouser maps explicit physical/window/screenshot coordinates and rejects ambiguous targets; Keyboarder binds checked Unicode SendInput to a window and stops on focus loss. Input delivery is distinct from verified application success.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FlowCreator selects from all 89 installed agents, then uses selected guide sections and current configuration/connection contracts. It validates references, branch slots, singleton wiring and Parametrizer mappings, supports bounded repair, and reports failure if the .flw cannot be written. The generated catalog exports field types rather than local configuration values, and deployment refreshes runtime knowledge.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Published inventory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Since the last committed dossier revision, the inspected checkout adds 358 files including 55 untracked working additions. The delta removes 20 paths (including pending deletions), with 0 under output/. The current tracked output inventory has 0 files. Local leftovers never establish publication.</a:t>
            </a:r>
          </a:p>
          <a:p>
            <a:pPr>
              <a:spcAft>
                <a:spcPts val="400"/>
              </a:spcAft>
              <a:defRPr sz="1100">
                <a:solidFill>
                  <a:srgbClr val="B4BAAE"/>
                </a:solidFill>
                <a:latin typeface="Aptos"/>
              </a:defRPr>
            </a:pPr>
            <a:r>
              <a:t>New assets include PDF context services, three application JS modules, two CSS files, the viewer HTML, vendored PDF.js resources, a PyMuPDF hook, two contract guides and reproducible test/vendoring sources. Pending additions include the no-CDN frontend and runtime-release gates. Six gallery MP4s were removed upstream. Binary fonts, character maps, decoders and media have no line count.</a:t>
            </a:r>
          </a:p>
          <a:p>
            <a:pPr>
              <a:spcAft>
                <a:spcPts val="400"/>
              </a:spcAft>
              <a:defRPr sz="1100">
                <a:solidFill>
                  <a:srgbClr val="B4BAAE"/>
                </a:solidFill>
                <a:latin typeface="Aptos"/>
              </a:defRPr>
            </a:pPr>
            <a:r>
              <a:t>Current inventory: 1,445 tracked plus 55 pending files, 490,304 physical text lines, 379,594 effective lines, and 256 binary assets. Counts include source and documentation plus vendored third-party code. Ignored galleries, caches and runtime state are excluded. 14 index paths are absent from disk and excluded from line/binary totals. Config values are never reproduced.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Source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Changes after dossier commit f3138d4 are listed in the Git appendix. PDF reading/context and revised build/update carriage join the whole-system coverage. The tag and later source commits are distinguished. Runtime avatar JPGs remain tracked despite the earlier removal of the old output corpus.</a:t>
            </a:r>
          </a:p>
          <a:p>
            <a:pPr>
              <a:spcAft>
                <a:spcPts val="400"/>
              </a:spcAft>
              <a:defRPr sz="1000">
                <a:solidFill>
                  <a:srgbClr val="B4BAAE"/>
                </a:solidFill>
                <a:latin typeface="Aptos"/>
              </a:defRPr>
            </a:pPr>
            <a:r>
              <a:t>Git history at 46a18c8 retains the older atomic-renderer report: 313 transitions, 10,609 paints, minimum coverage 100%, reported clean=True. It describes that earlier renderer, not a fresh canvas verification. No automated tests were executed for this refresh, as requested. Document rendering and layout inspection are the only new visual evidence.</a:t>
            </a:r>
          </a:p>
          <a:p>
            <a:pPr>
              <a:spcAft>
                <a:spcPts val="400"/>
              </a:spcAft>
              <a:defRPr sz="1000">
                <a:solidFill>
                  <a:srgbClr val="B4BAAE"/>
                </a:solidFill>
                <a:latin typeface="Aptos"/>
              </a:defRPr>
            </a:pPr>
            <a:r>
              <a:t>Handbook reconciliation: active 108-tool/66-wrapper labels lag the 109/67 source counts. Old totals/output links, Django 5.2.4 versus pinned 5.2.15, and atomic-avatar prose remain stale. Book retains 1.60.0 runtime examples, an incomplete uninstall section and contradictory ESP32 embedding prose. Its new PDF search claim has no dedicated find controller/UI in the current viewer. Source and Git determine this dossier.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 Canvas Reading</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Open or Reopen accepts PDF beside ordinary text files. The isolated PDF.js frame supports selectable text, page navigation, fit width/page, zoom, rotation and continuous/single-page scrolling. Password entry stays in the viewer.</a:t>
            </a:r>
          </a:p>
          <a:p>
            <a:pPr>
              <a:spcAft>
                <a:spcPts val="400"/>
              </a:spcAft>
              <a:defRPr sz="1300">
                <a:solidFill>
                  <a:srgbClr val="B4BAAE"/>
                </a:solidFill>
                <a:latin typeface="Aptos"/>
              </a:defRPr>
            </a:pPr>
            <a:r>
              <a:t>Copy extracts selectable text from every page and reports image-only scans. Save As returns the original PDF bytes. Clear, text selection or generated text removes the frame and worker. Generation checks reject stale asynchronous reads.</a:t>
            </a:r>
          </a:p>
          <a:p>
            <a:pPr>
              <a:spcAft>
                <a:spcPts val="400"/>
              </a:spcAft>
              <a:defRPr sz="1300">
                <a:solidFill>
                  <a:srgbClr val="B4BAAE"/>
                </a:solidFill>
                <a:latin typeface="Aptos"/>
              </a:defRPr>
            </a:pPr>
            <a:r>
              <a:t>Opening uses File.slice range requests of 256 KiB with streaming and auto-fetch disabled. It uploads no document and invokes no model. There is no application size/page cutoff, but memory, disk and document complexity still limit capacity.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Visible/nearby pages render within an 8-megapixel canvas budget and 16,384-pixel dimension limit. Above 10,000 pages PDF.js selects single-page scrolling. Copying all text still allocates that text in memory. These are policies, not unlimited capacity.</a:t>
            </a:r>
          </a:p>
          <a:p>
            <a:pPr>
              <a:spcAft>
                <a:spcPts val="400"/>
              </a:spcAft>
              <a:defRPr sz="1300">
                <a:solidFill>
                  <a:srgbClr val="B4BAAE"/>
                </a:solidFill>
                <a:latin typeface="Aptos"/>
              </a:defRPr>
            </a:pPr>
            <a:r>
              <a:t>Divider pointer capture survives movement across the PDF frame. Release, cancelled touch, lost capture and focus loss end resizing. Keyboard resizing remains. The frame bridge checks source window, same origin and a fixed channel.</a:t>
            </a:r>
          </a:p>
          <a:p>
            <a:pPr>
              <a:spcAft>
                <a:spcPts val="400"/>
              </a:spcAft>
              <a:defRPr sz="1300">
                <a:solidFill>
                  <a:srgbClr val="B4BAAE"/>
                </a:solidFill>
                <a:latin typeface="Aptos"/>
              </a:defRPr>
            </a:pPr>
            <a:r>
              <a:t>Source: agent_page_pdf.js, pdf_canvas_viewer.js and pdf/canvas.html. PDF scripting is disabled. The custom toolbar has no find/search control or PDFFindController wiring, despite search wording in the handbooks. This refresh does not add one.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Whole-Document PDF Context</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Use as context first opens an options dialog. Process images starts unchecked every time. Continue is required before upload or preparation. Earlier Cancel, Escape or close leaves the existing context unchanged.</a:t>
            </a:r>
          </a:p>
          <a:p>
            <a:pPr>
              <a:spcAft>
                <a:spcPts val="400"/>
              </a:spcAft>
              <a:defRPr sz="1200">
                <a:solidFill>
                  <a:srgbClr val="B4BAAE"/>
                </a:solidFill>
                <a:latin typeface="Aptos"/>
              </a:defRPr>
            </a:pPr>
            <a:r>
              <a:t>Text-only extracts every page with PyMuPDF and skips rendering, image extraction and vision calls. A scan without selectable text refuses with an image-mode hint. Mixed documents mark pages without text. Each mode keeps a separate cache.</a:t>
            </a:r>
          </a:p>
          <a:p>
            <a:pPr>
              <a:spcAft>
                <a:spcPts val="400"/>
              </a:spcAft>
              <a:defRPr sz="1200">
                <a:solidFill>
                  <a:srgbClr val="B4BAAE"/>
                </a:solidFill>
                <a:latin typeface="Aptos"/>
              </a:defRPr>
            </a:pPr>
            <a:r>
              <a:t>Image mode renders every page preview and extracts unique embedded images. The saved Image-Interpreter configuration drives two parallel vision calls and a merger for each artifact. PDF-specific instructions request OCR, chart/table interpretation and explicit uncertainty. Configured model services may be remote.</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Continue uploads to the configured Tlamatini server, which can be reached over LAN. A serial background queue prepares source.pdf, document.txt and optional images/reports under context_files/pdf_canvas/&lt;user-id&gt;/&lt;document-id&gt;/. Login, CSRF, method guards and user-bound signed tokens protect prepare/status/cancel and RAG handoff.</a:t>
            </a:r>
          </a:p>
          <a:p>
            <a:pPr>
              <a:spcAft>
                <a:spcPts val="400"/>
              </a:spcAft>
              <a:defRPr sz="1100">
                <a:solidFill>
                  <a:srgbClr val="B4BAAE"/>
                </a:solidFill>
                <a:latin typeface="Aptos"/>
              </a:defRPr>
            </a:pPr>
            <a:r>
              <a:t>All extracted text and complete image reports remain in the index. Normal RAG retrieval and model context limits still govern each answer. Reading the full index does not mean sending every page to the model on every turn. Text-only preparation needs no vision service, but later RAG/chat uses the configured services.</a:t>
            </a:r>
          </a:p>
          <a:p>
            <a:pPr>
              <a:spcAft>
                <a:spcPts val="400"/>
              </a:spcAft>
              <a:defRPr sz="1100">
                <a:solidFill>
                  <a:srgbClr val="B4BAAE"/>
                </a:solidFill>
                <a:latin typeface="Aptos"/>
              </a:defRPr>
            </a:pPr>
            <a:r>
              <a:t>Successful packages persist for session restoration. Failed/cancelled preparation removes its own incomplete package and upload staging. Passwords stay in parsing memory, outside storage/context/logs. Job status is process-local, with completed entries pruned after one hour during later activity. Restarted jobs require retry.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 Progress and Cancellation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Four progress rows separate upload bytes, extracted pages, analyzed images and context loading. Text-only marks images Skipped. The elapsed timer starts at Continue and RAG stays indeterminate until the consumer acknowledges completion.</a:t>
            </a:r>
          </a:p>
          <a:p>
            <a:pPr>
              <a:spcAft>
                <a:spcPts val="400"/>
              </a:spcAft>
              <a:defRPr sz="1300">
                <a:solidFill>
                  <a:srgbClr val="B4BAAE"/>
                </a:solidFill>
                <a:latin typeface="Aptos"/>
              </a:defRPr>
            </a:pPr>
            <a:r>
              <a:t>Cancel aborts browser requests and signals a user-scoped UUID, including uploads whose job response has not arrived. Workers check between chunks, pages and image calls. An in-flight model request may finish before cancellation takes effect.</a:t>
            </a:r>
          </a:p>
          <a:p>
            <a:pPr>
              <a:spcAft>
                <a:spcPts val="400"/>
              </a:spcAft>
              <a:defRPr sz="1300">
                <a:solidFill>
                  <a:srgbClr val="B4BAAE"/>
                </a:solidFill>
                <a:latin typeface="Aptos"/>
              </a:defRPr>
            </a:pPr>
            <a:r>
              <a:t>After RAG loading starts, Close dismisses the dialog without cancelling that phase. Success closes automatically. Failure remains visible and allows retry. Incomplete image analyses remain in saved reports and the viewer warning, not a false clean result.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PDF and chat own separate busy indicators. Reopen prepares a replacement before rebuilding active context. Preparation cancellation keeps prior backend context. A UUID fallback uses crypto.getRandomValues when randomUUID is unavailable on HTTP LAN.</a:t>
            </a:r>
          </a:p>
          <a:p>
            <a:pPr>
              <a:spcAft>
                <a:spcPts val="400"/>
              </a:spcAft>
              <a:defRPr sz="1300">
                <a:solidFill>
                  <a:srgbClr val="B4BAAE"/>
                </a:solidFill>
                <a:latin typeface="Aptos"/>
              </a:defRPr>
            </a:pPr>
            <a:r>
              <a:t>docs/pdf-canvas.md records earlier September 16 results: 12 browser/static tests and 32 Django/image/JS-gate tests, plus a 256 MB sparse fixture and page 10,001. Later frozen-carriage changes explicitly have source-review evidence only.</a:t>
            </a:r>
          </a:p>
          <a:p>
            <a:pPr>
              <a:spcAft>
                <a:spcPts val="400"/>
              </a:spcAft>
              <a:defRPr sz="1300">
                <a:solidFill>
                  <a:srgbClr val="B4BAAE"/>
                </a:solidFill>
                <a:latin typeface="Aptos"/>
              </a:defRPr>
            </a:pPr>
            <a:r>
              <a:t>This refresh ran no automated tests, app server, model calls, collectstatic or frozen build. Existing test sources remain available for separate execution. Document rendering establishes dossier layout evidence only, not runtime behavior.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 Distribution and Pending Assets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Mozilla PDF.js 6.3.289 supplies the viewer, fonts, CMaps, annotation artwork, ICC profile and WASM decoders. scripts/vendor_pdfjs.py checks a pinned npm archive's SHA-512 before extracting an explicit subset. Runtime rendering needs neither npm nor a CDN when all assets are present.</a:t>
            </a:r>
          </a:p>
          <a:p>
            <a:pPr>
              <a:spcAft>
                <a:spcPts val="400"/>
              </a:spcAft>
              <a:defRPr sz="1200">
                <a:solidFill>
                  <a:srgbClr val="B4BAAE"/>
                </a:solidFill>
                <a:latin typeface="Aptos"/>
              </a:defRPr>
            </a:pPr>
            <a:r>
              <a:t>Tracked PDF.js contribution: 286 files, 17,763 physical and 16,553 effective text lines. These third-party lines are included in repository totals and should not be mistaken for new Tlamatini-authored logic. Binary resources count as files only.</a:t>
            </a:r>
          </a:p>
          <a:p>
            <a:pPr>
              <a:spcAft>
                <a:spcPts val="400"/>
              </a:spcAft>
              <a:defRPr sz="1200">
                <a:solidFill>
                  <a:srgbClr val="B4BAAE"/>
                </a:solidFill>
                <a:latin typeface="Aptos"/>
              </a:defRPr>
            </a:pPr>
            <a:r>
              <a:t>Git publication pending: build/pdf.mjs and build/pdf.worker.mjs were hidden by the global build/ ignore rule. A narrow exception now exposes them as working-tree additions. Commit these files with the packaging changes; remote clones remain incomplete until publication or explicit vendoring.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Untracked modules, included in combined working-tree totals but not tracked totals: pdf.mjs: 860,384 bytes, 28,266 physical / 27,965 effective lines; pdf.worker.mjs: 2,228,489 bytes, 65,084 physical / 64,294 effective lines.</a:t>
            </a:r>
          </a:p>
          <a:p>
            <a:pPr>
              <a:spcAft>
                <a:spcPts val="400"/>
              </a:spcAft>
              <a:defRPr sz="1200">
                <a:solidFill>
                  <a:srgbClr val="B4BAAE"/>
                </a:solidFill>
                <a:latin typeface="Aptos"/>
              </a:defRPr>
            </a:pPr>
            <a:r>
              <a:t>PyMuPDF 1.26.5 already existed in requirements. Frozen web imports now explicitly include four PDF services, the reusable Image-Interpreter and PyMuPDF. hook-pymupdf.py collects native MuPDF libraries. Carried pool Python cannot supply imports inside Tlamatini.exe.</a:t>
            </a:r>
          </a:p>
          <a:p>
            <a:pPr>
              <a:spcAft>
                <a:spcPts val="400"/>
              </a:spcAft>
              <a:defRPr sz="1200">
                <a:solidFill>
                  <a:srgbClr val="B4BAAE"/>
                </a:solidFill>
                <a:latin typeface="Aptos"/>
              </a:defRPr>
            </a:pPr>
            <a:r>
              <a:t>Django and WhiteNoise override .mjs and .wasm MIME types on Windows. The existing v1.62.0 ZIP contains all 354 pre-change static files, exact in both frozen locations, and native MuPDF extensions/DLL. The new source adds local frontend libraries and stricter build gates; those changes have not been built or runtime-tested during this refresh.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Local Frontend and Release Budget</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working tree removes CDN resource tags from all four application templates. Bootstrap 5.3.3, jQuery 3.7.1, jQuery UI 1.13.3, highlight.js 11.9.0 and Nunito 400/700 are local. The duplicate Bootstrap 5.3.0 load is removed; UI ordering is retained and new URLs use the startup cache stamp plus an offline suffix.</a:t>
            </a:r>
          </a:p>
          <a:p>
            <a:pPr>
              <a:spcAft>
                <a:spcPts val="400"/>
              </a:spcAft>
              <a:defRPr sz="1100">
                <a:solidFill>
                  <a:srgbClr val="B4BAAE"/>
                </a:solidFill>
                <a:latin typeface="Aptos"/>
              </a:defRPr>
            </a:pPr>
            <a:r>
              <a:t>scripts/vendor_frontend.py reproduces 50 files plus a vendor manifest: 2.18 MB before ZIP compression. Pinned npm archives are SHA-512 checked; licenses, font subsets and SHA-256 receipts ship locally. Builds do not invoke this download script. Model/API and Internet-agent traffic still needs networking.</a:t>
            </a:r>
          </a:p>
          <a:p>
            <a:pPr>
              <a:spcAft>
                <a:spcPts val="400"/>
              </a:spcAft>
              <a:defRPr sz="1100">
                <a:solidFill>
                  <a:srgbClr val="B4BAAE"/>
                </a:solidFill>
                <a:latin typeface="Aptos"/>
              </a:defRPr>
            </a:pPr>
            <a:r>
              <a:t>build_runtime_assets.py inventories source static, collected Django assets, templates, agents, skills and required helpers. Byte checks detect missing or stale source-to-collected/frozen copies. Literal static tags and CSS resources must resolve; reintroduced template CDN loads stop packaging.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Missing Java/Git/active Playwright revisions, required copies or unreadable frozen module archives now fail closed. Frozen migration, default-user setup, collectstatic and executable rename must succeed. Session/pool/cache files are not shipped as agent templates. Snapshot rules carry the new helper/assets.</a:t>
            </a:r>
          </a:p>
          <a:p>
            <a:pPr>
              <a:spcAft>
                <a:spcPts val="400"/>
              </a:spcAft>
              <a:defRPr sz="1100">
                <a:solidFill>
                  <a:srgbClr val="B4BAAE"/>
                </a:solidFill>
                <a:latin typeface="Aptos"/>
              </a:defRPr>
            </a:pPr>
            <a:r>
              <a:t>A runtime-assets.json receipt hashes every assembled payload file. ZIP membership and streamed SHA-256/CRC are checked before pkg.zip.part is published; installer assembly verifies the receipt and version again. Both complete-release wrappers cap the final outer ZIP at 1,990,000,000 bytes.</a:t>
            </a:r>
          </a:p>
          <a:p>
            <a:pPr>
              <a:spcAft>
                <a:spcPts val="400"/>
              </a:spcAft>
              <a:defRPr sz="1100">
                <a:solidFill>
                  <a:srgbClr val="B4BAAE"/>
                </a:solidFill>
                <a:latin typeface="Aptos"/>
              </a:defRPr>
            </a:pPr>
            <a:r>
              <a:t>The existing final v1.62.0 ZIP is 1,905,278,037 bytes: 84,721,963 bytes below the new ceiling. This is baseline headroom, not a new build result. Oversized final output stays .pending.zip and fails; required files are not removed. New guards were source-reviewed only; no automated tests or builds ran.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Self-Modify and Update Carriage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--self-modify build generates a fresh sanitized TlamatiniSourceCode tree and self-knowledge file. Default builds omit both. --no-self-modify wins if both flags appear. Missing required inputs, generation errors and copy failures now abort packaging instead of falling back to a stale tree.</a:t>
            </a:r>
          </a:p>
          <a:p>
            <a:pPr>
              <a:spcAft>
                <a:spcPts val="400"/>
              </a:spcAft>
              <a:defRPr sz="1200">
                <a:solidFill>
                  <a:srgbClr val="B4BAAE"/>
                </a:solidFill>
                <a:latin typeface="Aptos"/>
              </a:defRPr>
            </a:pPr>
            <a:r>
              <a:t>The exact PDF.js vendor/build directory bypasses the generic build-directory snapshot exclusion. Fonts, CMaps, decoders and licenses travel with that source snapshot. Secret/state exclusions retain priority. This is independent of Git's ignore rules.</a:t>
            </a:r>
          </a:p>
          <a:p>
            <a:pPr>
              <a:spcAft>
                <a:spcPts val="400"/>
              </a:spcAft>
              <a:defRPr sz="1200">
                <a:solidFill>
                  <a:srgbClr val="B4BAAE"/>
                </a:solidFill>
                <a:latin typeface="Aptos"/>
              </a:defRPr>
            </a:pPr>
            <a:r>
              <a:t>Snapshots omit .git and generated version modules. Rebuild instructions therefore require an intentional TLAMATINI_VERSION for all three build scripts. Restore omitted required binaries using the manifest, install dependencies and regenerate static files before a separate authorized rebuild.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apply_update.ps1, preserved_user_state.json and the standalone sqlite_copy.py are mandatory install-root assets. The updater prefers the incoming release's swap script, falling back for older payloads, then copies it outside the install tree.</a:t>
            </a:r>
          </a:p>
          <a:p>
            <a:pPr>
              <a:spcAft>
                <a:spcPts val="400"/>
              </a:spcAft>
              <a:defRPr sz="1200">
                <a:solidFill>
                  <a:srgbClr val="B4BAAE"/>
                </a:solidFill>
                <a:latin typeface="Aptos"/>
              </a:defRPr>
            </a:pPr>
            <a:r>
              <a:t>Backup prerequisites are checked before shutdown. Carried Python runs the helper with -I. Verified SQLite online backup includes committed WAL pages and atomically stages one standalone DB in DB/ToLoad. Failure stops before agents rename or file replacement. Only success creates the migration marker.</a:t>
            </a:r>
          </a:p>
          <a:p>
            <a:pPr>
              <a:spcAft>
                <a:spcPts val="400"/>
              </a:spcAft>
              <a:defRPr sz="1200">
                <a:solidFill>
                  <a:srgbClr val="B4BAAE"/>
                </a:solidFill>
                <a:latin typeface="Aptos"/>
              </a:defRPr>
            </a:pPr>
            <a:r>
              <a:t>The shared preservation set retains configuration, contacts, DB, context packages, generated content, Temp, Templates and Uninstaller.exe. App code is replaced, agents keep one backup, and security logs use stash/restore. The reviewed changes require a fresh build; no updater or rebuild ran in this refresh.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Document-Agent Result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PDFer creation confirms a file exists. layout_audit=true on the atelier route supplies layout_clean and detailed findings. Blank audit evidence is unverified. Zero overlaps does not exclude contrast, blank-page or off-sheet problems. Legacy CSS, image-only and merged pages retain their own layouts.</a:t>
            </a:r>
          </a:p>
          <a:p>
            <a:pPr>
              <a:spcAft>
                <a:spcPts val="400"/>
              </a:spcAft>
              <a:defRPr sz="1100">
                <a:solidFill>
                  <a:srgbClr val="B4BAAE"/>
                </a:solidFill>
                <a:latin typeface="Aptos"/>
              </a:defRPr>
            </a:pPr>
            <a:r>
              <a:t>PPTXer reports status/success alongside layout_clean, ground_truth, render_tier and slides_rendered. Native rendering does not itself prove full measurement coverage. created_with_findings may still have success=true. Required missing media and skipped audit measurements must remain explicit.</a:t>
            </a:r>
          </a:p>
          <a:p>
            <a:pPr>
              <a:spcAft>
                <a:spcPts val="400"/>
              </a:spcAft>
              <a:defRPr sz="1100">
                <a:solidFill>
                  <a:srgbClr val="B4BAAE"/>
                </a:solidFill>
                <a:latin typeface="Aptos"/>
              </a:defRPr>
            </a:pPr>
            <a:r>
              <a:t>PPTXer's auto rendering tries PowerPoint, LibreOffice, then an approximate Pillow preview. None skips slide images while geometry may still be measured. Styles use nuance, with no separate style parameter. Native applications remain optional for creation; 256 characters is a stress case, not a content limit.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LaTeXer compiled_with_errors and degraded mean an existing but incomplete/errored PDF with success=false. Clean compiled output is the stopping point unless a remaining requirement warrants edits. Compilation does not certify visual layout. Catalog/source actions work without a TeX engine.</a:t>
            </a:r>
          </a:p>
          <a:p>
            <a:pPr>
              <a:spcAft>
                <a:spcPts val="400"/>
              </a:spcAft>
              <a:defRPr sz="1200">
                <a:solidFill>
                  <a:srgbClr val="B4BAAE"/>
                </a:solidFill>
                <a:latin typeface="Aptos"/>
              </a:defRPr>
            </a:pPr>
            <a:r>
              <a:t>LaTeXer repair_write_back=false preserves source through a fixed copy. Model failure/timeout blocks destructive bisect; decoded base64 edit fields take precedence. Beamer scaffolds expect frame bodies. A full explicit frame sequence belongs in complete source without a style override.</a:t>
            </a:r>
          </a:p>
          <a:p>
            <a:pPr>
              <a:spcAft>
                <a:spcPts val="400"/>
              </a:spcAft>
              <a:defRPr sz="1200">
                <a:solidFill>
                  <a:srgbClr val="B4BAAE"/>
                </a:solidFill>
                <a:latin typeface="Aptos"/>
              </a:defRPr>
            </a:pPr>
            <a:r>
              <a:t>The current commit also detaches/restores global logging handlers in five regression harnesses. TLAMATINI_NO_AUDIO suppresses real AudioPlayer output, while a marked fake sounddevice can exercise callback frame math. These source changes are recorded without executing the tests.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PPTXer Presentations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PPTXer creates editable PowerPoint from text, Markdown, outlines or JSON. Actions: create, outline, render, audit, info, fonts and validate. It supports 16:9, 4:3 and vertical decks with native tables/charts, diagrams and embedded media.</a:t>
            </a:r>
          </a:p>
          <a:p>
            <a:pPr>
              <a:spcAft>
                <a:spcPts val="400"/>
              </a:spcAft>
              <a:defRPr sz="1300">
                <a:solidFill>
                  <a:srgbClr val="B4BAAE"/>
                </a:solidFill>
                <a:latin typeface="Aptos"/>
              </a:defRPr>
            </a:pPr>
            <a:r>
              <a:t>The registry has 36 treatments: 24 content treatments plus 12 explicit visual styles. Empty nuance retains automatic classification. nuance=blueprint or nuance=botanical selects a preset. Color, background, density and font overrides remain available.</a:t>
            </a:r>
          </a:p>
          <a:p>
            <a:pPr>
              <a:spcAft>
                <a:spcPts val="400"/>
              </a:spcAft>
              <a:defRPr sz="1300">
                <a:solidFill>
                  <a:srgbClr val="B4BAAE"/>
                </a:solidFill>
                <a:latin typeface="Aptos"/>
              </a:defRPr>
            </a:pPr>
            <a:r>
              <a:t>Seventeen font pairings resolve against installed fonts. Measurements account for face, tracking, line spacing and text insets. Dense content continues onto additional slides. The 256-character fixtures describe a tested length, not an input limit.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 status, layout_clean, ground_truth and report confidence together. created_with_findings requires review. Disabled audits leave the verdict unavailable. Native PowerPoint evidence, LibreOffice and geometric previews have different scopes.</a:t>
            </a:r>
          </a:p>
          <a:p>
            <a:pPr>
              <a:spcAft>
                <a:spcPts val="400"/>
              </a:spcAft>
              <a:defRPr sz="1300">
                <a:solidFill>
                  <a:srgbClr val="B4BAAE"/>
                </a:solidFill>
                <a:latin typeface="Aptos"/>
              </a:defRPr>
            </a:pPr>
            <a:r>
              <a:t>Migrations 0202/0203 register the agent and chat_agent_pptxer. Migration 0204 adds Documents prompts 123/124 at ranks 56/58, between PDFer and LaTeXer. Native rendering needs PowerPoint for its strongest evidence, although writing the deck does not.</a:t>
            </a:r>
          </a:p>
          <a:p>
            <a:pPr>
              <a:spcAft>
                <a:spcPts val="400"/>
              </a:spcAft>
              <a:defRPr sz="1300">
                <a:solidFill>
                  <a:srgbClr val="B4BAAE"/>
                </a:solidFill>
                <a:latin typeface="Aptos"/>
              </a:defRPr>
            </a:pPr>
            <a:r>
              <a:t>Source: agents/pptxer/ and its STYLES.md. The guide records 126 implementation tests and a 151-slide native run for the twelve new 16:9 styles. Those runs were not repeated here. scripts/verify_pptxer_styles.py regenerates the ignored gallery.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PDFer Signature Styles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PDFer adds 24 explicit visual identities across playful, cyberpunk, cosmic, electronics and Tlamatini families. The original 20 semantic themes remain. mode=styles lists IDs and aliases without creating a PDF.</a:t>
            </a:r>
          </a:p>
          <a:p>
            <a:pPr>
              <a:spcAft>
                <a:spcPts val="400"/>
              </a:spcAft>
              <a:defRPr sz="1300">
                <a:solidFill>
                  <a:srgbClr val="B4BAAE"/>
                </a:solidFill>
                <a:latin typeface="Aptos"/>
              </a:defRPr>
            </a:pPr>
            <a:r>
              <a:t>style selects appearance while nuance describes document purpose. For example, style=tlamatini_celestial with nuance=marketing selects a celestial brochure. Legal, clinical and financial semantics keep their no-ornament ceiling.</a:t>
            </a:r>
          </a:p>
          <a:p>
            <a:pPr>
              <a:spcAft>
                <a:spcPts val="400"/>
              </a:spcAft>
              <a:defRPr sz="1300">
                <a:solidFill>
                  <a:srgbClr val="B4BAAE"/>
                </a:solidFill>
                <a:latin typeface="Aptos"/>
              </a:defRPr>
            </a:pPr>
            <a:r>
              <a:t>predominant_color recolors the palette. Explicit role colors, typography and page settings override defaults before contrast repair. Host font availability affects the resolved face. Unknown style names retain the semantic theme with a diagnostic.</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Styles apply to the atelier renderer. Custom-CSS legacy rendering, image-only composition and merged PDFs keep their own layouts. Deterministic vector artwork adds no external image service or font download.</a:t>
            </a:r>
          </a:p>
          <a:p>
            <a:pPr>
              <a:spcAft>
                <a:spcPts val="400"/>
              </a:spcAft>
              <a:defRPr sz="1300">
                <a:solidFill>
                  <a:srgbClr val="B4BAAE"/>
                </a:solidFill>
                <a:latin typeface="Aptos"/>
              </a:defRPr>
            </a:pPr>
            <a:r>
              <a:t>The new helpers measure covers and reserve footer/page-number space. Complete titles can continue across pages. Check layout_clean and the detailed audit, including off-page ink and contrast. status=created alone establishes only file creation.</a:t>
            </a:r>
          </a:p>
          <a:p>
            <a:pPr>
              <a:spcAft>
                <a:spcPts val="400"/>
              </a:spcAft>
              <a:defRPr sz="1300">
                <a:solidFill>
                  <a:srgbClr val="B4BAAE"/>
                </a:solidFill>
                <a:latin typeface="Aptos"/>
              </a:defRPr>
            </a:pPr>
            <a:r>
              <a:t>Source: pdfer_styles.py, pdfer_artwork.py and STYLES.md. The guide records 130 implementation tests and 24 two-page style samples with clean audits. scripts/verify_pdfer_styles.py can regenerate the ignored gallery. No such run occurred here.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LaTeXer Signature Styles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LaTeXer adds 30 explicit styles in six families, independent of its eight document templates. action=list_styles returns IDs, aliases, motifs and style_count=30 without probing or requiring a TeX engine.</a:t>
            </a:r>
          </a:p>
          <a:p>
            <a:pPr>
              <a:spcAft>
                <a:spcPts val="400"/>
              </a:spcAft>
              <a:defRPr sz="1300">
                <a:solidFill>
                  <a:srgbClr val="B4BAAE"/>
                </a:solidFill>
                <a:latin typeface="Aptos"/>
              </a:defRPr>
            </a:pPr>
            <a:r>
              <a:t>Select template=report and style=tlamatini_celestial for a styled report. screen retains the preset ground. print uses white paper. style_decoration accepts none/restrained/rich. style_cover=false gives a compact document title.</a:t>
            </a:r>
          </a:p>
          <a:p>
            <a:pPr>
              <a:spcAft>
                <a:spcPts val="400"/>
              </a:spcAft>
              <a:defRPr sz="1300">
                <a:solidFill>
                  <a:srgbClr val="B4BAAE"/>
                </a:solidFill>
                <a:latin typeface="Aptos"/>
              </a:defRPr>
            </a:pPr>
            <a:r>
              <a:t>Article, report, book, beamer, letter, cv, homework and spanish-article remain distinct structures. Beamer uses a separate frame recipe and retains its title frame when cover art is disabled. Metadata and body remain LaTeX, so escape special characters.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Styles work on scaffolds and fragment compile with auto_preamble=true. Complete TeX sources own their preamble, so an explicit style is refused on that route. Empty/none/plain/default preserves legacy generation. Unknown names fail clearly.</a:t>
            </a:r>
          </a:p>
          <a:p>
            <a:pPr>
              <a:spcAft>
                <a:spcPts val="400"/>
              </a:spcAft>
              <a:defRPr sz="1300">
                <a:solidFill>
                  <a:srgbClr val="B4BAAE"/>
                </a:solidFill>
                <a:latin typeface="Aptos"/>
              </a:defRPr>
            </a:pPr>
            <a:r>
              <a:t>Original TikZ geometry and Latin Modern fonts travel with editable TeX. Assigned text palettes target 4.5:1 contrast. Custom content still needs review. Check status/success before output_path. The runtime has no layout_clean field.</a:t>
            </a:r>
          </a:p>
          <a:p>
            <a:pPr>
              <a:spcAft>
                <a:spcPts val="400"/>
              </a:spcAft>
              <a:defRPr sz="1300">
                <a:solidFill>
                  <a:srgbClr val="B4BAAE"/>
                </a:solidFill>
                <a:latin typeface="Aptos"/>
              </a:defRPr>
            </a:pPr>
            <a:r>
              <a:t>Source: latexer_styles.py, latexer_design.py, latexer_artwork.py and STYLES.md. The guide records 483 tests and 132 fresh real-engine builds at implementation time. scripts/verify_latexer_styles.py regenerates the ignored gallery. No engines ran here.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Desktop Input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Mouser declares coordinate_space: screen, desktop, normalized, window, window_normalized or screenshot. Physical screen coordinates support negative monitor origins. Monitor gaps and ambiguous targets produce explicit failures.</a:t>
            </a:r>
          </a:p>
          <a:p>
            <a:pPr>
              <a:spcAft>
                <a:spcPts val="400"/>
              </a:spcAft>
              <a:defRPr sz="1300">
                <a:solidFill>
                  <a:srgbClr val="B4BAAE"/>
                </a:solidFill>
                <a:latin typeface="Aptos"/>
              </a:defRPr>
            </a:pPr>
            <a:r>
              <a:t>Shoter reports image dimensions, the physical capture rectangle, monitor geometry and capture time. Screenshot targets require all six geometry fields and Mouser's screenshot space. Cropping/resizing must update the corresponding geometry.</a:t>
            </a:r>
          </a:p>
          <a:p>
            <a:pPr>
              <a:spcAft>
                <a:spcPts val="400"/>
              </a:spcAft>
              <a:defRPr sz="1300">
                <a:solidFill>
                  <a:srgbClr val="B4BAAE"/>
                </a:solidFill>
                <a:latin typeface="Aptos"/>
              </a:defRPr>
            </a:pPr>
            <a:r>
              <a:t>The screenshot transform scales image coordinates into the captured desktop rectangle. It cannot establish which button occupies a point or repair a stale image. Reobserve after movement. inspect reads geometry without sending input.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Keyboarder binds an HWND/PID, verifies foreground ownership during delivery and stops on focus loss. input_mode=text sends literal Unicode through checked SendInput. sequence keeps key/chord grammar. The clipboard remains untouched.</a:t>
            </a:r>
          </a:p>
          <a:p>
            <a:pPr>
              <a:spcAft>
                <a:spcPts val="400"/>
              </a:spcAft>
              <a:defRPr sz="1300">
                <a:solidFill>
                  <a:srgbClr val="B4BAAE"/>
                </a:solidFill>
                <a:latin typeface="Aptos"/>
              </a:defRPr>
            </a:pPr>
            <a:r>
              <a:t>input_sent proves delivery only. It does not prove editing, saving or application acceptance. Inspect partial-delivery counts and error receipts before replay. Target agents still receive failure notifications, so branch deliberately.</a:t>
            </a:r>
          </a:p>
          <a:p>
            <a:pPr>
              <a:spcAft>
                <a:spcPts val="400"/>
              </a:spcAft>
              <a:defRPr sz="1300">
                <a:solidFill>
                  <a:srgbClr val="B4BAAE"/>
                </a:solidFill>
                <a:latin typeface="Aptos"/>
              </a:defRPr>
            </a:pPr>
            <a:r>
              <a:t>Source: mouser_coordinates.py, keyboarder_input.py and shoter.py. Pool/chat refresh copies the helpers. Serialize desktop control within one interactive session. docs/GUI-Manager-design.md is a proposal, not an installed agent or global broker.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 Planning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FlowCreator first selects from all 89 installed types, then receives relevant guide sections and current schemas. Starter, Ender and Parametrizer remain available. Unknown or unselected types fail validation before publication.</a:t>
            </a:r>
          </a:p>
          <a:p>
            <a:pPr>
              <a:spcAft>
                <a:spcPts val="400"/>
              </a:spcAft>
              <a:defRPr sz="1300">
                <a:solidFill>
                  <a:srgbClr val="B4BAAE"/>
                </a:solidFill>
                <a:latin typeface="Aptos"/>
              </a:defRPr>
            </a:pPr>
            <a:r>
              <a:t>The validator checks references, branch slots, configuration types, singleton wiring and mapping fields. Counter's two branches are explicit. Ender's target_agents is a kill list and output_agents is its execution output.</a:t>
            </a:r>
          </a:p>
          <a:p>
            <a:pPr>
              <a:spcAft>
                <a:spcPts val="400"/>
              </a:spcAft>
              <a:defRPr sz="1300">
                <a:solidFill>
                  <a:srgbClr val="B4BAAE"/>
                </a:solidFill>
                <a:latin typeface="Aptos"/>
              </a:defRPr>
            </a:pPr>
            <a:r>
              <a:t>Bounded requests use llm.num_ctx=65536, max_prompt_chars=180000 and two repair attempts by default. These requests depend on provider support. Graph validation does not establish valid credentials or successful live application behavior.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Parametrizer registers 53 declared structured-output producers. It preserves CRLF and empty values, converts typed scalar mappings and requires every mapping to succeed before writing or launching the target.</a:t>
            </a:r>
          </a:p>
          <a:p>
            <a:pPr>
              <a:spcAft>
                <a:spcPts val="400"/>
              </a:spcAft>
              <a:defRPr sz="1300">
                <a:solidFill>
                  <a:srgbClr val="B4BAAE"/>
                </a:solidFill>
                <a:latin typeface="Aptos"/>
              </a:defRPr>
            </a:pPr>
            <a:r>
              <a:t>Interrupted desktop segments at config_applied or waiting_target stop for inspection instead of replaying input. FlowHypervisor separates execution, kill and observation relationships and retains current desktop receipts and timing.</a:t>
            </a:r>
          </a:p>
          <a:p>
            <a:pPr>
              <a:spcAft>
                <a:spcPts val="400"/>
              </a:spcAft>
              <a:defRPr sz="1300">
                <a:solidFill>
                  <a:srgbClr val="B4BAAE"/>
                </a:solidFill>
                <a:latin typeface="Aptos"/>
              </a:defRPr>
            </a:pPr>
            <a:r>
              <a:t>services/flow_knowledge.py exports field names/types without local values. Deployment refreshes the shipped catalog and guides. docs/agent-coverage.md records discoverability, not successful execution of every workflow. Catalog and regression scripts were not run here.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Canvas Avatar Presence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Four opaque 1024x1024 RGB JPGs combine open/closed eyes with neutral/smiling mouth. They share one square viewport. Existing non-rigid expression differences remain.</a:t>
            </a:r>
          </a:p>
          <a:p>
            <a:pPr>
              <a:spcAft>
                <a:spcPts val="400"/>
              </a:spcAft>
              <a:defRPr sz="1300">
                <a:solidFill>
                  <a:srgbClr val="B4BAAE"/>
                </a:solidFill>
                <a:latin typeface="Aptos"/>
              </a:defRPr>
            </a:pPr>
            <a:r>
              <a:t>The former 90 ms full-image opacity transition exposed the dark background. At two half-opaque frames, combined coverage is 75%. The recorded reproduction measured approximately 75.3%. Django collectstatic copied the JPG bytes correctly.</a:t>
            </a:r>
          </a:p>
          <a:p>
            <a:pPr>
              <a:spcAft>
                <a:spcPts val="400"/>
              </a:spcAft>
              <a:defRPr sz="1300">
                <a:solidFill>
                  <a:srgbClr val="B4BAAE"/>
                </a:solidFill>
                <a:latin typeface="Aptos"/>
              </a:defRPr>
            </a:pPr>
            <a:r>
              <a:t>avatar_presence.js now draws four decoded portraits on one 2D canvas. Eye/mouth weights form a convex blend with full coverage. Each corner is pre-scaled on resize. The old opaque image stack remains a fail-open fallback if canvas startup fails.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Native speechSynthesis boundary events anchor a text-derived mouth track. Vowels open it, m/b/p close it, and punctuation introduces rests. Timing falls back to an estimated speaking rate when the voice exposes no word boundaries. There is no audio-amplitude analyzer, video stream, neural lip model or dedicated-GPU requirement.</a:t>
            </a:r>
          </a:p>
          <a:p>
            <a:pPr>
              <a:spcAft>
                <a:spcPts val="400"/>
              </a:spcAft>
              <a:defRPr sz="1200">
                <a:solidFill>
                  <a:srgbClr val="B4BAAE"/>
                </a:solidFill>
                <a:latin typeface="Aptos"/>
              </a:defRPr>
            </a:pPr>
            <a:r>
              <a:t>Blink timing uses 55 ms closing, 25 ms hold and 130 ms opening, with randomized intervals. Adaptive 12/20/30/60 FPS tiers respond to drawing cost. Portrait translation was removed, so the head/body coordinate system remains fixed.</a:t>
            </a:r>
          </a:p>
          <a:p>
            <a:pPr>
              <a:spcAft>
                <a:spcPts val="400"/>
              </a:spcAft>
              <a:defRPr sz="1200">
                <a:solidFill>
                  <a:srgbClr val="B4BAAE"/>
                </a:solidFill>
                <a:latin typeface="Aptos"/>
              </a:defRPr>
            </a:pPr>
            <a:r>
              <a:t>The current presence renderer intentionally keeps animating when the system requests reduced motion. This differs from the earlier atomic renderer. Resize by dragging the corner handle, arrow keys, or double-click presets. The chosen size persists in localStorage. Handle clicks do not trigger the greeting/stop control.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Visible Avatar Test Runner</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Current canvas regression: .\python\python.exe Tests\run_avatar_tests.py --presence-only --auto-close</a:t>
            </a:r>
          </a:p>
          <a:p>
            <a:pPr>
              <a:spcAft>
                <a:spcPts val="400"/>
              </a:spcAft>
              <a:defRPr sz="1500">
                <a:solidFill>
                  <a:srgbClr val="B4BAAE"/>
                </a:solidFill>
                <a:latin typeface="Aptos"/>
              </a:defRPr>
            </a:pPr>
            <a:r>
              <a:t>Use --check for dependency validation, --prepare-only for database/static preparation, or --auto-close to close the visible browser and its server after passing.</a:t>
            </a:r>
          </a:p>
          <a:p>
            <a:pPr>
              <a:spcAft>
                <a:spcPts val="400"/>
              </a:spcAft>
              <a:defRPr sz="1500">
                <a:solidFill>
                  <a:srgbClr val="B4BAAE"/>
                </a:solidFill>
                <a:latin typeface="Aptos"/>
              </a:defRPr>
            </a:pPr>
            <a:r>
              <a:t>The launcher prepares the isolated Temp/avatar_flash_fix database, applies migrations, creates the ordinary user/changeme test account, runs collectstatic, and starts real Django on 127.0.0.1:8001. It leaves the frozen app and normal database untouched.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presence suite uses Python Playwright, headed Chrome/Edge/Chromium and disabled GPU acceleration. It checks real canvas pixels, mouth-track correlation, native speech instrumentation, reduced-motion behavior, resizing and a 6x CPU throttle. No Node.js is needed for --presence-only. Simulated speech proves rendering, not microphone ASR.</a:t>
            </a:r>
          </a:p>
          <a:p>
            <a:pPr>
              <a:spcAft>
                <a:spcPts val="400"/>
              </a:spcAft>
              <a:defRPr sz="1100">
                <a:solidFill>
                  <a:srgbClr val="B4BAAE"/>
                </a:solidFill>
                <a:latin typeface="Aptos"/>
              </a:defRPr>
            </a:pPr>
            <a:r>
              <a:t>Current reports and whole-desktop Shoter photographs land in Temp/avatar_presence. Tests/run_presence_tests.ps1 is an alternative launcher. The older default suite uses Node.js and writes output/avatar_flash_fix/visible-test. Its atomic-state assumptions are historical. Use the presence-only command for the current renderer. The generic test credential must not become a production password.</a:t>
            </a:r>
          </a:p>
          <a:p>
            <a:pPr>
              <a:spcAft>
                <a:spcPts val="400"/>
              </a:spcAft>
              <a:defRPr sz="1100">
                <a:solidFill>
                  <a:srgbClr val="B4BAAE"/>
                </a:solidFill>
                <a:latin typeface="Aptos"/>
              </a:defRPr>
            </a:pPr>
            <a:r>
              <a:t>Recorded verification from 2026-09-12: all 74 presence checks passed in a visible browser. The separate Django run passed 110 Whisperer, voice-catalog and Gitter tests. These historical runs were not repeated for this refresh. They do not prove real microphone transcription, audible voice synchronization on every host, or a rebuilt frozen installation.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Whisperer Silence Gate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Whisperer captures microphone audio itself or accepts an audio file. Local faster-whisper uses GPU when available and falls back to CPU. Cloud Whisper is an alternative engine. Ollama is optional transcript cleanup, never audio ASR.</a:t>
            </a:r>
          </a:p>
          <a:p>
            <a:pPr>
              <a:spcAft>
                <a:spcPts val="400"/>
              </a:spcAft>
              <a:defRPr sz="1200">
                <a:solidFill>
                  <a:srgbClr val="B4BAAE"/>
                </a:solidFill>
                <a:latin typeface="Aptos"/>
              </a:defRPr>
            </a:pPr>
            <a:r>
              <a:t>record_seconds=0 now selects the silence gate. Default trailing silence is 10 s and the hard ceiling is 300 s. A positive record_seconds selects fixed duration in auto mode. Explicit silence_gate=on forces gating, while off uses fixed capture.</a:t>
            </a:r>
          </a:p>
          <a:p>
            <a:pPr>
              <a:spcAft>
                <a:spcPts val="400"/>
              </a:spcAft>
              <a:defRPr sz="1200">
                <a:solidFill>
                  <a:srgbClr val="B4BAAE"/>
                </a:solidFill>
                <a:latin typeface="Aptos"/>
              </a:defRPr>
            </a:pPr>
            <a:r>
              <a:t>A 20 ms RMS callback tracks noise with a 9 dB margin, two-block attack and 3 dB hysteresis. The floor starts at -50 dBFS to retain immediate speech. A 15 s sustained sound rebase handles steady noise. A negative threshold overrides automatic calibration. The console VU includes a silence countdown and stop reason.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result reports actual duration_seconds and appends capture_mode, stop_reason, silence_timeout_seconds and speech_seconds. A device backend without InputStream uses explicitly labeled fixed_fallback. Parametrizer's generic KV parser accepts the appended fields without a special parser rewrite.</a:t>
            </a:r>
          </a:p>
          <a:p>
            <a:pPr>
              <a:spcAft>
                <a:spcPts val="400"/>
              </a:spcAft>
              <a:defRPr sz="1400">
                <a:solidFill>
                  <a:srgbClr val="B4BAAE"/>
                </a:solidFill>
                <a:latin typeface="Aptos"/>
              </a:defRPr>
            </a:pPr>
            <a:r>
              <a:t>Migration 0200 updates prompt 74, TLAMATINI LISTENS, without changing its identity or ordering. Registry instructions omit duration unless the user requests one. FlowHypervisor tolerates the bounded gate wait and no longer calls it stuck. Existing workflows with positive durations deliberately keep fixed recording.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Voice Commands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Migration 0201 appends prompts 121 and 122. views.PROMPT_CATEGORY_ORDER places voice_commands first. This is an explicit record-and-transcribe command, not an always-listening assistant or wake-word service.</a:t>
            </a:r>
          </a:p>
          <a:p>
            <a:pPr>
              <a:spcAft>
                <a:spcPts val="400"/>
              </a:spcAft>
              <a:defRPr sz="1300">
                <a:solidFill>
                  <a:srgbClr val="B4BAAE"/>
                </a:solidFill>
                <a:latin typeface="Aptos"/>
              </a:defRPr>
            </a:pPr>
            <a:r>
              <a:t>YOUR FIRST VOICE COMMAND (121) is a read-only rehearsal with Multi-Turn, Step-by-Step and Exec Report, without ACPX. SPEAK YOUR PROMPT (122) enables Multi-Turn, Exec Report and ACPX, with Step-by-Step off. The existing JS classifier derives these modes from prompt text. No frontend asset bump was required for this catalog change.</a:t>
            </a:r>
          </a:p>
          <a:p>
            <a:pPr>
              <a:spcAft>
                <a:spcPts val="400"/>
              </a:spcAft>
              <a:defRPr sz="1300">
                <a:solidFill>
                  <a:srgbClr val="B4BAAE"/>
                </a:solidFill>
                <a:latin typeface="Aptos"/>
              </a:defRPr>
            </a:pPr>
            <a:r>
              <a:t>The second card preserves the author's requested sentence verbatim. Whisperer records until the silence gate closes, then the transcript becomes the next prompt through the existing planner and tools. Omit duration unless the user specifies 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Display or read back the transcript verbatim before execution. Stop on empty or engine_unavailable results rather than inventing instructions. Irreversible or external actions require typed confirmation under the voice-command contract.</a:t>
            </a:r>
          </a:p>
          <a:p>
            <a:pPr>
              <a:spcAft>
                <a:spcPts val="400"/>
              </a:spcAft>
              <a:defRPr sz="1500">
                <a:solidFill>
                  <a:srgbClr val="B4BAAE"/>
                </a:solidFill>
                <a:latin typeface="Aptos"/>
              </a:defRPr>
            </a:pPr>
            <a:r>
              <a:t>Coverage spans prompt rule 18e, self-knowledge, FlowCreator, FlowHypervisor and agent-creation guidance. test_voice_commands_catalog.py checks ordering, sentence fidelity and classifier parity. The headed catalog harness checks browser cards and toggles, but does not prove real microphone recognition or spoken task execution.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Grepper Line Reading</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After the v1.51.9 tag, commit 4ae6da6 adds output_mode=lines to Grepper. It reads one text file without a regex. Existing content/files/count search modes remain available. Globber can select the file before the read.</a:t>
            </a:r>
          </a:p>
          <a:p>
            <a:pPr>
              <a:spcAft>
                <a:spcPts val="400"/>
              </a:spcAft>
              <a:defRPr sz="1200">
                <a:solidFill>
                  <a:srgbClr val="B4BAAE"/>
                </a:solidFill>
                <a:latin typeface="Aptos"/>
              </a:defRPr>
            </a:pPr>
            <a:r>
              <a:t>start_line/end_line are 1-based inclusive. Zero means first/last. The implementation clamps endpoints into the file and caps the slice at max_results (default 200). lines_returned, total_lines and truncated describe the returned slice. Directories and binary files are refused.</a:t>
            </a:r>
          </a:p>
          <a:p>
            <a:pPr>
              <a:spcAft>
                <a:spcPts val="400"/>
              </a:spcAft>
              <a:defRPr sz="1200">
                <a:solidFill>
                  <a:srgbClr val="B4BAAE"/>
                </a:solidFill>
                <a:latin typeface="Aptos"/>
              </a:defRPr>
            </a:pPr>
            <a:r>
              <a:t>line_numbers=true prefixes each displayed line with N:. With false, content_b64 carries base64 of the decoded slice encoded as UTF-8, retaining its line endings. Windows text-mode logging can rewrite the readable body. Use the encoded channel when constructing an Editor old_string.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shared reader checks UTF-8/16/32 BOMs before the NUL-byte binary rule, then uses UTF-8, cp1252 or Latin-1. content_b64 is not a byte-for-byte copy of a UTF-16/cp1252 source file. Editor itself reads/writes UTF-8, so this read capability does not make editing every supported source encoding safe.</a:t>
            </a:r>
          </a:p>
          <a:p>
            <a:pPr>
              <a:spcAft>
                <a:spcPts val="400"/>
              </a:spcAft>
              <a:defRPr sz="1100">
                <a:solidFill>
                  <a:srgbClr val="B4BAAE"/>
                </a:solidFill>
                <a:latin typeface="Aptos"/>
              </a:defRPr>
            </a:pPr>
            <a:r>
              <a:t>The wrapped chat_agent_grepper description and Parametrizer field map include the new contract. Success is listed, while missing paths give not_found. Self-knowledge and FlowCreator describe the read step. TLAMATINI_VERSION in self-knowledge is an offline fallback behind live metadata.</a:t>
            </a:r>
          </a:p>
          <a:p>
            <a:pPr>
              <a:spcAft>
                <a:spcPts val="400"/>
              </a:spcAft>
              <a:defRPr sz="1100">
                <a:solidFill>
                  <a:srgbClr val="B4BAAE"/>
                </a:solidFill>
                <a:latin typeface="Aptos"/>
              </a:defRPr>
            </a:pPr>
            <a:r>
              <a:t>Three new assets: test_grepper_lines_mode.py, grepper_lines_visible.py and grepper_login_probe.py. The commit reports 505 passing cases and a headed chat search/read demonstration. Those are historical claims, not results from this refresh. No test, browser harness or app was executed.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Sampler Defaults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Commits f6404a3 and cb30edf align prompt-only and retrieval defaults: ollama_repeat_penalty=1.2, ollama_repeat_last_n=256 and ollama_num_ctx=1048576. Explicit configuration overrides these factory fallbacks.</a:t>
            </a:r>
          </a:p>
          <a:p>
            <a:pPr>
              <a:spcAft>
                <a:spcPts val="400"/>
              </a:spcAft>
              <a:defRPr sz="1300">
                <a:solidFill>
                  <a:srgbClr val="B4BAAE"/>
                </a:solidFill>
                <a:latin typeface="Aptos"/>
              </a:defRPr>
            </a:pPr>
            <a:r>
              <a:t>Both chains in rag/factory.py pass all three values. mcp_agent.py forwards repeat_last_n when adapting to ChatOllama and includes it in the LLM-PARAMS banner. Previously, setting that config key could not reach this adapter.</a:t>
            </a:r>
          </a:p>
          <a:p>
            <a:pPr>
              <a:spcAft>
                <a:spcPts val="400"/>
              </a:spcAft>
              <a:defRPr sz="1300">
                <a:solidFill>
                  <a:srgbClr val="B4BAAE"/>
                </a:solidFill>
                <a:latin typeface="Aptos"/>
              </a:defRPr>
            </a:pPr>
            <a:r>
              <a:t>Commit f6404a3 reports eight trials per setting on a roughly 78k-token, 117-bound-tool workload. For glm-5.3:cloud, failures fell from 7/8 at penalty 1.9 to 1/8 at 1.2. The historical workload's bound-tool count differs from today's registry total.</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Commit cb30edf isolates lookback with penalty 1.2: glm failures were 5/8 at 64 versus 2/8 at 256, with reported medians 154.0s and 26.3s. Kimi-k3 moved from 0/8 to 1/8 failures and 50.5s to 97.5s. The tradeoff is model-specific.</a:t>
            </a:r>
          </a:p>
          <a:p>
            <a:pPr>
              <a:spcAft>
                <a:spcPts val="400"/>
              </a:spcAft>
              <a:defRPr sz="1200">
                <a:solidFill>
                  <a:srgbClr val="B4BAAE"/>
                </a:solidFill>
                <a:latin typeface="Aptos"/>
              </a:defRPr>
            </a:pPr>
            <a:r>
              <a:t>The commit reports cloud requests exceeding a smaller num_ctx and a server rejection above 1,048,576 tokens for its tested model. This is recorded evidence, not a universal cloud limit. Local models use num_ctx for context allocation, so a 1M setting can demand substantial memory.</a:t>
            </a:r>
          </a:p>
          <a:p>
            <a:pPr>
              <a:spcAft>
                <a:spcPts val="400"/>
              </a:spcAft>
              <a:defRPr sz="1200">
                <a:solidFill>
                  <a:srgbClr val="B4BAAE"/>
                </a:solidFill>
                <a:latin typeface="Aptos"/>
              </a:defRPr>
            </a:pPr>
            <a:r>
              <a:t>README and Book now describe these changes. Performance and context results are attributed to the September 13 commit records, not new validation. No model requests or automated tests ran for this refresh. Lower failure counts do not guarantee every request completes.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Uninstaller Safety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b07f9d5 adds a gate before confirmation or deletion. The Windows process scan checks executable paths inside the selected installation, with top-level executable-name fallback when an image path is unreadable.</a:t>
            </a:r>
          </a:p>
          <a:p>
            <a:pPr>
              <a:spcAft>
                <a:spcPts val="400"/>
              </a:spcAft>
              <a:defRPr sz="1300">
                <a:solidFill>
                  <a:srgbClr val="B4BAAE"/>
                </a:solidFill>
                <a:latin typeface="Aptos"/>
              </a:defRPr>
            </a:pPr>
            <a:r>
              <a:t>Detected processes appear with PID and evidence in a modal Retry/Exit dialog. Retry rescans and stays blocked while matches remain. Exit and the window close button leave the uninstaller. There is no continue-anyway button.</a:t>
            </a:r>
          </a:p>
          <a:p>
            <a:pPr>
              <a:spcAft>
                <a:spcPts val="400"/>
              </a:spcAft>
              <a:defRPr sz="1300">
                <a:solidFill>
                  <a:srgbClr val="B4BAAE"/>
                </a:solidFill>
                <a:latin typeface="Aptos"/>
              </a:defRPr>
            </a:pPr>
            <a:r>
              <a:t>The detector excludes this uninstaller and the same executable image. Detection errors allow progress by design, so this is best-effort protection. Close Tlamatini cleanly with Ctrl+C in its console before retrying.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Top-level agents/ always survives. application/, applications/, content_generated/, context_files/ and Temp/ survive when they contain a file at any depth. Unreadable directories count as having content. Empty scaffolding may be removed; arbitrary folders outside this list are not protected.</a:t>
            </a:r>
          </a:p>
          <a:p>
            <a:pPr>
              <a:spcAft>
                <a:spcPts val="400"/>
              </a:spcAft>
              <a:defRPr sz="1200">
                <a:solidFill>
                  <a:srgbClr val="B4BAAE"/>
                </a:solidFill>
                <a:latin typeface="Aptos"/>
              </a:defRPr>
            </a:pPr>
            <a:r>
              <a:t>The final dialog names only the content directories actually preserved. Companion-agent discovery markers remain supported. The window body now builds independently of version-badge resolution, avoiding an empty card when the version is unavailable.</a:t>
            </a:r>
          </a:p>
          <a:p>
            <a:pPr>
              <a:spcAft>
                <a:spcPts val="400"/>
              </a:spcAft>
              <a:defRPr sz="1200">
                <a:solidFill>
                  <a:srgbClr val="B4BAAE"/>
                </a:solidFill>
                <a:latin typeface="Aptos"/>
              </a:defRPr>
            </a:pPr>
            <a:r>
              <a:t>Source assets: agent/test_uninstaller_mechanics.py and the Claude-skill harness uninstaller_visible.py. The commit records 49 mechanics cases and 19/19 disk checks from a visible run with registry/Explorer actions stubbed. These are historical results. Neither runner nor the uninstaller ran here.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Wrapped-Agent Wait Completion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ac72b6c fixes chat_agent_run_wait in agent/tools.py. The previous loop reread the ChatAgentRun row, but no writer kept that row current during the child's execution. A finished child could therefore consume the full wait budget.</a:t>
            </a:r>
          </a:p>
          <a:p>
            <a:pPr>
              <a:spcAft>
                <a:spcPts val="400"/>
              </a:spcAft>
              <a:defRPr sz="1300">
                <a:solidFill>
                  <a:srgbClr val="B4BAAE"/>
                </a:solidFill>
                <a:latin typeface="Aptos"/>
              </a:defRPr>
            </a:pPr>
            <a:r>
              <a:t>Each poll now calls reconcile_chat_agent_run. That runtime helper checks process liveness, consults the process handle when available, persists the resulting status and stamps finishedAt when it first observes completion.</a:t>
            </a:r>
          </a:p>
          <a:p>
            <a:pPr>
              <a:spcAft>
                <a:spcPts val="400"/>
              </a:spcAft>
              <a:defRPr sz="1300">
                <a:solidFill>
                  <a:srgbClr val="B4BAAE"/>
                </a:solidFill>
                <a:latin typeface="Aptos"/>
              </a:defRPr>
            </a:pPr>
            <a:r>
              <a:t>The loop breaks only outside RUNNING_STATUSES, which includes created and running. It no longer treats a created status alone as completion. This applies to wrapped agents generally, including Whisperer after transcription.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max_seconds defaults to 120 and is clamped to 1-600. Poll cadence defaults to 2 seconds with a 1-second minimum. Expiry returns a status envelope and log excerpt without stopping the child. The caller may wait again or request stop.</a:t>
            </a:r>
          </a:p>
          <a:p>
            <a:pPr>
              <a:spcAft>
                <a:spcPts val="400"/>
              </a:spcAft>
              <a:defRPr sz="1300">
                <a:solidFill>
                  <a:srgbClr val="B4BAAE"/>
                </a:solidFill>
                <a:latin typeface="Aptos"/>
              </a:defRPr>
            </a:pPr>
            <a:r>
              <a:t>waited_seconds counts scheduled sleeps rather than exact wall-clock time. A full final poll sleep can exceed the nominal budget, plus reconciliation overhead. finishedAt remains an observation timestamp, not the OS exit instant.</a:t>
            </a:r>
          </a:p>
          <a:p>
            <a:pPr>
              <a:spcAft>
                <a:spcPts val="400"/>
              </a:spcAft>
              <a:defRPr sz="1300">
                <a:solidFill>
                  <a:srgbClr val="B4BAAE"/>
                </a:solidFill>
                <a:latin typeface="Aptos"/>
              </a:defRPr>
            </a:pPr>
            <a:r>
              <a:t>agent/test_chat_agent_run_wait.py adds five cases covering stale-row avoidance, process reconciliation, unfinished states, early return and timeout behavior. Source reviewed only in this refresh; the cases were not executed.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Account-Usage Utility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ollama_credits.py is a standalone account-usage utility added by commit 36c0139. It does not add a workflow agent, a wrapped tool, a migration or a chat UI. The source uses only Python's standard library.</a:t>
            </a:r>
          </a:p>
          <a:p>
            <a:pPr>
              <a:spcAft>
                <a:spcPts val="400"/>
              </a:spcAft>
              <a:defRPr sz="1300">
                <a:solidFill>
                  <a:srgbClr val="B4BAAE"/>
                </a:solidFill>
                <a:latin typeface="Aptos"/>
              </a:defRPr>
            </a:pPr>
            <a:r>
              <a:t>It reads the operator's local .ollama/id_ed25519 OpenSSH key and constructs timestamped Ed25519 signatures. The key parser accepts an unencrypted ssh-ed25519 key. Keep the key private and review the utility before running it.</a:t>
            </a:r>
          </a:p>
          <a:p>
            <a:pPr>
              <a:spcAft>
                <a:spcPts val="400"/>
              </a:spcAft>
              <a:defRPr sz="1300">
                <a:solidFill>
                  <a:srgbClr val="B4BAAE"/>
                </a:solidFill>
                <a:latin typeface="Aptos"/>
              </a:defRPr>
            </a:pPr>
            <a:r>
              <a:t>The implemented account requests are GET /api/usage and POST /api/me at ollama.com, each with a 20-second timeout. This describes the checked-in implementation; endpoint availability and account responses were not exercised.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Manual use from the repository root: .\python\python.exe ollama_credits.py. Add --json for the returned account and usage payloads. The console report shows monthly use, model request counts and four-week activity. It pauses for Enter on an interactive terminal.</a:t>
            </a:r>
          </a:p>
          <a:p>
            <a:pPr>
              <a:spcAft>
                <a:spcPts val="400"/>
              </a:spcAft>
              <a:defRPr sz="1200">
                <a:solidFill>
                  <a:srgbClr val="B4BAAE"/>
                </a:solidFill>
                <a:latin typeface="Aptos"/>
              </a:defRPr>
            </a:pPr>
            <a:r>
              <a:t>The card hardcodes a $300 monthly denominator and infers reset day 3 by default. These assumptions may not match the account. --reset-day 0 hides the caption, and --json avoids the derived dollar card. Colored model segments reflect request shares, not measured per-model cost shares.</a:t>
            </a:r>
          </a:p>
          <a:p>
            <a:pPr>
              <a:spcAft>
                <a:spcPts val="400"/>
              </a:spcAft>
              <a:defRPr sz="1200">
                <a:solidFill>
                  <a:srgbClr val="B4BAAE"/>
                </a:solidFill>
                <a:latin typeface="Aptos"/>
              </a:defRPr>
            </a:pPr>
            <a:r>
              <a:t>This documentation refresh did not execute the utility or read account keys. Account email and usage can appear in its output. Redact reports before sharing. The script queries usage; it does not buy, grant or reset credits.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Gitter Windows Paths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590cb8b repairs Gitter custom_command tokenization on Windows. POSIX shlex treated backslashes as escapes and turned C:\Dev\msg.txt into C:Devmsg.txt.</a:t>
            </a:r>
          </a:p>
          <a:p>
            <a:pPr>
              <a:spcAft>
                <a:spcPts val="400"/>
              </a:spcAft>
              <a:defRPr sz="1300">
                <a:solidFill>
                  <a:srgbClr val="B4BAAE"/>
                </a:solidFill>
                <a:latin typeface="Aptos"/>
              </a:defRPr>
            </a:pPr>
            <a:r>
              <a:t>Windows now uses shlex.split(..., posix=False) plus one matching outer-quote removal. Backslashes survive and quoted multi-word arguments remain single tokens. POSIX hosts retain posix=True. Malformed quotes retain the existing split fallback.</a:t>
            </a:r>
          </a:p>
          <a:p>
            <a:pPr>
              <a:spcAft>
                <a:spcPts val="400"/>
              </a:spcAft>
              <a:defRPr sz="1300">
                <a:solidFill>
                  <a:srgbClr val="B4BAAE"/>
                </a:solidFill>
                <a:latin typeface="Aptos"/>
              </a:defRPr>
            </a:pPr>
            <a:r>
              <a:t>agent/test_gitter_custom_command.py adds 23 tests. The tests AST-load only the two helpers so they do not start a pool agent or write PID/log state. They cover Windows paths, quoted arguments, malformed input, POSIX behavior and source contracts.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Source: agent/agents/gitter/gitter.py. Maintainer record: docs/claude/recent-fixes.md, 2026-09-11 entry. The public handbooks describe Gitter generally but do not yet explain this tokenizer repair. It is committed in the current release ancestry.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Parametrizer derives parser membership from 53 structured-output contracts, preserves CRLF/empty fields, checks numeric/Boolean conversions, requires all mappings before writing/launching and blocks automatic replay of interrupted desktop input. FlowHypervisor separates execution branches from kill/observation dependencies and includes current timing and persistent desktop receipts. GUI-Manager remains design only. See docs/desktop-input-and-flow-contracts.md and docs/agent-coverage.md for verification scope and maintenance.</a:t>
            </a:r>
          </a:p>
          <a:p>
            <a:pPr>
              <a:spcAft>
                <a:spcPts val="400"/>
              </a:spcAft>
              <a:defRPr sz="9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a:p>
            <a:pPr>
              <a:spcAft>
                <a:spcPts val="400"/>
              </a:spcAft>
              <a:defRPr sz="900">
                <a:solidFill>
                  <a:srgbClr val="B4BAAE"/>
                </a:solidFill>
                <a:latin typeface="Aptos"/>
              </a:defRPr>
            </a:pPr>
            <a:r>
              <a:t>The reachable release tag v1.62.0 resolves to 814cd9a. Current source HEAD is cae78c3, 3 commits beyond that tag. Fetched origin/main resolves to cae78c3. Runtime version resolution remains Git/build-derived. A source revision beyond the tag is not a new tagged release.</a:t>
            </a:r>
          </a:p>
          <a:p>
            <a:pPr>
              <a:spcAft>
                <a:spcPts val="400"/>
              </a:spcAft>
              <a:defRPr sz="9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9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current release line.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reachable release tag v1.62.0 resolves to 814cd9a. Current source HEAD is cae78c3, 3 commits beyond that tag. Fetched origin/main resolves to cae78c3. Runtime version resolution remains Git/build-derived. A source revision beyond the tag is not a new tagged release.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`glm-5.3:cloud`,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`glm-5.3:cloud`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`glm-5.3:cloud`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`glm-5.3:cloud`;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The 89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762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762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Templates on disk with config.yaml: 89</a:t>
            </a:r>
          </a:p>
          <a:p>
            <a:pPr>
              <a:spcAft>
                <a:spcPts val="400"/>
              </a:spcAft>
              <a:defRPr sz="1500">
                <a:solidFill>
                  <a:srgbClr val="B4BAAE"/>
                </a:solidFill>
                <a:latin typeface="Aptos"/>
              </a:defRPr>
            </a:pPr>
            <a:r>
              <a:t>Description rows in `agents_descriptions.md`: 89</a:t>
            </a:r>
          </a:p>
          <a:p>
            <a:pPr>
              <a:spcAft>
                <a:spcPts val="400"/>
              </a:spcAft>
              <a:defRPr sz="1500">
                <a:solidFill>
                  <a:srgbClr val="B4BAAE"/>
                </a:solidFill>
                <a:latin typeface="Aptos"/>
              </a:defRPr>
            </a:pPr>
            <a:r>
              <a:t>This dossier reconciles README and Book wording back to the same 89-agent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live operator surface now stands at 89 workflow agents, 109 Multi-Turn tools, 12 ACPX tools, and 29 skills.</a:t>
            </a:r>
          </a:p>
          <a:p>
            <a:pPr>
              <a:spcAft>
                <a:spcPts val="400"/>
              </a:spcAft>
              <a:defRPr sz="1100">
                <a:solidFill>
                  <a:srgbClr val="B4BAAE"/>
                </a:solidFill>
                <a:latin typeface="Aptos"/>
              </a:defRPr>
            </a:pPr>
            <a:r>
              <a:t>Source inspection confirms the total: 20 core Python tools + 67 wrapped chat-agent tools + 12 ACPX/Skill tools + 10 External-MCP supervisors = 109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89-agent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ESP32er now ships ESP32TemplateProject inside its agent directory. create_project copies its PlatformIO project and stamps the requested board/framework. The blink-and-print main.cpp supplies setup/loop for an Arduino build.</a:t>
            </a:r>
          </a:p>
          <a:p>
            <a:pPr>
              <a:spcAft>
                <a:spcPts val="400"/>
              </a:spcAft>
              <a:defRPr sz="1300">
                <a:solidFill>
                  <a:srgbClr val="B4BAAE"/>
                </a:solidFill>
                <a:latin typeface="Aptos"/>
              </a:defRPr>
            </a:pPr>
            <a:r>
              <a:t>Six tracked files include platformio.ini, src/main.cpp and README files for the root/include/lib/test directories. The narrow Git exception retains lib/README.md. No standalone GitHub repository or CI publication is implied by this bundled tree.</a:t>
            </a:r>
          </a:p>
          <a:p>
            <a:pPr>
              <a:spcAft>
                <a:spcPts val="400"/>
              </a:spcAft>
              <a:defRPr sz="1300">
                <a:solidFill>
                  <a:srgbClr val="B4BAAE"/>
                </a:solidFill>
                <a:latin typeface="Aptos"/>
              </a:defRPr>
            </a:pPr>
            <a:r>
              <a:t>Use a new project_dir, then build and inspect the result before upload/monitor. The copy merges with an existing destination and may overwrite matching template files. If the bundle is unavailable, pio project init falls back to minimal source when appropriate.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ESPHomer's scaffold_template now copies the complete bundled ESPHomeTemplateProject into project_dir. It contains the light, a sensor example, common/base.yaml, placeholder secrets.yaml.example and a project .gitignore.</a:t>
            </a:r>
          </a:p>
          <a:p>
            <a:pPr>
              <a:spcAft>
                <a:spcPts val="400"/>
              </a:spcAft>
              <a:defRPr sz="1200">
                <a:solidFill>
                  <a:srgbClr val="B4BAAE"/>
                </a:solidFill>
                <a:latin typeface="Aptos"/>
              </a:defRPr>
            </a:pPr>
            <a:r>
              <a:t>new_config remains a separate single-device generator. use_secrets=true emits !secret references and creates a sibling secrets.yaml only when one does not already exist. Keep actual credentials outside Git and inspect the generated device YAML before compilation.</a:t>
            </a:r>
          </a:p>
          <a:p>
            <a:pPr>
              <a:spcAft>
                <a:spcPts val="400"/>
              </a:spcAft>
              <a:defRPr sz="1200">
                <a:solidFill>
                  <a:srgbClr val="B4BAAE"/>
                </a:solidFill>
                <a:latin typeface="Aptos"/>
              </a:defRPr>
            </a:pPr>
            <a:r>
              <a:t>Use a new destination for scaffold_template because its merge can replace matching template files. Validate configuration before compile/upload. A real board, USB driver and later OTA setup remain necessary for hardware verification, which was not performed in this refresh.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Run from source: create a virtual environment, install requirements, migrate, create a superuser, collect static files, and start Django.</a:t>
            </a:r>
          </a:p>
          <a:p>
            <a:pPr>
              <a:spcAft>
                <a:spcPts val="400"/>
              </a:spcAft>
              <a:defRPr sz="1000">
                <a:solidFill>
                  <a:srgbClr val="B4BAAE"/>
                </a:solidFill>
                <a:latin typeface="Aptos"/>
              </a:defRPr>
            </a:pPr>
            <a:r>
              <a:t>Open `/agent/` for chat. Load file/directory context for code questions. For PDFs, use Open in the canvas, then Use as context and Continue. Process images is off by default and adds configured vision calls only when selected.</a:t>
            </a:r>
          </a:p>
          <a:p>
            <a:pPr>
              <a:spcAft>
                <a:spcPts val="400"/>
              </a:spcAft>
              <a:defRPr sz="1000">
                <a:solidFill>
                  <a:srgbClr val="B4BAAE"/>
                </a:solidFill>
                <a:latin typeface="Aptos"/>
              </a:defRPr>
            </a:pPr>
            <a:r>
              <a:t>Keep Multi-Turn unchecked for direct Q&amp;A; enable Multi-Turn for tasks that need tools, wrapped agents, monitoring, or workflow seeding.</a:t>
            </a:r>
          </a:p>
          <a:p>
            <a:pPr>
              <a:spcAft>
                <a:spcPts val="400"/>
              </a:spcAft>
              <a:defRPr sz="1000">
                <a:solidFill>
                  <a:srgbClr val="B4BAAE"/>
                </a:solidFill>
                <a:latin typeface="Aptos"/>
              </a:defRPr>
            </a:pPr>
            <a:r>
              <a:t>Use `chat_agent_globber` to find files, `chat_agent_grepper` to search or read a range with output_mode=lines, and `chat_agent_editor` for an exact in-place change. Use content_b64 for line-ending-safe text transport and observe Editor's UTF-8 scope.</a:t>
            </a:r>
          </a:p>
          <a:p>
            <a:pPr>
              <a:spcAft>
                <a:spcPts val="400"/>
              </a:spcAft>
              <a:defRPr sz="10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4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4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4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4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4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762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762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Ollama defaults are `ollama_repeat_penalty=1.2`, `ollama_repeat_last_n=256` and `ollama_num_ctx=1048576`. Both factory chains and the ChatOllama adapter carry them. The dedicated sampler section separates source behavior from the September 13 commit measurements and explains the local-model memory caveat. Keep new sampler keys aligned across both chains, adapter forwarding and the `[LLM-PARAMS]` banner.</a:t>
            </a:r>
          </a:p>
          <a:p>
            <a:pPr>
              <a:spcAft>
                <a:spcPts val="400"/>
              </a:spcAft>
              <a:defRPr sz="1100">
                <a:solidFill>
                  <a:srgbClr val="B4BAAE"/>
                </a:solidFill>
                <a:latin typeface="Aptos"/>
              </a:defRPr>
            </a:pPr>
            <a:r>
              <a:t>The checked-in default model baseline moved again in the recent Git window: the shared config now favors `glm-5.3:cloud`, so source or frozen installs that keep the shipped config should be documented as cloud-first unless the operator intentionally swaps models.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a:p>
            <a:pPr>
              <a:spcAft>
                <a:spcPts val="400"/>
              </a:spcAft>
              <a:defRPr sz="12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2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2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2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2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3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3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release documentation set. PDF canvas/context and stricter build/update carriage join measured networking, WAL-safe database movement, resilient Googler discovery and guided MCP onboarding. Encoding-safe search, guarded execution truth, private MCP runtimes, document agents and ranked prompt search remain carried.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3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300">
                <a:solidFill>
                  <a:srgbClr val="B4BAAE"/>
                </a:solidFill>
                <a:latin typeface="Aptos"/>
              </a:defRPr>
            </a:pPr>
            <a:r>
              <a:t>The reachable release tag v1.62.0 resolves to 814cd9a. Current source HEAD is cae78c3, 3 commits beyond that tag. Fetched origin/main resolves to cae78c3. Runtime version resolution remains Git/build-derived. A source revision beyond the tag is not a new tagged release.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76200" tIns="12700" bIns="12700">
            <a:normAutofit/>
          </a:bodyPr>
          <a:lstStyle/>
          <a:p>
            <a:pPr algn="l"/>
            <a:r>
              <a:rPr sz="900" b="0">
                <a:solidFill>
                  <a:srgbClr val="B4BAAE"/>
                </a:solidFill>
                <a:latin typeface="Cascadia Mono"/>
              </a:rPr>
              <a:t>Resolved current version: 1.62.0 | build: 1.62.0</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762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glm-5.3:cloud
ollama pull qwen3.5:cloud
ollama pull gemma4:cloud
ollama pull qwen3-vl:235b-cloud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glm-5.3:cloud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gemma4:cloud</a:t>
            </a:r>
          </a:p>
          <a:p>
            <a:pPr>
              <a:spcAft>
                <a:spcPts val="400"/>
              </a:spcAft>
              <a:defRPr sz="1500">
                <a:solidFill>
                  <a:srgbClr val="B4BAAE"/>
                </a:solidFill>
                <a:latin typeface="Aptos"/>
              </a:defRPr>
            </a:pPr>
            <a:r>
              <a:t>qwen3-vl:235b-cloud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762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1500</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89</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204</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43</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13</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762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cae78c3 - Fix the order-dependent log-capture harness, and let AudioPlayer's stream math stay under test</a:t>
            </a:r>
          </a:p>
          <a:p>
            <a:pPr>
              <a:spcAft>
                <a:spcPts val="400"/>
              </a:spcAft>
              <a:defRPr sz="1300">
                <a:solidFill>
                  <a:srgbClr val="B4BAAE"/>
                </a:solidFill>
                <a:latin typeface="Aptos"/>
              </a:defRPr>
            </a:pPr>
            <a:r>
              <a:t>Resolved version: 1.62.0 (git)</a:t>
            </a:r>
          </a:p>
          <a:p>
            <a:pPr>
              <a:spcAft>
                <a:spcPts val="400"/>
              </a:spcAft>
              <a:defRPr sz="1300">
                <a:solidFill>
                  <a:srgbClr val="B4BAAE"/>
                </a:solidFill>
                <a:latin typeface="Aptos"/>
              </a:defRPr>
            </a:pPr>
            <a:r>
              <a:t>Generated on September 16, 2026 04:39 PM UTC-0600</a:t>
            </a:r>
          </a:p>
          <a:p>
            <a:pPr>
              <a:spcAft>
                <a:spcPts val="400"/>
              </a:spcAft>
              <a:defRPr sz="1300">
                <a:solidFill>
                  <a:srgbClr val="B4BAAE"/>
                </a:solidFill>
                <a:latin typeface="Aptos"/>
              </a:defRPr>
            </a:pPr>
            <a:r>
              <a:t>Inventory scope: 1500 files = 1445 tracked + 55 git-unignored working-tree additions</a:t>
            </a:r>
          </a:p>
          <a:p>
            <a:pPr>
              <a:spcAft>
                <a:spcPts val="400"/>
              </a:spcAft>
              <a:defRPr sz="1300">
                <a:solidFill>
                  <a:srgbClr val="B4BAAE"/>
                </a:solidFill>
                <a:latin typeface="Aptos"/>
              </a:defRPr>
            </a:pPr>
            <a:r>
              <a:t>Multi-Turn tools: 109; wrapped chat-agent tools: 67; skills: 29</a:t>
            </a:r>
          </a:p>
          <a:p>
            <a:pPr>
              <a:spcAft>
                <a:spcPts val="400"/>
              </a:spcAft>
              <a:defRPr sz="1300">
                <a:solidFill>
                  <a:srgbClr val="B4BAAE"/>
                </a:solidFill>
                <a:latin typeface="Aptos"/>
              </a:defRPr>
            </a:pPr>
            <a:r>
              <a:t>Python requirements: 81; authoritative agent-description rows: 89</a:t>
            </a:r>
          </a:p>
          <a:p>
            <a:pPr>
              <a:spcAft>
                <a:spcPts val="400"/>
              </a:spcAft>
              <a:defRPr sz="1300">
                <a:solidFill>
                  <a:srgbClr val="B4BAAE"/>
                </a:solidFill>
                <a:latin typeface="Aptos"/>
              </a:defRPr>
            </a:pPr>
            <a:r>
              <a:t>Binary assets: 256; index paths absent locally: 14 (not counted as bytes/lines)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f3138d4 on 2026-09-15</a:t>
            </a:r>
          </a:p>
          <a:p>
            <a:pPr>
              <a:spcAft>
                <a:spcPts val="400"/>
              </a:spcAft>
              <a:defRPr sz="1300">
                <a:solidFill>
                  <a:srgbClr val="B4BAAE"/>
                </a:solidFill>
                <a:latin typeface="Aptos"/>
              </a:defRPr>
            </a:pPr>
            <a:r>
              <a:t>Updating visual documentation, by angelahack1</a:t>
            </a:r>
          </a:p>
          <a:p>
            <a:pPr>
              <a:spcAft>
                <a:spcPts val="400"/>
              </a:spcAft>
              <a:defRPr sz="1300">
                <a:solidFill>
                  <a:srgbClr val="B4BAAE"/>
                </a:solidFill>
                <a:latin typeface="Aptos"/>
              </a:defRPr>
            </a:pPr>
            <a:r>
              <a:t>Commits since then: 4</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Commit cae78c3: Repairs five order-dependent log-capture harnesses. AudioPlayer suppresses real audio under TLAMATINI_NO_AUDIO while explicitly marked fake sounddevice modules can exercise streaming math. No tests ran in this dossier refresh.</a:t>
            </a:r>
          </a:p>
          <a:p>
            <a:pPr>
              <a:spcAft>
                <a:spcPts val="400"/>
              </a:spcAft>
              <a:defRPr sz="1000">
                <a:solidFill>
                  <a:srgbClr val="B4BAAE"/>
                </a:solidFill>
                <a:latin typeface="Aptos"/>
              </a:defRPr>
            </a:pPr>
            <a:r>
              <a:t>Commit 6dd2b7e: Updates README, Book, self-knowledge and document-agent contracts. Clarifies audit confidence, partial LaTeX results and repair boundaries instead of equating creation with verification.</a:t>
            </a:r>
          </a:p>
          <a:p>
            <a:pPr>
              <a:spcAft>
                <a:spcPts val="400"/>
              </a:spcAft>
              <a:defRPr sz="1000">
                <a:solidFill>
                  <a:srgbClr val="B4BAAE"/>
                </a:solidFill>
                <a:latin typeface="Aptos"/>
              </a:defRPr>
            </a:pPr>
            <a:r>
              <a:t>Commit 63afbf9: Adds explicit frozen PDF/PyMuPDF collection, a LAN-safe UUID fallback, strict source-snapshot carriage and WAL-aware update backup. These changes were source-reviewed without a full frozen-build run.</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VERIFIED IMPLEMENTATION CHANGES 4-4</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Dossier Delta Continued</a:t>
            </a:r>
          </a:p>
        </p:txBody>
      </p:sp>
      <p:sp>
        <p:nvSpPr>
          <p:cNvPr id="9" name="Rounded Rectangle 8"/>
          <p:cNvSpPr/>
          <p:nvPr/>
        </p:nvSpPr>
        <p:spPr>
          <a:xfrm>
            <a:off x="713232" y="1463040"/>
            <a:ext cx="10716768"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10716768"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10314432" cy="310896"/>
          </a:xfrm>
          <a:prstGeom prst="rect">
            <a:avLst/>
          </a:prstGeom>
          <a:noFill/>
        </p:spPr>
        <p:txBody>
          <a:bodyPr wrap="square" anchor="t" lIns="12700" rIns="76200" tIns="12700" bIns="12700">
            <a:normAutofit/>
          </a:bodyPr>
          <a:lstStyle/>
          <a:p>
            <a:pPr algn="l"/>
            <a:r>
              <a:rPr sz="1400" b="1">
                <a:solidFill>
                  <a:srgbClr val="48BF8F"/>
                </a:solidFill>
                <a:latin typeface="Aptos"/>
              </a:rPr>
              <a:t>Additional verified change</a:t>
            </a:r>
          </a:p>
        </p:txBody>
      </p:sp>
      <p:sp>
        <p:nvSpPr>
          <p:cNvPr id="12" name="TextBox 11"/>
          <p:cNvSpPr txBox="1"/>
          <p:nvPr/>
        </p:nvSpPr>
        <p:spPr>
          <a:xfrm>
            <a:off x="914400" y="2121408"/>
            <a:ext cx="10314432"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Commit 814cd9a: Introduces the PDF canvas with local range reads, whole-document context, optional Image-Interpreter analysis and cancellable progress. Adds pinned PDF.js assets and removes six gallery videos. The v1.62.0 tag resolves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TAGGED FOUNDATION AND SUBSEQUENT SOURCE CHANGES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v1.62.0 resolves to 814cd9a. Current source HEAD is cae78c3, 3 commits beyond that tag. Fetched origin/main resolves to cae78c3. Runtime version resolution remains Git/build-derived. A source revision beyond the tag is not a new tagged release.</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89 workflow agents and 109 built-in Multi-Turn tools (20 core + 67 wrapped + 12 ACPX/Skill + 10 External-MCP supervisors), with 29 skills; dynamic ext__ remotes are separate.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762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379,594</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762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490,304</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762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18</a:t>
            </a:r>
          </a:p>
        </p:txBody>
      </p:sp>
      <p:sp>
        <p:nvSpPr>
          <p:cNvPr id="18" name="TextBox 17"/>
          <p:cNvSpPr txBox="1"/>
          <p:nvPr/>
        </p:nvSpPr>
        <p:spPr>
          <a:xfrm>
            <a:off x="841248" y="2788920"/>
            <a:ext cx="10378440" cy="2926080"/>
          </a:xfrm>
          <a:prstGeom prst="rect">
            <a:avLst/>
          </a:prstGeom>
          <a:noFill/>
        </p:spPr>
        <p:txBody>
          <a:bodyPr wrap="square" anchor="t" lIns="12700" rIns="76200" tIns="12700" bIns="12700">
            <a:normAutofit/>
          </a:bodyPr>
          <a:lstStyle/>
          <a:p>
            <a:pPr algn="l"/>
            <a:r>
              <a:rPr sz="800" b="0">
                <a:solidFill>
                  <a:srgbClr val="E8E8DE"/>
                </a:solidFill>
                <a:latin typeface="Cascadia Mono"/>
              </a:rPr>
              <a:t>LANGUAGE                 FILES   EFFECTIVE      TOTAL   SHARE
Python                   684     193,760    278,484  51.0%
JavaScript module          5     102,381    103,752  27.0%
Markdown                 189      28,317     37,589   7.5%
JavaScript                66      21,454     27,499   5.7%
CSS                       18      12,281     15,357   3.2%
JSON                      13       6,185      6,185   1.6%
Other text                38       5,792      6,769   1.5%
YAML                      96       2,285      6,150   0.6%
PowerShell                11       1,758      2,414   0.5%
Prompt template            2       1,367      1,504   0.4%
Text                       9       1,203      1,529   0.3%
HTML                       5       1,189      1,235   0.3%
Tlamatini Flow             4         837        837   0.2%
SVG                       82         443        460   0.1%
Batch                      4         264        380   0.1%
C++                        2          50         87   0.0%
Protocol Buffers           1          20         33   0.0%
INI                        1           8         40   0.0%</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76200" tIns="12700" bIns="12700">
            <a:normAutofit/>
          </a:bodyPr>
          <a:lstStyle/>
          <a:p>
            <a:pPr algn="l"/>
            <a:r>
              <a:rPr sz="800" b="0">
                <a:solidFill>
                  <a:srgbClr val="E8E8DE"/>
                </a:solidFill>
                <a:latin typeface="Cascadia Mono"/>
              </a:rPr>
              <a:t>PATH                                                     LANGUAGE     EFFECTIVE   TOTAL
...agent/static/agent/vendor/pdfjs/build/pdf.worker.mjs JavaScript    64,294  65,084
Tlamatini/agent/static/agent/vendor/pdfjs/build/pdf.mjs JavaScript    27,965  28,266
...i/agent/static/agent/vendor/pdfjs/web/pdf_viewer.mjs JavaScript     9,659   9,834
Tlamatini/agent/views.py                                Python         8,717  12,769
Tlamatini/agent/tests.py                                Python         5,700   7,452
...i/agent/static/agent/vendor/pdfjs/web/pdf_viewer.css CSS            5,533   6,409
Tlamatini/agent/agents/flowcreator/flow_catalog.json    JSON           5,158   5,158
Tlamatini/agent/doc_generation/complete_project_docs.py Python         3,991   4,494
Tlamatini/agent/agents/latexer/latexer.py               Python         3,348   4,661
Tlamatini/agent/tools.py                                Python         3,277   4,960
BookOfTlamatini.md                                      Markdown       3,018   4,331
docs/claude/recent-fixes.md                             Markdown       2,512   3,314
Tlamatini/agent/agents/flowcreator/agentic_skill.md     Markdown       2,422   2,666
Tlamatini/agent/chat_agent_registry.py                  Python         2,160   2,235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REPRODUCIBLE SOURCE MEASUREMENTS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Line Inventory Method</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Counting boundary</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primary inventory uses git ls-files. Nonignored untracked additions, when present, are labeled separately. Ignored build output, caches and environments are excluded.</a:t>
            </a:r>
          </a:p>
          <a:p>
            <a:pPr>
              <a:spcAft>
                <a:spcPts val="400"/>
              </a:spcAft>
              <a:defRPr sz="1400">
                <a:solidFill>
                  <a:srgbClr val="B4BAAE"/>
                </a:solidFill>
                <a:latin typeface="Aptos"/>
              </a:defRPr>
            </a:pPr>
            <a:r>
              <a:t>14 index paths are absent locally (pending deletions): retained in the index tree, excluded from line and binary totals.</a:t>
            </a:r>
          </a:p>
          <a:p>
            <a:pPr>
              <a:spcAft>
                <a:spcPts val="400"/>
              </a:spcAft>
              <a:defRPr sz="1400">
                <a:solidFill>
                  <a:srgbClr val="B4BAAE"/>
                </a:solidFill>
                <a:latin typeface="Aptos"/>
              </a:defRPr>
            </a:pPr>
            <a:r>
              <a:t>Physical lines include blanks and comments in text files. Effective lines exclude blank and comment-only lines. Python also excludes module, class and function docstrings identified by AST parsing.</a:t>
            </a:r>
          </a:p>
          <a:p>
            <a:pPr>
              <a:spcAft>
                <a:spcPts val="400"/>
              </a:spcAft>
              <a:defRPr sz="1400">
                <a:solidFill>
                  <a:srgbClr val="B4BAAE"/>
                </a:solidFill>
                <a:latin typeface="Aptos"/>
              </a:defRPr>
            </a:pPr>
            <a:r>
              <a:t>Executable Python multiline strings count every nonblank occupied line. The 2026-09-12 correction replaced the token-start-only undercount. Comparisons with earlier dossiers require recounting them.</a:t>
            </a:r>
          </a:p>
          <a:p>
            <a:pPr>
              <a:spcAft>
                <a:spcPts val="400"/>
              </a:spcAft>
              <a:defRPr sz="1400">
                <a:solidFill>
                  <a:srgbClr val="B4BAAE"/>
                </a:solidFill>
                <a:latin typeface="Aptos"/>
              </a:defRPr>
            </a:pPr>
            <a:r>
              <a:t>Other languages use comment stripping rather than semantic execution analysis. Markdown counts authored nonblank documentation. Binary and media assets have no source-line count. Published historical source snapshots contribute text lines but do not increase runtime module or agent totals.</a:t>
            </a:r>
          </a:p>
          <a:p>
            <a:pPr>
              <a:spcAft>
                <a:spcPts val="400"/>
              </a:spcAft>
              <a:defRPr sz="1400">
                <a:solidFill>
                  <a:srgbClr val="B4BAAE"/>
                </a:solidFill>
                <a:latin typeface="Aptos"/>
              </a:defRPr>
            </a:pPr>
            <a:r>
              <a:t>The generated context JSON retains per-file physical/effective counts, per-language totals and all inventory paths. Both dossiers contain the complete repository tree and a separate new-asset appendix.</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GIT-INDEX ENTRIES ABSENT LOCALLY; UNRELATED USER CHANGES PRESERVED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Pending Working-Tree Deletions</a:t>
            </a:r>
          </a:p>
        </p:txBody>
      </p:sp>
      <p:sp>
        <p:nvSpPr>
          <p:cNvPr id="9" name="TextBox 8"/>
          <p:cNvSpPr txBox="1"/>
          <p:nvPr/>
        </p:nvSpPr>
        <p:spPr>
          <a:xfrm>
            <a:off x="777240" y="1572768"/>
            <a:ext cx="10698480" cy="4434840"/>
          </a:xfrm>
          <a:prstGeom prst="rect">
            <a:avLst/>
          </a:prstGeom>
          <a:noFill/>
        </p:spPr>
        <p:txBody>
          <a:bodyPr wrap="square" anchor="t" lIns="12700" rIns="76200" tIns="12700" bIns="12700">
            <a:normAutofit/>
          </a:bodyPr>
          <a:lstStyle/>
          <a:p>
            <a:pPr algn="l"/>
            <a:r>
              <a:rPr sz="1100" b="0">
                <a:solidFill>
                  <a:srgbClr val="E8E8DE"/>
                </a:solidFill>
                <a:latin typeface="Cascadia Mono"/>
              </a:rPr>
              <a:t>10000xRedesignOfUpdatingMechanicsOnTlamatini.md
Tlamatini/agent/images/FlowPill.jpg
Tlamatini/agent/images/HiIamTlamatini.png
Tlamatini/agent/images/RealisticTlamatini.png
Tlamatini/agent/images/ShouldersUoTlamatini.png
Tlamatini/agent/images/TlamatiniClosedMouthClosedEyes.jpg
Tlamatini/agent/images/TlamatiniClosedMouthOpenedEyes.jpg
Tlamatini/agent/images/TlamatiniDrawings.png
Tlamatini/agent/images/TlamatiniOpenedMouthClosedEyes.jpg
Tlamatini/agent/images/TlamattiniOpenedMouthOpenedEyes.jpg
Tlamatini/agent/images/TorsoTlamatini.png
Tlamatini/agent/images/versions.png
TlamatiniJudgementDay.md
surgical_improving_speed_of_Tlamatini_by_a_factor_of_3X.md</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(1/4)</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Commit cae78c3: Repairs five order-dependent log-capture harnesses. AudioPlayer suppresses real audio under TLAMATINI_NO_AUDIO while explicitly marked fake sounddevice modules can exercise streaming math. No tests ran in this dossier refresh.</a:t>
            </a:r>
          </a:p>
          <a:p>
            <a:pPr>
              <a:spcAft>
                <a:spcPts val="400"/>
              </a:spcAft>
              <a:defRPr sz="1400">
                <a:solidFill>
                  <a:srgbClr val="B4BAAE"/>
                </a:solidFill>
                <a:latin typeface="Aptos"/>
              </a:defRPr>
            </a:pPr>
            <a:r>
              <a:t>Commit 6dd2b7e: Updates README, Book, self-knowledge and document-agent contracts. Clarifies audit confidence, partial LaTeX results and repair boundaries instead of equating creation with verification.</a:t>
            </a:r>
          </a:p>
          <a:p>
            <a:pPr>
              <a:spcAft>
                <a:spcPts val="400"/>
              </a:spcAft>
              <a:defRPr sz="1400">
                <a:solidFill>
                  <a:srgbClr val="B4BAAE"/>
                </a:solidFill>
                <a:latin typeface="Aptos"/>
              </a:defRPr>
            </a:pPr>
            <a:r>
              <a:t>Commit 63afbf9: Adds explicit frozen PDF/PyMuPDF collection, a LAN-safe UUID fallback, strict source-snapshot carriage and WAL-aware update backup. These changes were source-reviewed without a full frozen-build run.</a:t>
            </a:r>
          </a:p>
          <a:p>
            <a:pPr>
              <a:spcAft>
                <a:spcPts val="400"/>
              </a:spcAft>
              <a:defRPr sz="1400">
                <a:solidFill>
                  <a:srgbClr val="B4BAAE"/>
                </a:solidFill>
                <a:latin typeface="Aptos"/>
              </a:defRPr>
            </a:pPr>
            <a:r>
              <a:t>Commit 814cd9a: Introduces the PDF canvas with local range reads, whole-document context, optional Image-Interpreter analysis and cancellable progress. Adds pinned PDF.js assets and removes six gallery videos. The v1.62.0 tag resolves here.</a:t>
            </a:r>
          </a:p>
          <a:p>
            <a:pPr>
              <a:spcAft>
                <a:spcPts val="400"/>
              </a:spcAft>
              <a:defRPr sz="1400">
                <a:solidFill>
                  <a:srgbClr val="B4BAAE"/>
                </a:solidFill>
                <a:latin typeface="Aptos"/>
              </a:defRPr>
            </a:pPr>
            <a:r>
              <a:t>Commit f3138d4: Commits the preceding 73-page PDF and 197-slide deck, covering v1.60.0, visual styles, desktop contracts and the 1,148-file inventory.</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(2/4)</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c4daacc: Updates release-facing handbooks, self-knowledge and package metadata to v1.60.0. The tag remains at cef3995, one commit before this documentation commit.</a:t>
            </a:r>
          </a:p>
          <a:p>
            <a:pPr>
              <a:spcAft>
                <a:spcPts val="400"/>
              </a:spcAft>
              <a:defRPr sz="1500">
                <a:solidFill>
                  <a:srgbClr val="B4BAAE"/>
                </a:solidFill>
                <a:latin typeface="Aptos"/>
              </a:defRPr>
            </a:pPr>
            <a:r>
              <a:t>Commit cef3995: Tightens Mouser/Keyboarder/Shoter input receipts, Parametrizer mappings, FlowCreator validation and FlowHypervisor monitoring. Bundles usable ESP32 and ESPHome starter projects. GUI-Manager remains a design. Pins fonttools.</a:t>
            </a:r>
          </a:p>
          <a:p>
            <a:pPr>
              <a:spcAft>
                <a:spcPts val="400"/>
              </a:spcAft>
              <a:defRPr sz="1500">
                <a:solidFill>
                  <a:srgbClr val="B4BAAE"/>
                </a:solidFill>
                <a:latin typeface="Aptos"/>
              </a:defRPr>
            </a:pPr>
            <a:r>
              <a:t>Commit 14647ab: Adds LaTeXer's 30 signature styles, independent template controls, original TikZ artwork and engine-free style discovery. Records implementation verification separately from this refresh.</a:t>
            </a:r>
          </a:p>
          <a:p>
            <a:pPr>
              <a:spcAft>
                <a:spcPts val="400"/>
              </a:spcAft>
              <a:defRPr sz="1500">
                <a:solidFill>
                  <a:srgbClr val="B4BAAE"/>
                </a:solidFill>
                <a:latin typeface="Aptos"/>
              </a:defRPr>
            </a:pPr>
            <a:r>
              <a:t>Commit 1d22228: Adds PDFer's 24 signature styles and PPTXer's 12 explicit styles, with typography and layout repairs. Removes the 62 earlier output assets from the tracked tree. Reusable verifier sources remain.</a:t>
            </a:r>
          </a:p>
          <a:p>
            <a:pPr>
              <a:spcAft>
                <a:spcPts val="400"/>
              </a:spcAft>
              <a:defRPr sz="1500">
                <a:solidFill>
                  <a:srgbClr val="B4BAAE"/>
                </a:solidFill>
                <a:latin typeface="Aptos"/>
              </a:defRPr>
            </a:pPr>
            <a:r>
              <a:t>Commit 5c6d47e: Introduces PPTXer, the 89th installed agent and 67th wrapped tool. Adds three migrations, document prompts 123/124, native rendering and reusable layout/visibility sources.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(3/4)</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97b5bac: Commits the preceding whole-project PDF/PPTX refresh for Grepper's line-reading contract and the earlier release boundary.</a:t>
            </a:r>
          </a:p>
          <a:p>
            <a:pPr>
              <a:spcAft>
                <a:spcPts val="400"/>
              </a:spcAft>
              <a:defRPr sz="1500">
                <a:solidFill>
                  <a:srgbClr val="B4BAAE"/>
                </a:solidFill>
                <a:latin typeface="Aptos"/>
              </a:defRPr>
            </a:pPr>
            <a:r>
              <a:t>Commit 7764353: Restores CRLF endings in eleven files changed by the Grepper feature commit, without changing their behavior.</a:t>
            </a:r>
          </a:p>
          <a:p>
            <a:pPr>
              <a:spcAft>
                <a:spcPts val="400"/>
              </a:spcAft>
              <a:defRPr sz="1500">
                <a:solidFill>
                  <a:srgbClr val="B4BAAE"/>
                </a:solidFill>
                <a:latin typeface="Aptos"/>
              </a:defRPr>
            </a:pPr>
            <a:r>
              <a:t>Commit 4ae6da6: Adds Grepper's single-file lines mode, inclusive ranges and content_b64 transport. Updates wrapped-tool and Parametrizer contracts, self-knowledge and handbooks. Adds three regression/visible-harness sources, not run here.</a:t>
            </a:r>
          </a:p>
          <a:p>
            <a:pPr>
              <a:spcAft>
                <a:spcPts val="400"/>
              </a:spcAft>
              <a:defRPr sz="1500">
                <a:solidFill>
                  <a:srgbClr val="B4BAAE"/>
                </a:solidFill>
                <a:latin typeface="Aptos"/>
              </a:defRPr>
            </a:pPr>
            <a:r>
              <a:t>Commit 1dcd805: Updates release-facing documentation and package metadata to v1.51.9. The annotated tag resolves to cb30edf, before the Grepper change.</a:t>
            </a:r>
          </a:p>
          <a:p>
            <a:pPr>
              <a:spcAft>
                <a:spcPts val="400"/>
              </a:spcAft>
              <a:defRPr sz="1500">
                <a:solidFill>
                  <a:srgbClr val="B4BAAE"/>
                </a:solidFill>
                <a:latin typeface="Aptos"/>
              </a:defRPr>
            </a:pPr>
            <a:r>
              <a:t>Commit 7800610: Commits the previous dossiers and expands sampler/uninstaller maintainer guidance. The mcp_agent.py change adds explanatory comments, not a new sampler path.</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(4/4)</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cb30edf: Forwards repeat_last_n through both Ollama chains and ChatOllama, adds it to the parameter banner, and aligns defaults at 256 / 1,048,576 for repeat_last_n / num_ctx. Commit measurements are historical and model-specific.</a:t>
            </a:r>
          </a:p>
          <a:p>
            <a:pPr>
              <a:spcAft>
                <a:spcPts val="400"/>
              </a:spcAft>
              <a:defRPr sz="1500">
                <a:solidFill>
                  <a:srgbClr val="B4BAAE"/>
                </a:solidFill>
                <a:latin typeface="Aptos"/>
              </a:defRPr>
            </a:pPr>
            <a:r>
              <a:t>Commit f6404a3: Aligns both Ollama repeat_penalty fallbacks and the shipped setting at 1.2. The commit reports fewer empty answers in its eight-trial workload. Those experiments were not rerun for this dossier.</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2026-09-16 | cae78c3 | Fix the order-dependent log-capture harness, and let AudioPlayer's stream math stay under test</a:t>
            </a:r>
          </a:p>
          <a:p>
            <a:pPr>
              <a:spcAft>
                <a:spcPts val="400"/>
              </a:spcAft>
              <a:defRPr sz="1200">
                <a:solidFill>
                  <a:srgbClr val="B4BAAE"/>
                </a:solidFill>
                <a:latin typeface="Aptos"/>
              </a:defRPr>
            </a:pPr>
            <a:r>
              <a:t>2026-09-16 | 6dd2b7e | Updating documentation, by angelahack1</a:t>
            </a:r>
          </a:p>
          <a:p>
            <a:pPr>
              <a:spcAft>
                <a:spcPts val="400"/>
              </a:spcAft>
              <a:defRPr sz="1200">
                <a:solidFill>
                  <a:srgbClr val="B4BAAE"/>
                </a:solidFill>
                <a:latin typeface="Aptos"/>
              </a:defRPr>
            </a:pPr>
            <a:r>
              <a:t>2026-09-16 | 63afbf9 | Udating doccumentation and carriers assets, by angelahack1</a:t>
            </a:r>
          </a:p>
          <a:p>
            <a:pPr>
              <a:spcAft>
                <a:spcPts val="400"/>
              </a:spcAft>
              <a:defRPr sz="1200">
                <a:solidFill>
                  <a:srgbClr val="B4BAAE"/>
                </a:solidFill>
                <a:latin typeface="Aptos"/>
              </a:defRPr>
            </a:pPr>
            <a:r>
              <a:t>2026-09-16 | 814cd9a | Now PDF loading in main canvas is way too cool, and use it as context is even cooler, by angelahack1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1/3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2026-09-16 | cae78c3 | Fix the order-dependent log-capture harness, and let AudioPlayer's stream math stay under test</a:t>
            </a:r>
          </a:p>
          <a:p>
            <a:pPr>
              <a:spcAft>
                <a:spcPts val="400"/>
              </a:spcAft>
              <a:defRPr sz="1200">
                <a:solidFill>
                  <a:srgbClr val="B4BAAE"/>
                </a:solidFill>
                <a:latin typeface="Aptos"/>
              </a:defRPr>
            </a:pPr>
            <a:r>
              <a:t>2026-09-16 | 6dd2b7e | Updating documentation, by angelahack1</a:t>
            </a:r>
          </a:p>
          <a:p>
            <a:pPr>
              <a:spcAft>
                <a:spcPts val="400"/>
              </a:spcAft>
              <a:defRPr sz="1200">
                <a:solidFill>
                  <a:srgbClr val="B4BAAE"/>
                </a:solidFill>
                <a:latin typeface="Aptos"/>
              </a:defRPr>
            </a:pPr>
            <a:r>
              <a:t>2026-09-16 | 63afbf9 | Udating doccumentation and carriers assets, by angelahack1</a:t>
            </a:r>
          </a:p>
          <a:p>
            <a:pPr>
              <a:spcAft>
                <a:spcPts val="400"/>
              </a:spcAft>
              <a:defRPr sz="1200">
                <a:solidFill>
                  <a:srgbClr val="B4BAAE"/>
                </a:solidFill>
                <a:latin typeface="Aptos"/>
              </a:defRPr>
            </a:pPr>
            <a:r>
              <a:t>2026-09-16 | 814cd9a | Now PDF loading in main canvas is way too cool, and use it as context is even cooler, by angelahack1</a:t>
            </a:r>
          </a:p>
          <a:p>
            <a:pPr>
              <a:spcAft>
                <a:spcPts val="400"/>
              </a:spcAft>
              <a:defRPr sz="1200">
                <a:solidFill>
                  <a:srgbClr val="B4BAAE"/>
                </a:solidFill>
                <a:latin typeface="Aptos"/>
              </a:defRPr>
            </a:pPr>
            <a:r>
              <a:t>2026-09-15 | f3138d4 | Updating visual documentation, by angelahack1</a:t>
            </a:r>
          </a:p>
          <a:p>
            <a:pPr>
              <a:spcAft>
                <a:spcPts val="400"/>
              </a:spcAft>
              <a:defRPr sz="1200">
                <a:solidFill>
                  <a:srgbClr val="B4BAAE"/>
                </a:solidFill>
                <a:latin typeface="Aptos"/>
              </a:defRPr>
            </a:pPr>
            <a:r>
              <a:t>2026-09-15 | c4daacc | Bumping to version 1.60.0!, by angelahack1</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2/3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2026-09-15 | cef3995 | Entire chain of visual agents really enhanced!, by angelahack1</a:t>
            </a:r>
          </a:p>
          <a:p>
            <a:pPr>
              <a:spcAft>
                <a:spcPts val="400"/>
              </a:spcAft>
              <a:defRPr sz="1200">
                <a:solidFill>
                  <a:srgbClr val="B4BAAE"/>
                </a:solidFill>
                <a:latin typeface="Aptos"/>
              </a:defRPr>
            </a:pPr>
            <a:r>
              <a:t>2026-09-15 | 14647ab | Improving styles on LaTeXer powerful agent, by angelahack1</a:t>
            </a:r>
          </a:p>
          <a:p>
            <a:pPr>
              <a:spcAft>
                <a:spcPts val="400"/>
              </a:spcAft>
              <a:defRPr sz="1200">
                <a:solidFill>
                  <a:srgbClr val="B4BAAE"/>
                </a:solidFill>
                <a:latin typeface="Aptos"/>
              </a:defRPr>
            </a:pPr>
            <a:r>
              <a:t>2026-09-15 | 1d22228 | Improving styles on PDFer and PPTXer powerful agents, by angelahack1</a:t>
            </a:r>
          </a:p>
          <a:p>
            <a:pPr>
              <a:spcAft>
                <a:spcPts val="400"/>
              </a:spcAft>
              <a:defRPr sz="1200">
                <a:solidFill>
                  <a:srgbClr val="B4BAAE"/>
                </a:solidFill>
                <a:latin typeface="Aptos"/>
              </a:defRPr>
            </a:pPr>
            <a:r>
              <a:t>2026-09-14 | 5c6d47e | Implementing the brand new PPTXere agent!, by angelahack1</a:t>
            </a:r>
          </a:p>
          <a:p>
            <a:pPr>
              <a:spcAft>
                <a:spcPts val="400"/>
              </a:spcAft>
              <a:defRPr sz="1200">
                <a:solidFill>
                  <a:srgbClr val="B4BAAE"/>
                </a:solidFill>
                <a:latin typeface="Aptos"/>
              </a:defRPr>
            </a:pPr>
            <a:r>
              <a:t>2026-09-14 | 97b5bac | Updating visual documentation, by Tlamatini's-AutoBot.</a:t>
            </a:r>
          </a:p>
          <a:p>
            <a:pPr>
              <a:spcAft>
                <a:spcPts val="400"/>
              </a:spcAft>
              <a:defRPr sz="1200">
                <a:solidFill>
                  <a:srgbClr val="B4BAAE"/>
                </a:solidFill>
                <a:latin typeface="Aptos"/>
              </a:defRPr>
            </a:pPr>
            <a:r>
              <a:t>2026-09-14 | 7764353 | Restore the CRLF line endings 4ae6da6 flattened in 11 files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3/3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2026-09-14 | 4ae6da6 | Grepper learned to READ: output_mode 'lines', and the byte-exact channel it needed</a:t>
            </a:r>
          </a:p>
          <a:p>
            <a:pPr>
              <a:spcAft>
                <a:spcPts val="400"/>
              </a:spcAft>
              <a:defRPr sz="1200">
                <a:solidFill>
                  <a:srgbClr val="B4BAAE"/>
                </a:solidFill>
                <a:latin typeface="Aptos"/>
              </a:defRPr>
            </a:pPr>
            <a:r>
              <a:t>2026-09-14 | 1dcd805 | Docs: bump every current-release surface to v1.51.9</a:t>
            </a:r>
          </a:p>
          <a:p>
            <a:pPr>
              <a:spcAft>
                <a:spcPts val="400"/>
              </a:spcAft>
              <a:defRPr sz="1200">
                <a:solidFill>
                  <a:srgbClr val="B4BAAE"/>
                </a:solidFill>
                <a:latin typeface="Aptos"/>
              </a:defRPr>
            </a:pPr>
            <a:r>
              <a:t>2026-09-14 | 7800610 | Improved the Flow-chain parameters, some general fixes, and avoiding deletion of user-elements, by Tlamatini's-AutoBot.</a:t>
            </a:r>
          </a:p>
          <a:p>
            <a:pPr>
              <a:spcAft>
                <a:spcPts val="400"/>
              </a:spcAft>
              <a:defRPr sz="1200">
                <a:solidFill>
                  <a:srgbClr val="B4BAAE"/>
                </a:solidFill>
                <a:latin typeface="Aptos"/>
              </a:defRPr>
            </a:pPr>
            <a:r>
              <a:t>2026-09-13 | cb30edf | Wire repeat_last_n, set it to 256, and raise num_ctx to the real 1,048,576</a:t>
            </a:r>
          </a:p>
          <a:p>
            <a:pPr>
              <a:spcAft>
                <a:spcPts val="400"/>
              </a:spcAft>
              <a:defRPr sz="1200">
                <a:solidFill>
                  <a:srgbClr val="B4BAAE"/>
                </a:solidFill>
                <a:latin typeface="Aptos"/>
              </a:defRPr>
            </a:pPr>
            <a:r>
              <a:t>2026-09-13 | f6404a3 | Lower the default ollama_repeat_penalty from 1.9 to 1.2 (measured)</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Tlamatini/
|-- .gitattributes
|-- .gitignore
|-- .mcp.json
|-- 10000xRedesignOfUpdatingMechanicsOnTlamatini.md
|-- _acpx_pipeline_demo_report.md
|-- ACPX.md
|-- agents_descriptions.md
|-- apply_update.ps1
|-- audit_dependencies.py
|-- AvatarImprovementByClaude.md
|-- backup_db.py
|-- BookOfTlamatini.md
|-- build.py
|-- build_all.cmd
|-- build_complete_private_release.py
|-- build_complete_public_release.py
|-- build_installer.py
|-- build_runtime_assets.py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freeingport8000.ps1
|-- GEMINI.md
|-- git_deny_go.py
|-- image.png
|-- install.py
|-- KIMI.md
|-- LICENSE
|-- MCPMemoriesFlowCreation.flw
|-- MessagingConnectorAssistant_Design.md
|-- ollama_credits.py
|-- OllamaPricing.png
|-- OOB_shift_reaper-and-NAMU-Design.pdf
|-- package.json
|-- PIVOT_CHANGES.md
|-- pnpm-lock.yaml
|-- preserved_user_state.json
|-- private_targets.example.json
|-- PromptDesigner.jpg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Tlamatini.ps1
|-- tlamatini_acpx.py
|-- tlamatini_app_summary.pdf
|-- Tlamatini_eXtended_Artificial_Intelligence_Humanly_Tempered.pptx
|-- TLAMATINI_MCP.md
|-- tlamatini_mcp_server.py
|-- TlamatiniConsoleShieldByClaude.md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project_acpx_skills_menu.md
|   |   |-- project_acpx_toggle_skills.md
|   |   |-- project_acpxer_added.md
|   |   |-- project_agent_table_wiped_on_boot.md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project_mouser_wrapped_2026_05_07.md
|   |   |-- project_native_picker_tcltk_fix.md
|   |   |-- project_native_toast.md
|   |   |-- project_netspeed_calculator_agent.md
|   |   |-- project_numpy_pyinstaller.md
|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googler_dork_hunt.py
|       |       |-- grepper_lines_visible.py
|       |       |-- grepper_login_probe.py
|       |       |-- latexer_openmp_e2e.py
|       |       |-- latexer_stepbystep_5.py
|       |       |-- mcp_playwright_suite.py
|       |       |-- pdfer_nuance_visible.py
|       |       |-- playwrighter_run.py
|       |       |-- pptxer_visible.py
|       |       |-- qualify.py
|       |       |-- questions.py
|       |       |-- README.md
|       |       |-- requirements.txt
|       |       |-- run_test.py
|       |       |-- shoter_shot.py
|       |       |-- step_by_step_catalog.py
|       |       |-- step_by_step_catalog.py.antes_shoter
|       |       |-- talk_test.py
|       |       |-- uninstaller_visible.py
|       |       |-- voice_commands_visible.py
|       |       `-- wrapped_questions.py
|       |-- tlamatini-self-modify-inclusion/
|       |   |-- SKILL.md
|       |   `-- scripts/
|       |       `-- sweep_self_modify.py
|       `-- tlamatini-self-update-inclusion/
|           |-- SKILL.md
|           `-- scripts/
|               `-- sweep_self_update.py
|-- .codex/
|   `-- skills/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full-project-pdf-dossier/
|       |   `-- SKILL.md
|       `-- overlap-safe-pptx-dossier/
|           `-- SKILL.md
|-- .gemini/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googler_dork_hunt.py
|       |       |-- latexer_openmp_e2e.py
|       |       |-- latexer_stepbystep_5.py
|       |       |-- mcp_playwright_suite.py
|       |       |-- playwrighter_run.py
|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demo1_globber_to_parametrizer_to_zavuerer.flw
|   |-- demo2_apirer_to_parametrizer_to_zavuerer.flw
|   `-- demo3_zavuerer_health_to_parametrizer_to_filecreator.flw
|-- docs/
|   |-- agent-coverage.md
|   |-- companion-app-discovery.md
|   |-- desktop-input-and-flow-contracts.md
|   |-- external_mcp_bulletproof_architecture.md
|   |-- GUI-Manager-design.md
|   |-- pdf-canvas.md
|   |-- self-management-carriage.md
|   |-- stm32er_all_families_proposal.md
|   `-- claude/
|       |-- acpx.md
|       |-- agents.md
|       |-- architecture.md
|       |-- exec-report.md
|       |-- frontend.md
|       |-- gotchas.md
|       |-- INDEX.md
|       |-- mcp-tools.md
|       |-- multi-turn.md
|       `-- recent-fixes.md
|-- pyinstaller_hooks/
|   |-- hook-numpy.py
|   |-- hook-pymupdf.py
|   `-- hook-torch.py
|-- scripts/
|   |-- check_js_parse.mjs
|   |-- pptxer_visibility_gallery.py
|   |-- update_flow_catalog.py</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vendor_frontend.py
|   |-- vendor_pdfjs.py
|   |-- verify_latexer_styles.py
|   |-- verify_pdfer_styles.py
|   |-- verify_pptxer_layout.py
|   `-- verify_pptxer_styles.py
|-- security/
|   |-- automated_tests_of_security_assets.py
|   |-- enable_tlamatini_v2.bat
|   |-- README.md
|   |-- run_defender.bat
|   |-- tlamatini_defender.ps1
|   `-- tlamatini_whitelist_v2.ps1
|-- Tests/
|   |-- run_avatar_tests.py
|   |-- run_presence_tests.ps1
|   |-- test_about_window_name_visible.py
|   |-- test_avatar_animation.cjs
|   |-- test_avatar_collectstatic.py
|   |-- test_avatar_presence_visible.py
|   |-- test_avatar_visible.cjs
|   |-- test_pdf_canvas_assets.py
|   |-- test_pdf_canvas_browser.py
|   `-- test_perf_3x_visual.py
`-- Tlamatini/
    |-- cat_art.py
    |-- manage.py
    |-- .agents/
    |   `-- workflows/
    |       `-- create_new_agent.md
    |-- .mcps/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create_new_mcp.md
    |-- .skills/
    |   `-- create_new_skill.md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filesearch_pb2_grpc.py
    |   |-- global_execution_planner.py
    |   |-- global_state.py
    |   |-- gpu_perf.py
    |   |-- inet_determiner.py
    |   |-- llm_timing.py
    |   |-- local_toolcall_parser.py
    |   |-- log_identity.py
    |   |-- mcp_agent.py
    |   |-- mcp_files_search_client.py
    |   |-- mcp_files_search_server.py
    |   |-- mcp_system_client.py
    |   |-- mcp_system_server.py
    |   |-- models.py
    |   |-- native_dialogs.py
    |   |-- orphan_reaper.py
    |   |-- path_guard.py
    |   |-- pdf_context.py
    |   |-- pdf_context_jobs.py
    |   |-- pdf_context_views.py
    |   |-- pdf_image_analysis.py
    |   |-- prompt.pmt
    |   |-- rag_enhancements.py
    |   |-- routing.py
    |   |-- run_db_wal_tests.ps1
    |   |-- runtime_provisioner.py
    |   |-- self_healing.py
    |   |-- self_update.py
    |   |-- sqlite_copy.py
    |   |-- test_access_key_wizard.py
    |   |-- test_agent_display_names.py</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test_agent_manifest.py
    |   |-- test_agent_verdict.py
    |   |-- test_agents_see_hidden_dirs.py
    |   |-- test_arduiner_agent.py
    |   |-- test_ask_execs_allowlist.py
    |   |-- test_audioplayer_agent.py
    |   |-- test_binary_guard.py
    |   |-- test_blenderer_agent.py
    |   |-- test_build_pip_quiet.py
    |   |-- test_build_scripts.py
    |   |-- test_camcorder_agent.py
    |   |-- test_cancellation.py
    |   |-- test_chain_readiness.py
    |   |-- test_chat_agent_run_wait.py
    |   |-- test_chat_bridge_bots.py
    |   |-- test_chat_history_window.py
    |   |-- test_checkbox_bulk_toggle.py
    |   |-- test_command_watchdog.py
    |   |-- test_console_shield.py
    |   |-- test_contacts.py
    |   |-- test_crawler_agent.py
    |   |-- test_createsuperuser_wizard.py
    |   |-- test_ctrl_c_shutdown.py
    |   |-- test_db_backup_restore_wal.py
    |   |-- test_db_backup_safety.py
    |   |-- test_de_compresser.py
    |   |-- test_deep_research_prompt.py
    |   |-- test_deleter_safety.py
    |   |-- test_desktop_input_agents.py
    |   |-- test_dialog_dismissal_policy.py
    |   |-- test_dialog_theme.py</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test_discoverer_agent.py
    |   |-- test_discoverer_thousand.py
    |   |-- test_django_port_config.py
    |   |-- test_editor_agent.py
    |   |-- test_embedding_memory_guard.py
    |   |-- test_esp32er_agent.py
    |   |-- test_esphomer_agent.py
    |   |-- test_exec_report_verdict.py
    |   |-- test_execute_command_bounded.py
    |   |-- test_external_mcp_add_flow.py
    |   |-- test_external_mcp_e2e.py
    |   |-- test_external_mcp_transports.py
    |   |-- test_external_mcp_universal.py
    |   |-- test_file_extractor_reader.py
    |   |-- test_flow_contracts.py
    |   |-- test_flow_knowledge.py
    |   |-- test_frontend_mutable_state.py
    |   |-- test_gitter_custom_command.py
    |   |-- test_globber_agent.py
    |   |-- test_googler_agent.py
    |   |-- test_googler_dorks.py
    |   |-- test_grepper_agent.py
    |   |-- test_grepper_encodings.py
    |   |-- test_grepper_lines_mode.py
    |   |-- test_image_interpreter_agent.py
    |   |-- test_instant_messaging_doctor.py
    |   |-- test_j_decompiler_agent.py
    |   |-- test_js_gates.py
    |   |-- test_kalier_agent.py
    |   |-- test_latexer_agent.py
    |   |-- test_latexer_repair_ladder.py</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test_latexer_styles.py
    |   |-- test_latexer_suite.py
    |   |-- test_latexer_verbatim_channel.py
    |   |-- test_log_identity.py
    |   |-- test_native_dialogs.py
    |   |-- test_netspeed_calculator_agent.py
    |   |-- test_nmapper_agent.py
    |   |-- test_no_audio_in_tests.py
    |   |-- test_orphan_reaper.py
    |   |-- test_parametrizer_mcp_doctor.py
    |   |-- test_password_quoting.py
    |   |-- test_pdf_context.py
    |   |-- test_pdfer_agent.py
    |   |-- test_pdfer_nuance_layout.py
    |   |-- test_pdfer_styles.py
    |   |-- test_playwrighter_agent.py
    |   |-- test_pptxer_agent.py
    |   |-- test_pptxer_styles.py
    |   |-- test_pptxer_visibility.py
    |   |-- test_preserved_user_state.py
    |   |-- test_program_name_collisions.py
    |   |-- test_prompt_catalog_contiguous.py
    |   |-- test_public_release_targets.py
    |   |-- test_recorder_agent.py
    |   |-- test_runtime_provisioner.py
    |   |-- test_security_assets_carriage.py
    |   |-- test_self_healing.py
    |   |-- test_self_knowledge_is_current.py
    |   |-- test_self_modify_gate.py
    |   |-- test_self_update.py
    |   |-- test_shoter_takes_screenshots.py</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test_sqlite_wal_mode.py
    |   |-- test_status_vocabulary.py
    |   |-- test_step_by_step_mode.py
    |   |-- test_stm32er_agent.py
    |   |-- test_talker_agent.py
    |   |-- test_telegrammer_identity.py
    |   |-- test_temp_dir_policy.py
    |   |-- test_tool_failure_recovery.py
    |   |-- test_uninstaller_mechanics.py
    |   |-- test_unrealer_agent.py
    |   |-- test_version_guard.py
    |   |-- test_video_analyzer_agent.py
    |   |-- test_videoplayer_agent.py
    |   |-- test_voice_commands_catalog.py
    |   |-- test_watchdog_foreground_exemption.py
    |   |-- test_web_process_stays_lean.py
    |   |-- test_whatsapper_identity.py
    |   |-- test_whisperer_agent.py
    |   |-- test_win_shim.py
    |   |-- test_windower_agent.py
    |   |-- test_windows_app_registration.py
    |   |-- test_zavuerer_agent.py
    |   |-- tests.py
    |   |-- tests_perf_3x.py
    |   |-- Tlamatini.md
    |   |-- tools.py
    |   |-- urls.py
    |   |-- version.py
    |   |-- views.py
    |   |-- web_search_llm.py
    |   |-- win_shim.py</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window_flash.py
    |   |-- windows_app_registration.py
    |   |-- acpx/
    |   |   |-- __init__.py
    |   |   |-- agent_registry.py
    |   |   |-- child_health.py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 ESP32TemplateProject/
    |   |   |       |-- platformio.ini
    |   |   |       |-- README.md</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include/
    |   |   |       |   `-- README.md
    |   |   |       |-- lib/
    |   |   |       |   `-- README.md
    |   |   |       |-- src/
    |   |   |       |   `-- main.cpp
    |   |   |       `-- test/
    |   |   |           `-- README.md
    |   |   |-- esphomer/
    |   |   |   |-- config.yaml
    |   |   |   |-- esphomer.py
    |   |   |   `-- ESPHomeTemplateProject/
    |   |   |       |-- .gitignore
    |   |   |       |-- README.md
    |   |   |       |-- secrets.yaml.example
    |   |   |       |-- tlamatini-light.yaml
    |   |   |       |-- tlamatini-sensor.yaml
    |   |   |       `-- common/
    |   |   |           `-- base.yaml
    |   |   |-- executer/
    |   |   |   |-- config.yaml
    |   |   |   `-- executer.py
    |   |   |-- file_creator/
    |   |   |   |-- config.yaml
    |   |   |   `-- file_creator.py
    |   |   |-- file_extractor/
    |   |   |   |-- config.yaml
    |   |   |   `-- file_extractor.py
    |   |   |-- file_interpreter/
    |   |   |   |-- config.yaml
    |   |   |   `-- file_interpreter.py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flowbacker/
    |   |   |   |-- config.yaml
    |   |   |   `-- flowbacker.py
    |   |   |-- flowcreator/
    |   |   |   |-- agentic_skill.md
    |   |   |   |-- config.yaml
    |   |   |   |-- flow_catalog.json
    |   |   |   |-- flow_knowledge.py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 keyboarder_input.py
    |   |   |-- kuberneter/
    |   |   |   |-- config.yaml
    |   |   |   `-- kuberneter.py
    |   |   |-- kyber_cipher/</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kyber_cipher.py
    |   |   |-- kyber_decipher/
    |   |   |   |-- config.yaml
    |   |   |   `-- kyber_decipher.py
    |   |   |-- kyber_keygen/
    |   |   |   |-- config.yaml
    |   |   |   `-- kyber_keygen.py
    |   |   |-- latexer/
    |   |   |   |-- config.yaml
    |   |   |   |-- latexer.py
    |   |   |   |-- latexer_artwork.py
    |   |   |   |-- latexer_design.py
    |   |   |   |-- latexer_styles.py
    |   |   |   `-- STYLES.md
    |   |   |-- mcp_doctor/
    |   |   |   |-- config.yaml
    |   |   |   `-- mcp_doctor.py
    |   |   |-- mongoxer/
    |   |   |   |-- config.yaml
    |   |   |   `-- mongoxer.py
    |   |   |-- monitor_log/
    |   |   |   |-- config.yaml
    |   |   |   `-- monitor_log.py
    |   |   |-- monitor_netstat/
    |   |   |   |-- config.yaml
    |   |   |   `-- monitor_netstat.py
    |   |   |-- mouser/
    |   |   |   |-- config.yaml
    |   |   |   |-- mouser.py
    |   |   |   `-- mouser_coordinates.py</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mover/
    |   |   |   |-- config.yaml
    |   |   |   `-- mover.py
    |   |   |-- netspeed_calculator/
    |   |   |   |-- config.yaml
    |   |   |   `-- netspeed_calculator.py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pdfer/
    |   |   |   |-- config.yaml
    |   |   |   |-- pdfer.py
    |   |   |   |-- pdfer_artwork.py
    |   |   |   |-- pdfer_atelier.py
    |   |   |   |-- pdfer_audit.py
    |   |   |   |-- pdfer_color.py</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pdfer_consult.py
    |   |   |   |-- pdfer_docmodel.py
    |   |   |   |-- pdfer_nuance.py
    |   |   |   |-- pdfer_ornament.py
    |   |   |   |-- pdfer_styles.py
    |   |   |   |-- pdfer_tables.py
    |   |   |   |-- pdfer_theme.py
    |   |   |   |-- pdfer_typography.py
    |   |   |   |-- STYLES.md
    |   |   |   `-- _art/
    |   |   |       `-- PDFer/
    |   |   |           |-- orn_circuit_trace_240x120_38BDF8_d953e4f7.png
    |   |   |           |-- orn_corner_wedge_240x120_38BDF8_d953e4f7.png
    |   |   |           |-- orn_diagonal_split_240x120_38BDF8_d953e4f7.png
    |   |   |           |-- orn_drop_cap_panel_240x120_38BDF8_d953e4f7.png
    |   |   |           |-- orn_gradient_wash_240x120_38BDF8_d953e4f7.png
    |   |   |           |-- orn_grid_mesh_240x120_38BDF8_d953e4f7.png
    |   |   |           |-- orn_hairline_rule_240x120_38BDF8_d953e4f7.png
    |   |   |           |-- orn_halftone_dots_240x120_38BDF8_d953e4f7.png
    |   |   |           |-- orn_orbital_arcs_240x120_38BDF8_d953e4f7.png
    |   |   |           |-- orn_organic_blob_240x120_38BDF8_d953e4f7.png
    |   |   |           |-- orn_particle_field_200x140_38BDF8_2638523b.png
    |   |   |           |-- orn_particle_field_240x120_38BDF8_d953e4f7.png
    |   |   |           |-- orn_scanline_240x120_38BDF8_d953e4f7.png
    |   |   |           |-- orn_sine_field_240x120_38BDF8_d953e4f7.png
    |   |   |           `-- orn_spectrum_bar_240x120_38BDF8_d953e4f7.png
    |   |   |-- playwrighter/
    |   |   |   |-- config.yaml
    |   |   |   `-- playwrighter.py
    |   |   |-- pptxer/
    |   |   |   |-- config.yaml</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pptxer.py
    |   |   |   |-- pptxer_audit.py
    |   |   |   |-- pptxer_build.py
    |   |   |   |-- pptxer_color.py
    |   |   |   |-- pptxer_diagram.py
    |   |   |   |-- pptxer_docmodel.py
    |   |   |   |-- pptxer_draw.py
    |   |   |   |-- pptxer_fonts.py
    |   |   |   |-- pptxer_layout.py
    |   |   |   |-- pptxer_media.py
    |   |   |   |-- pptxer_nuance.py
    |   |   |   |-- pptxer_render.py
    |   |   |   |-- pptxer_theme.py
    |   |   |   `-- STYLES.md
    |   |   |-- prompter/
    |   |   |   |-- config.yaml
    |   |   |   `-- prompter.py
    |   |   |-- pser/
    |   |   |   |-- config.yaml
    |   |   |   `-- pser.py
    |   |   |-- pythonxer/
    |   |   |   |-- config.yaml
    |   |   |   `-- pythonxer.py
    |   |   |-- raiser/
    |   |   |   |-- config.yaml
    |   |   |   `-- raiser.py
    |   |   |-- recmailer/
    |   |   |   |-- config.yaml
    |   |   |   `-- recmailer.py
    |   |   |-- recorder/
    |   |   |   |-- config.yaml</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FlowPill.jpg
    |   |   |-- HiIamTlamatini.png
    |   |   |-- MenuConfig.jpg
    |   |   |-- mockup.jpg
    |   |   |-- RealisticTlamatini.png
    |   |   |-- ShouldersUoTlamatini.png
    |   |   |-- TlamatiniClosedMouthClosedEyes.jpg
    |   |   |-- TlamatiniClosedMouthOpenedEyes.jpg
    |   |   |-- TlamatiniDrawings.png
    |   |   |-- TlamatiniOpenedMouthClosedEyes.jpg
    |   |   |-- TlamattiniOpenedMouthOpenedEyes.jpg</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TorsoTlamatini.png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|-- 0198_add_pdfer_nuance_demo_prompt.py
    |   |   |-- 0199_dedupe_llm_program_snippet_names.py
    |   |   |-- 0200_whisperer_demo_prompt_sound_gate.py
    |   |   |-- 0201_add_voice_commands_section.py
    |   |   |-- 0202_add_pptxer.py
    |   |   |-- 0203_add_chat_agent_pptxer_tool.py
    |   |   |-- 0204_add_pptxer_demo_prompts.py</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flow_knowledge.py</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flow_spec.py
    |   |   `-- response_parser.py
    |   |-- skills/
    |   |   |-- __init__.py
    |   |   |-- frontmatter.py
    |   |   |-- harness.py
    |   |   |-- io_contract.py
    |   |   `-- registry.py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
    |   |   |   |-- references/
    |   |   |   |   `-- flw_schema.md</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scripts/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pdf_canvas.css
    |   |       |   |-- pdf_context_progress.css
    |   |       |   |-- skills_dialog.css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agent_page_context.js
    |   |       |   |-- agent_page_dialogs.js
    |   |       |   |-- agent_page_init.js
    |   |       |   |-- agent_page_layout.js
    |   |       |   |-- agent_page_pdf.js
    |   |       |   |-- agent_page_state.js
    |   |       |   |-- agent_page_ui.js
    |   |       |   |-- agentic_control_panel.js
    |   |       |   |-- avatar.js
    |   |       |   |-- avatar_presence.js
    |   |       |   |-- avatar_size.js
    |   |       |   |-- canvas_item_dialog.js
    |   |       |   |-- chat_image_paste.js
    |   |       |   |-- chat_page_runtime_poller.js
    |   |       |   |-- checkbox_bulk_toggle.js
    |   |       |   |-- contacts_dialog.js
    |   |       |   |-- contextual_menus.js
    |   |       |   |-- dialog_policy.js
    |   |       |   |-- external_mcps_dialog.js
    |   |       |   |-- pdf_canvas_viewer.js
    |   |       |   |-- pdf_context_progress.js
    |   |       |   |-- release_notes_renderer.js
    |   |       |   |-- shared-runtime-dialogs.js
    |   |       |   |-- skills_dialog.js
    |   |       |   |-- tools_dialog.js
    |   |       |   `-- welcome_enter_default.js
    |   |       |-- pdf/
    |   |       |   `-- canvas.html
    |   |       |-- sounds/
    |   |       |   |-- hypervisor_alert.wav
    |   |       |   `-- notification.wav</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vendor/
    |   |       |   |-- frontend/
    |   |       |   |   |-- manifest.json
    |   |       |   |   |-- bootstrap/
    |   |       |   |   |   |-- LICENSE
    |   |       |   |   |   `-- dist/
    |   |       |   |   |       |-- css/
    |   |       |   |   |       |   |-- bootstrap.min.css
    |   |       |   |   |       |   `-- bootstrap.min.css.map
    |   |       |   |   |       `-- js/
    |   |       |   |   |           |-- bootstrap.bundle.min.js
    |   |       |   |   |           `-- bootstrap.bundle.min.js.map
    |   |       |   |   |-- highlightjs/
    |   |       |   |   |   |-- highlight.min.js
    |   |       |   |   |   |-- LICENSE
    |   |       |   |   |   |-- languages/
    |   |       |   |   |   |   |-- bash.min.js
    |   |       |   |   |   |   |-- c.min.js
    |   |       |   |   |   |   |-- cpp.min.js
    |   |       |   |   |   |   |-- css.min.js
    |   |       |   |   |   |   |-- ini.min.js
    |   |       |   |   |   |   |-- java.min.js
    |   |       |   |   |   |   |-- javascript.min.js
    |   |       |   |   |   |   |-- kotlin.min.js
    |   |       |   |   |   |   |-- python.min.js
    |   |       |   |   |   |   |-- rust.min.js
    |   |       |   |   |   |   |-- sql.min.js
    |   |       |   |   |   |   |-- typescript.min.js
    |   |       |   |   |   |   |-- xml.min.js
    |   |       |   |   |   |   `-- yaml.min.js
    |   |       |   |   |   `-- styles/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 atom-one-dark.min.css
    |   |       |   |   |-- jquery/
    |   |       |   |   |   |-- LICENSE.txt
    |   |       |   |   |   `-- dist/
    |   |       |   |   |       |-- jquery.min.js
    |   |       |   |   |       `-- jquery.min.map
    |   |       |   |   |-- jquery-ui/
    |   |       |   |   |   |-- jquery-ui.min.js
    |   |       |   |   |   `-- LICENSE.txt
    |   |       |   |   `-- nunito/
    |   |       |   |       |-- 400.css
    |   |       |   |       |-- 700.css
    |   |       |   |       |-- LICENSE
    |   |       |   |       `-- files/
    |   |       |   |           |-- nunito-cyrillic-400-normal.woff
    |   |       |   |           |-- nunito-cyrillic-400-normal.woff2
    |   |       |   |           |-- nunito-cyrillic-700-normal.woff
    |   |       |   |           |-- nunito-cyrillic-700-normal.woff2
    |   |       |   |           |-- nunito-cyrillic-ext-400-normal.woff
    |   |       |   |           |-- nunito-cyrillic-ext-400-normal.woff2
    |   |       |   |           |-- nunito-cyrillic-ext-700-normal.woff
    |   |       |   |           |-- nunito-cyrillic-ext-700-normal.woff2
    |   |       |   |           |-- nunito-latin-400-normal.woff
    |   |       |   |           |-- nunito-latin-400-normal.woff2
    |   |       |   |           |-- nunito-latin-700-normal.woff
    |   |       |   |           |-- nunito-latin-700-normal.woff2
    |   |       |   |           |-- nunito-latin-ext-400-normal.woff
    |   |       |   |           |-- nunito-latin-ext-400-normal.woff2
    |   |       |   |           |-- nunito-latin-ext-700-normal.woff
    |   |       |   |           |-- nunito-latin-ext-700-normal.woff2
    |   |       |   |           |-- nunito-vietnamese-400-normal.woff</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nunito-vietnamese-400-normal.woff2
    |   |       |   |           |-- nunito-vietnamese-700-normal.woff
    |   |       |   |           `-- nunito-vietnamese-700-normal.woff2
    |   |       |   `-- pdfjs/
    |   |       |       |-- LICENSE
    |   |       |       |-- VERSION
    |   |       |       |-- build/
    |   |       |       |   |-- pdf.mjs
    |   |       |       |   `-- pdf.worker.mjs
    |   |       |       |-- cmaps/
    |   |       |       |   |-- 78-EUC-H.bcmap
    |   |       |       |   |-- 78-EUC-V.bcmap
    |   |       |       |   |-- 78-H.bcmap
    |   |       |       |   |-- 78-RKSJ-H.bcmap
    |   |       |       |   |-- 78-RKSJ-V.bcmap
    |   |       |       |   |-- 78-V.bcmap
    |   |       |       |   |-- 78ms-RKSJ-H.bcmap
    |   |       |       |   |-- 78ms-RKSJ-V.bcmap
    |   |       |       |   |-- 83pv-RKSJ-H.bcmap
    |   |       |       |   |-- 90ms-RKSJ-H.bcmap
    |   |       |       |   |-- 90ms-RKSJ-V.bcmap
    |   |       |       |   |-- 90msp-RKSJ-H.bcmap
    |   |       |       |   |-- 90msp-RKSJ-V.bcmap
    |   |       |       |   |-- 90pv-RKSJ-H.bcmap
    |   |       |       |   |-- 90pv-RKSJ-V.bcmap
    |   |       |       |   |-- Add-H.bcmap
    |   |       |       |   |-- Add-RKSJ-H.bcmap
    |   |       |       |   |-- Add-RKSJ-V.bcmap
    |   |       |       |   |-- Add-V.bcmap
    |   |       |       |   |-- Adobe-CNS1-0.bcmap
    |   |       |       |   |-- Adobe-CNS1-1.bcmap</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Adobe-CNS1-2.bcmap
    |   |       |       |   |-- Adobe-CNS1-3.bcmap
    |   |       |       |   |-- Adobe-CNS1-4.bcmap
    |   |       |       |   |-- Adobe-CNS1-5.bcmap
    |   |       |       |   |-- Adobe-CNS1-6.bcmap
    |   |       |       |   |-- Adobe-CNS1-UCS2.bcmap
    |   |       |       |   |-- Adobe-GB1-0.bcmap
    |   |       |       |   |-- Adobe-GB1-1.bcmap
    |   |       |       |   |-- Adobe-GB1-2.bcmap
    |   |       |       |   |-- Adobe-GB1-3.bcmap
    |   |       |       |   |-- Adobe-GB1-4.bcmap
    |   |       |       |   |-- Adobe-GB1-5.bcmap
    |   |       |       |   |-- Adobe-GB1-UCS2.bcmap
    |   |       |       |   |-- Adobe-Japan1-0.bcmap
    |   |       |       |   |-- Adobe-Japan1-1.bcmap
    |   |       |       |   |-- Adobe-Japan1-2.bcmap
    |   |       |       |   |-- Adobe-Japan1-3.bcmap
    |   |       |       |   |-- Adobe-Japan1-4.bcmap
    |   |       |       |   |-- Adobe-Japan1-5.bcmap
    |   |       |       |   |-- Adobe-Japan1-6.bcmap
    |   |       |       |   |-- Adobe-Japan1-UCS2.bcmap
    |   |       |       |   |-- Adobe-Korea1-0.bcmap
    |   |       |       |   |-- Adobe-Korea1-1.bcmap
    |   |       |       |   |-- Adobe-Korea1-2.bcmap
    |   |       |       |   |-- Adobe-Korea1-UCS2.bcmap
    |   |       |       |   |-- B5-H.bcmap
    |   |       |       |   |-- B5-V.bcmap
    |   |       |       |   |-- B5pc-H.bcmap
    |   |       |       |   |-- B5pc-V.bcmap
    |   |       |       |   |-- CNS-EUC-H.bcmap
    |   |       |       |   |-- CNS-EUC-V.bcmap</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CNS1-H.bcmap
    |   |       |       |   |-- CNS1-V.bcmap
    |   |       |       |   |-- CNS2-H.bcmap
    |   |       |       |   |-- CNS2-V.bcmap
    |   |       |       |   |-- ETen-B5-H.bcmap
    |   |       |       |   |-- ETen-B5-V.bcmap
    |   |       |       |   |-- ETenms-B5-H.bcmap
    |   |       |       |   |-- ETenms-B5-V.bcmap
    |   |       |       |   |-- ETHK-B5-H.bcmap
    |   |       |       |   |-- ETHK-B5-V.bcmap
    |   |       |       |   |-- EUC-H.bcmap
    |   |       |       |   |-- EUC-V.bcmap
    |   |       |       |   |-- Ext-H.bcmap
    |   |       |       |   |-- Ext-RKSJ-H.bcmap
    |   |       |       |   |-- Ext-RKSJ-V.bcmap
    |   |       |       |   |-- Ext-V.bcmap
    |   |       |       |   |-- GB-EUC-H.bcmap
    |   |       |       |   |-- GB-EUC-V.bcmap
    |   |       |       |   |-- GB-H.bcmap
    |   |       |       |   |-- GB-V.bcmap
    |   |       |       |   |-- GBK-EUC-H.bcmap
    |   |       |       |   |-- GBK-EUC-V.bcmap
    |   |       |       |   |-- GBK2K-H.bcmap
    |   |       |       |   |-- GBK2K-V.bcmap
    |   |       |       |   |-- GBKp-EUC-H.bcmap
    |   |       |       |   |-- GBKp-EUC-V.bcmap
    |   |       |       |   |-- GBpc-EUC-H.bcmap
    |   |       |       |   |-- GBpc-EUC-V.bcmap
    |   |       |       |   |-- GBT-EUC-H.bcmap
    |   |       |       |   |-- GBT-EUC-V.bcmap
    |   |       |       |   |-- GBT-H.bcmap</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GBT-V.bcmap
    |   |       |       |   |-- GBTpc-EUC-H.bcmap
    |   |       |       |   |-- GBTpc-EUC-V.bcmap
    |   |       |       |   |-- H.bcmap
    |   |       |       |   |-- Hankaku.bcmap
    |   |       |       |   |-- Hiragana.bcmap
    |   |       |       |   |-- HKdla-B5-H.bcmap
    |   |       |       |   |-- HKdla-B5-V.bcmap
    |   |       |       |   |-- HKdlb-B5-H.bcmap
    |   |       |       |   |-- HKdlb-B5-V.bcmap
    |   |       |       |   |-- HKgccs-B5-H.bcmap
    |   |       |       |   |-- HKgccs-B5-V.bcmap
    |   |       |       |   |-- HKm314-B5-H.bcmap
    |   |       |       |   |-- HKm314-B5-V.bcmap
    |   |       |       |   |-- HKm471-B5-H.bcmap
    |   |       |       |   |-- HKm471-B5-V.bcmap
    |   |       |       |   |-- HKscs-B5-H.bcmap
    |   |       |       |   |-- HKscs-B5-V.bcmap
    |   |       |       |   |-- Katakana.bcmap
    |   |       |       |   |-- KSC-EUC-H.bcmap
    |   |       |       |   |-- KSC-EUC-V.bcmap
    |   |       |       |   |-- KSC-H.bcmap
    |   |       |       |   |-- KSC-Johab-H.bcmap
    |   |       |       |   |-- KSC-Johab-V.bcmap
    |   |       |       |   |-- KSC-V.bcmap
    |   |       |       |   |-- KSCms-UHC-H.bcmap
    |   |       |       |   |-- KSCms-UHC-HW-H.bcmap
    |   |       |       |   |-- KSCms-UHC-HW-V.bcmap
    |   |       |       |   |-- KSCms-UHC-V.bcmap
    |   |       |       |   |-- KSCpc-EUC-H.bcmap
    |   |       |       |   |-- KSCpc-EUC-V.bcmap</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LICENSE
    |   |       |       |   |-- NWP-H.bcmap
    |   |       |       |   |-- NWP-V.bcmap
    |   |       |       |   |-- RKSJ-H.bcmap
    |   |       |       |   |-- RKSJ-V.bcmap
    |   |       |       |   |-- Roman.bcmap
    |   |       |       |   |-- UniCNS-UCS2-H.bcmap
    |   |       |       |   |-- UniCNS-UCS2-V.bcmap
    |   |       |       |   |-- UniCNS-UTF16-H.bcmap
    |   |       |       |   |-- UniCNS-UTF16-V.bcmap
    |   |       |       |   |-- UniCNS-UTF32-H.bcmap
    |   |       |       |   |-- UniCNS-UTF32-V.bcmap
    |   |       |       |   |-- UniCNS-UTF8-H.bcmap
    |   |       |       |   |-- UniCNS-UTF8-V.bcmap
    |   |       |       |   |-- UniGB-UCS2-H.bcmap
    |   |       |       |   |-- UniGB-UCS2-V.bcmap
    |   |       |       |   |-- UniGB-UTF16-H.bcmap
    |   |       |       |   |-- UniGB-UTF16-V.bcmap
    |   |       |       |   |-- UniGB-UTF32-H.bcmap
    |   |       |       |   |-- UniGB-UTF32-V.bcmap
    |   |       |       |   |-- UniGB-UTF8-H.bcmap
    |   |       |       |   |-- UniGB-UTF8-V.bcmap
    |   |       |       |   |-- UniJIS-UCS2-H.bcmap
    |   |       |       |   |-- UniJIS-UCS2-HW-H.bcmap
    |   |       |       |   |-- UniJIS-UCS2-HW-V.bcmap
    |   |       |       |   |-- UniJIS-UCS2-V.bcmap
    |   |       |       |   |-- UniJIS-UTF16-H.bcmap
    |   |       |       |   |-- UniJIS-UTF16-V.bcmap
    |   |       |       |   |-- UniJIS-UTF32-H.bcmap
    |   |       |       |   |-- UniJIS-UTF32-V.bcmap
    |   |       |       |   |-- UniJIS-UTF8-H.bcmap</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UniJIS-UTF8-V.bcmap
    |   |       |       |   |-- UniJIS2004-UTF16-H.bcmap
    |   |       |       |   |-- UniJIS2004-UTF16-V.bcmap
    |   |       |       |   |-- UniJIS2004-UTF32-H.bcmap
    |   |       |       |   |-- UniJIS2004-UTF32-V.bcmap
    |   |       |       |   |-- UniJIS2004-UTF8-H.bcmap
    |   |       |       |   |-- UniJIS2004-UTF8-V.bcmap
    |   |       |       |   |-- UniJISPro-UCS2-HW-V.bcmap
    |   |       |       |   |-- UniJISPro-UCS2-V.bcmap
    |   |       |       |   |-- UniJISPro-UTF8-V.bcmap
    |   |       |       |   |-- UniJISX0213-UTF32-H.bcmap
    |   |       |       |   |-- UniJISX0213-UTF32-V.bcmap
    |   |       |       |   |-- UniJISX02132004-UTF32-H.bcmap
    |   |       |       |   |-- UniJISX02132004-UTF32-V.bcmap
    |   |       |       |   |-- UniKS-UCS2-H.bcmap
    |   |       |       |   |-- UniKS-UCS2-V.bcmap
    |   |       |       |   |-- UniKS-UTF16-H.bcmap
    |   |       |       |   |-- UniKS-UTF16-V.bcmap
    |   |       |       |   |-- UniKS-UTF32-H.bcmap
    |   |       |       |   |-- UniKS-UTF32-V.bcmap
    |   |       |       |   |-- UniKS-UTF8-H.bcmap
    |   |       |       |   |-- UniKS-UTF8-V.bcmap
    |   |       |       |   |-- V.bcmap
    |   |       |       |   `-- WP-Symbol.bcmap
    |   |       |       |-- iccs/
    |   |       |       |   |-- CGATS001Compat-v2-micro.icc
    |   |       |       |   `-- LICENSE
    |   |       |       |-- standard_fonts/
    |   |       |       |   |-- FoxitDingbats.pfb
    |   |       |       |   |-- FoxitFixed.pfb
    |   |       |       |   |-- FoxitFixedBold.pfb</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FoxitFixedBoldItalic.pfb
    |   |       |       |   |-- FoxitFixedItalic.pfb
    |   |       |       |   |-- FoxitSerif.pfb
    |   |       |       |   |-- FoxitSerifBold.pfb
    |   |       |       |   |-- FoxitSerifBoldItalic.pfb
    |   |       |       |   |-- FoxitSerifItalic.pfb
    |   |       |       |   |-- FoxitSymbol.pfb
    |   |       |       |   |-- LiberationSans-Bold.ttf
    |   |       |       |   |-- LiberationSans-BoldItalic.ttf
    |   |       |       |   |-- LiberationSans-Italic.ttf
    |   |       |       |   |-- LiberationSans-Regular.ttf
    |   |       |       |   |-- LICENSE_FOXIT
    |   |       |       |   `-- LICENSE_LIBERATION
    |   |       |       |-- wasm/
    |   |       |       |   |-- jbig2.wasm
    |   |       |       |   |-- jbig2_nowasm_fallback.js
    |   |       |       |   |-- LICENSE_JBIG2
    |   |       |       |   |-- LICENSE_OPENJPEG
    |   |       |       |   |-- LICENSE_PDFJS_JBIG2
    |   |       |       |   |-- LICENSE_PDFJS_OPENJPEG
    |   |       |       |   |-- LICENSE_PDFJS_QCMS
    |   |       |       |   |-- LICENSE_QCMS
    |   |       |       |   |-- openjpeg.wasm
    |   |       |       |   |-- openjpeg_nowasm_fallback.js
    |   |       |       |   |-- qcms_bg.wasm
    |   |       |       |   |-- quickjs-eval.js
    |   |       |       |   `-- quickjs-eval.wasm
    |   |       |       `-- web/
    |   |       |           |-- pdf_viewer.css
    |   |       |           |-- pdf_viewer.mjs
    |   |       |           `-- images/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altText_add.svg
    |   |       |               |-- altText_disclaimer.svg
    |   |       |               |-- altText_done.svg
    |   |       |               |-- altText_spinner.svg
    |   |       |               |-- altText_warning.svg
    |   |       |               |-- annotation-check.svg
    |   |       |               |-- annotation-comment.svg
    |   |       |               |-- annotation-help.svg
    |   |       |               |-- annotation-insert.svg
    |   |       |               |-- annotation-key.svg
    |   |       |               |-- annotation-newparagraph.svg
    |   |       |               |-- annotation-noicon.svg
    |   |       |               |-- annotation-note.svg
    |   |       |               |-- annotation-paperclip.svg
    |   |       |               |-- annotation-paragraph.svg
    |   |       |               |-- annotation-pushpin.svg
    |   |       |               |-- checkmark.svg
    |   |       |               |-- comment-actionsButton.svg
    |   |       |               |-- comment-closeButton.svg
    |   |       |               |-- comment-editButton.svg
    |   |       |               |-- comment-popup-editButton.svg
    |   |       |               |-- cursor-editorFreeHighlight.svg
    |   |       |               |-- cursor-editorFreeText.svg
    |   |       |               |-- cursor-editorInk.svg
    |   |       |               |-- cursor-editorTextHighlight.svg
    |   |       |               |-- editor-toolbar-delete.svg
    |   |       |               |-- editor-toolbar-edit.svg
    |   |       |               |-- findbarButton-next.svg
    |   |       |               |-- findbarButton-previous.svg
    |   |       |               |-- gv-toolbarButton-download.svg
    |   |       |               |-- loading-icon.gif</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loading.svg
    |   |       |               |-- messageBar_closingButton.svg
    |   |       |               |-- messageBar_info.svg
    |   |       |               |-- messageBar_warning.svg
    |   |       |               |-- pages_closeButton.svg
    |   |       |               |-- pages_selected.svg
    |   |       |               |-- pages_viewArrow.svg
    |   |       |               |-- pages_viewButton.svg
    |   |       |               |-- secondaryToolbarButton-documentProperties.svg
    |   |       |               |-- secondaryToolbarButton-firstPage.svg
    |   |       |               |-- secondaryToolbarButton-handTool.svg
    |   |       |               |-- secondaryToolbarButton-lastPage.svg
    |   |       |               |-- secondaryToolbarButton-rotateCcw.svg
    |   |       |               |-- secondaryToolbarButton-rotateCw.svg
    |   |       |               |-- secondaryToolbarButton-scrollHorizontal.svg
    |   |       |               |-- secondaryToolbarButton-scrollPage.svg
    |   |       |               |-- secondaryToolbarButton-scrollVertical.svg
    |   |       |               |-- secondaryToolbarButton-scrollWrapped.svg
    |   |       |               |-- secondaryToolbarButton-selectTool.svg
    |   |       |               |-- secondaryToolbarButton-spreadEven.svg
    |   |       |               |-- secondaryToolbarButton-spreadNone.svg
    |   |       |               |-- secondaryToolbarButton-spreadOdd.svg
    |   |       |               |-- signature-properties-row-check.svg
    |   |       |               |-- toolbarButton-bookmark.svg
    |   |       |               |-- toolbarButton-currentOutlineItem.svg
    |   |       |               |-- toolbarButton-download.svg
    |   |       |               |-- toolbarButton-editorFreeText.svg
    |   |       |               |-- toolbarButton-editorHighlight.svg
    |   |       |               |-- toolbarButton-editorInk.svg
    |   |       |               |-- toolbarButton-editorSignature.svg
    |   |       |               |-- toolbarButton-editorStamp.svg</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toolbarButton-menuArrow.svg
    |   |       |               |-- toolbarButton-menuArrowNova.svg
    |   |       |               |-- toolbarButton-openFile.svg
    |   |       |               |-- toolbarButton-pageDown.svg
    |   |       |               |-- toolbarButton-pageUp.svg
    |   |       |               |-- toolbarButton-presentationMode.svg
    |   |       |               |-- toolbarButton-print.svg
    |   |       |               |-- toolbarButton-search.svg
    |   |       |               |-- toolbarButton-secondaryToolbarToggle.svg
    |   |       |               |-- toolbarButton-signaturePropertiesError.svg
    |   |       |               |-- toolbarButton-signaturePropertiesVerified.svg
    |   |       |               |-- toolbarButton-viewAttachments.svg
    |   |       |               |-- toolbarButton-viewLayers.svg
    |   |       |               |-- toolbarButton-viewOutline.svg
    |   |       |               |-- toolbarButton-viewsManagerToggle.svg
    |   |       |               |-- toolbarButton-viewThumbnail.svg
    |   |       |               |-- toolbarButton-zoomIn.svg
    |   |       |               |-- toolbarButton-zoomOut.svg
    |   |       |               |-- treeitem-collapsed.svg
    |   |       |               `-- treeitem-expanded.svg
    |   |       `-- video/
    |   |           `-- XAIHT-Tlamatini.mp4
    |   |-- templates/
    |   |   `-- agent/
    |   |       |-- agent_page.html
    |   |       |-- agentic_control_panel.html
    |   |       |-- login.html
    |   |       `-- welcome.html
    |   |-- test_fixtures/
    |   |   `-- talker_orpheus_tokens.txt
    |   `-- TlamatiniSourceCode/</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README.md
    |-- DB/
    |   |-- Older/
    |   |   `-- README.md
    |   `-- ToLoad/
    |       `-- README.md
    |-- jd-cli/
    |   |-- jd-cli.bat
    |   `-- jd-cli.jar
    |-- tests_e2e/
    |   |-- oob_child_helper.py
    |   |-- README.md
    |   |-- test_create_flow_visual.py
    |   |-- test_ctrl_c_quits_visible.py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Tests/test_pdf_canvas_assets.py</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2,942 bytes; text; 68 physical / 59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Tests/test_pdf_canvas_browser.py</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35,894 bytes; text; 704 physical / 610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Tlamatini/agent/pdf_context.py</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8,513 bytes; text; 164 physical / 132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Tlamatini/agent/pdf_context_jobs.py</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4,634 bytes; text; 113 physical / 94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Tlamatini/agent/pdf_context_views.py</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1,722 bytes; text; 40 physical / 29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Tlamatini/agent/pdf_image_analysis.py</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1,306 bytes; text; 30 physical / 19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Tlamatini/agent/static/agent/css/pdf_canvas.css</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1,245 bytes; text; 18 physical / 16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Tlamatini/agent/static/agent/css/pdf_context_progress.css</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1,767 bytes; text; 24 physical / 23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Tlamatini/agent/static/agent/js/agent_page_pdf.js</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11,027 bytes; text; 217 physical / 201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Tlamatini/agent/static/agent/js/pdf_canvas_viewer.js</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9,931 bytes; text; 197 physical / 177 effective lines</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- 2</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Tlamatini/agent/static/agent/js/pdf_context_progress.js</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7,515 bytes; text; 150 physical / 144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Tlamatini/agent/static/agent/pdf/canvas.html</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1,956 bytes; text; 49 physical / 49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Tlamatini/agent/static/agent/vendor/frontend/bootstrap/LICENSE</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1,093 bytes; text; 21 physical / 17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Tlamatini/agent/static/agent/vendor/frontend/bootstrap/dist/css/bootstrap.min.css</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232,803 bytes; text; 6 physical / 1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Tlamatini/agent/static/agent/vendor/frontend/bootstrap/dist/css/bootstrap.min.css.map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589,892 bytes; text; 1 physical / 1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Tlamatini/agent/static/agent/vendor/frontend/bootstrap/dist/js/bootstrap.bundle.min.js</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80,721 bytes; text; 7 physical / 1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Tlamatini/agent/static/agent/vendor/frontend/bootstrap/dist/js/bootstrap.bundle.min.js.map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332,090 bytes; text; 1 physical / 1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Tlamatini/agent/static/agent/vendor/frontend/highlightjs/LICENSE</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1,514 bytes; text; 29 physical / 23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Tlamatini/agent/static/agent/vendor/frontend/highlightjs/highlight.min.js</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121,727 bytes; text; 1213 physical / 1208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Tlamatini/agent/static/agent/vendor/frontend/highlightjs/languages/bash.min.js</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3,103 bytes; text; 20 physical / 19 effective lines</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- 3</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Tlamatini/agent/static/agent/vendor/frontend/highlightjs/languages/c.min.js</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3,902 bytes; text; 40 physical / 39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Tlamatini/agent/static/agent/vendor/frontend/highlightjs/languages/cpp.min.js</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5,709 bytes; text; 47 physical / 46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Tlamatini/agent/static/agent/vendor/frontend/highlightjs/languages/css.min.js</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9,954 bytes; text; 31 physical / 30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Tlamatini/agent/static/agent/vendor/frontend/highlightjs/languages/ini.min.js</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1,044 bytes; text; 15 physical / 14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Tlamatini/agent/static/agent/vendor/frontend/highlightjs/languages/java.min.js</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2,739 bytes; text; 38 physical / 37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Tlamatini/agent/static/agent/vendor/frontend/highlightjs/languages/javascript.min.js</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6,542 bytes; text; 80 physical / 79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Tlamatini/agent/static/agent/vendor/frontend/highlightjs/languages/kotlin.min.js</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3,462 bytes; text; 46 physical / 45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Tlamatini/agent/static/agent/vendor/frontend/highlightjs/languages/python.min.js</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3,529 bytes; text; 41 physical / 40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Tlamatini/agent/static/agent/vendor/frontend/highlightjs/languages/rust.min.js</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2,946 bytes; text; 28 physical / 27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Tlamatini/agent/static/agent/vendor/frontend/highlightjs/languages/sql.min.js</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6,544 bytes; text; 17 physical / 16 effective lines</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- 4</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Tlamatini/agent/static/agent/vendor/frontend/highlightjs/languages/typescript.min.js</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7,635 bytes; text; 95 physical / 94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Tlamatini/agent/static/agent/vendor/frontend/highlightjs/languages/xml.min.js</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2,024 bytes; text; 29 physical / 28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Tlamatini/agent/static/agent/vendor/frontend/highlightjs/languages/yaml.min.js</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1,810 bytes; text; 25 physical / 24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Tlamatini/agent/static/agent/vendor/frontend/highlightjs/styles/atom-one-dark.min.css</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856 bytes; text; 1 physical / 1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Tlamatini/agent/static/agent/vendor/frontend/jquery-ui/LICENSE.txt</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1,818 bytes; text; 43 physical / 32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Tlamatini/agent/static/agent/vendor/frontend/jquery-ui/jquery-ui.min.js</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254,963 bytes; text; 6 physical / 1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Tlamatini/agent/static/agent/vendor/frontend/jquery/LICENSE.txt</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1,097 bytes; text; 20 physical / 17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Tlamatini/agent/static/agent/vendor/frontend/jquery/dist/jquery.min.js</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87,533 bytes; text; 2 physical / 1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Tlamatini/agent/static/agent/vendor/frontend/jquery/dist/jquery.min.map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134,755 bytes; text; 1 physical / 1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Tlamatini/agent/static/agent/vendor/frontend/manifest.json</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9,484 bytes; text; 237 physical / 237 effective lines</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- 5</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Tlamatini/agent/static/agent/vendor/frontend/nunito/400.css</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2,035 bytes; text; 49 physical / 40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Tlamatini/agent/static/agent/vendor/frontend/nunito/700.css</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2,035 bytes; text; 49 physical / 40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Tlamatini/agent/static/agent/vendor/frontend/nunito/LICENSE</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4,314 bytes; text; 93 physical / 75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Tlamatini/agent/static/agent/vendor/frontend/nunito/files/nunito-cyrillic-400-normal.woff</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10,452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Tlamatini/agent/static/agent/vendor/frontend/nunito/files/nunito-cyrillic-400-normal.woff2</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8,344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Tlamatini/agent/static/agent/vendor/frontend/nunito/files/nunito-cyrillic-700-normal.woff</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10,384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Tlamatini/agent/static/agent/vendor/frontend/nunito/files/nunito-cyrillic-700-normal.woff2</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8,432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Tlamatini/agent/static/agent/vendor/frontend/nunito/files/nunito-cyrillic-ext-400-normal.woff</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14,108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Tlamatini/agent/static/agent/vendor/frontend/nunito/files/nunito-cyrillic-ext-400-normal.woff2</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11,164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Tlamatini/agent/static/agent/vendor/frontend/nunito/files/nunito-cyrillic-ext-700-normal.woff</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13,872 bytes; binary; binary: no lines</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- 6</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Tlamatini/agent/static/agent/vendor/frontend/nunito/files/nunito-cyrillic-ext-700-normal.woff2</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10,988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Tlamatini/agent/static/agent/vendor/frontend/nunito/files/nunito-latin-400-normal.woff</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20,312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Tlamatini/agent/static/agent/vendor/frontend/nunito/files/nunito-latin-400-normal.woff2</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16,336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Tlamatini/agent/static/agent/vendor/frontend/nunito/files/nunito-latin-700-normal.woff</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19,992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Tlamatini/agent/static/agent/vendor/frontend/nunito/files/nunito-latin-700-normal.woff2</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16,224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Tlamatini/agent/static/agent/vendor/frontend/nunito/files/nunito-latin-ext-400-normal.woff</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21,308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Tlamatini/agent/static/agent/vendor/frontend/nunito/files/nunito-latin-ext-400-normal.woff2</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15,904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Tlamatini/agent/static/agent/vendor/frontend/nunito/files/nunito-latin-ext-700-normal.woff</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21,032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Tlamatini/agent/static/agent/vendor/frontend/nunito/files/nunito-latin-ext-700-normal.woff2</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15,876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Tlamatini/agent/static/agent/vendor/frontend/nunito/files/nunito-vietnamese-400-normal.woff</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8,248 bytes; binary; binary: no lines</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- 7</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Tlamatini/agent/static/agent/vendor/frontend/nunito/files/nunito-vietnamese-400-normal.woff2</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6,120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Tlamatini/agent/static/agent/vendor/frontend/nunito/files/nunito-vietnamese-700-normal.woff</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8,072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Tlamatini/agent/static/agent/vendor/frontend/nunito/files/nunito-vietnamese-700-normal.woff2</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5,960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Tlamatini/agent/static/agent/vendor/pdfjs/LICENSE</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10,174 bytes; text; 177 physical / 150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Tlamatini/agent/static/agent/vendor/pdfjs/VERSION</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 bytes; text; 1 physical / 1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Tlamatini/agent/static/agent/vendor/pdfjs/build/pdf.mjs</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860,384 bytes; text; 28266 physical / 27965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Tlamatini/agent/static/agent/vendor/pdfjs/build/pdf.worker.mjs</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2,228,489 bytes; text; 65084 physical / 64294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Tlamatini/agent/static/agent/vendor/pdfjs/cmaps/78-EUC-H.bcmap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2,404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Tlamatini/agent/static/agent/vendor/pdfjs/cmaps/78-EUC-V.bcmap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173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Tlamatini/agent/static/agent/vendor/pdfjs/cmaps/78-H.bcmap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2,379 bytes; binary; binary: no lines</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- 8</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Tlamatini/agent/static/agent/vendor/pdfjs/cmaps/78-RKSJ-H.bcmap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2,398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Tlamatini/agent/static/agent/vendor/pdfjs/cmaps/78-RKSJ-V.bcmap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173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Tlamatini/agent/static/agent/vendor/pdfjs/cmaps/78-V.bcmap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169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Tlamatini/agent/static/agent/vendor/pdfjs/cmaps/78ms-RKSJ-H.bcmap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2,651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Tlamatini/agent/static/agent/vendor/pdfjs/cmaps/78ms-RKSJ-V.bcmap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290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Tlamatini/agent/static/agent/vendor/pdfjs/cmaps/83pv-RKSJ-H.bcmap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905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Tlamatini/agent/static/agent/vendor/pdfjs/cmaps/90ms-RKSJ-H.bcmap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721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Tlamatini/agent/static/agent/vendor/pdfjs/cmaps/90ms-RKSJ-V.bcmap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290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Tlamatini/agent/static/agent/vendor/pdfjs/cmaps/90msp-RKSJ-H.bcmap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715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Tlamatini/agent/static/agent/vendor/pdfjs/cmaps/90msp-RKSJ-V.bcmap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291 bytes; binary; binary: no lines</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- 9</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Tlamatini/agent/static/agent/vendor/pdfjs/cmaps/90pv-RKSJ-H.bcmap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982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Tlamatini/agent/static/agent/vendor/pdfjs/cmaps/90pv-RKSJ-V.bcmap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260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Tlamatini/agent/static/agent/vendor/pdfjs/cmaps/Add-H.bcmap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2,419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Tlamatini/agent/static/agent/vendor/pdfjs/cmaps/Add-RKSJ-H.bcmap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2,413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Tlamatini/agent/static/agent/vendor/pdfjs/cmaps/Add-RKSJ-V.bcmap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287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Tlamatini/agent/static/agent/vendor/pdfjs/cmaps/Add-V.bcmap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282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Tlamatini/agent/static/agent/vendor/pdfjs/cmaps/Adobe-CNS1-0.bcmap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317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Tlamatini/agent/static/agent/vendor/pdfjs/cmaps/Adobe-CNS1-1.bcmap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371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Tlamatini/agent/static/agent/vendor/pdfjs/cmaps/Adobe-CNS1-2.bcmap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376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Tlamatini/agent/static/agent/vendor/pdfjs/cmaps/Adobe-CNS1-3.bcmap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401 bytes; binary; binary: no lines</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- 10</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Tlamatini/agent/static/agent/vendor/pdfjs/cmaps/Adobe-CNS1-4.bcmap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405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Tlamatini/agent/static/agent/vendor/pdfjs/cmaps/Adobe-CNS1-5.bcmap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406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Tlamatini/agent/static/agent/vendor/pdfjs/cmaps/Adobe-CNS1-6.bcmap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406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Tlamatini/agent/static/agent/vendor/pdfjs/cmaps/Adobe-CNS1-UCS2.bcmap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41,193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Tlamatini/agent/static/agent/vendor/pdfjs/cmaps/Adobe-GB1-0.bcmap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217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Tlamatini/agent/static/agent/vendor/pdfjs/cmaps/Adobe-GB1-1.bcmap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250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Tlamatini/agent/static/agent/vendor/pdfjs/cmaps/Adobe-GB1-2.bcmap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465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Tlamatini/agent/static/agent/vendor/pdfjs/cmaps/Adobe-GB1-3.bcmap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470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Tlamatini/agent/static/agent/vendor/pdfjs/cmaps/Adobe-GB1-4.bcmap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601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Tlamatini/agent/static/agent/vendor/pdfjs/cmaps/Adobe-GB1-5.bcmap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625 bytes; binary; binary: no lines</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- 11</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Tlamatini/agent/static/agent/vendor/pdfjs/cmaps/Adobe-GB1-UCS2.bcmap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33,974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Tlamatini/agent/static/agent/vendor/pdfjs/cmaps/Adobe-Japan1-0.bcmap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225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Tlamatini/agent/static/agent/vendor/pdfjs/cmaps/Adobe-Japan1-1.bcmap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226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Tlamatini/agent/static/agent/vendor/pdfjs/cmaps/Adobe-Japan1-2.bcmap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233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Tlamatini/agent/static/agent/vendor/pdfjs/cmaps/Adobe-Japan1-3.bcmap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242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Tlamatini/agent/static/agent/vendor/pdfjs/cmaps/Adobe-Japan1-4.bcmap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337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Tlamatini/agent/static/agent/vendor/pdfjs/cmaps/Adobe-Japan1-5.bcmap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430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Tlamatini/agent/static/agent/vendor/pdfjs/cmaps/Adobe-Japan1-6.bcmap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485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Tlamatini/agent/static/agent/vendor/pdfjs/cmaps/Adobe-Japan1-UCS2.bcmap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40,951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Tlamatini/agent/static/agent/vendor/pdfjs/cmaps/Adobe-Korea1-0.bcmap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241 bytes; binary; binary: no lines</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- 12</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Tlamatini/agent/static/agent/vendor/pdfjs/cmaps/Adobe-Korea1-1.bcmap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386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Tlamatini/agent/static/agent/vendor/pdfjs/cmaps/Adobe-Korea1-2.bcmap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391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Tlamatini/agent/static/agent/vendor/pdfjs/cmaps/Adobe-Korea1-UCS2.bcmap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23,293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Tlamatini/agent/static/agent/vendor/pdfjs/cmaps/B5-H.bcmap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1,086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Tlamatini/agent/static/agent/vendor/pdfjs/cmaps/B5-V.bcmap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142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Tlamatini/agent/static/agent/vendor/pdfjs/cmaps/B5pc-H.bcmap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1,099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Tlamatini/agent/static/agent/vendor/pdfjs/cmaps/B5pc-V.bcmap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144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Tlamatini/agent/static/agent/vendor/pdfjs/cmaps/CNS-EUC-H.bcmap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1,780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Tlamatini/agent/static/agent/vendor/pdfjs/cmaps/CNS-EUC-V.bcmap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1,920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Tlamatini/agent/static/agent/vendor/pdfjs/cmaps/CNS1-H.bcmap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706 bytes; binary; binary: no lines</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- 13</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Tlamatini/agent/static/agent/vendor/pdfjs/cmaps/CNS1-V.bcmap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143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Tlamatini/agent/static/agent/vendor/pdfjs/cmaps/CNS2-H.bcmap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504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Tlamatini/agent/static/agent/vendor/pdfjs/cmaps/CNS2-V.bcmap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93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Tlamatini/agent/static/agent/vendor/pdfjs/cmaps/ETHK-B5-H.bcmap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4,426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Tlamatini/agent/static/agent/vendor/pdfjs/cmaps/ETHK-B5-V.bcmap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158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Tlamatini/agent/static/agent/vendor/pdfjs/cmaps/ETen-B5-H.bcmap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1,125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Tlamatini/agent/static/agent/vendor/pdfjs/cmaps/ETen-B5-V.bcmap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158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Tlamatini/agent/static/agent/vendor/pdfjs/cmaps/ETenms-B5-H.bcmap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101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Tlamatini/agent/static/agent/vendor/pdfjs/cmaps/ETenms-B5-V.bcmap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172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Tlamatini/agent/static/agent/vendor/pdfjs/cmaps/EUC-H.bcmap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578 bytes; binary; binary: no lines</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- 14</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Tlamatini/agent/static/agent/vendor/pdfjs/cmaps/EUC-V.bcmap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170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Tlamatini/agent/static/agent/vendor/pdfjs/cmaps/Ext-H.bcmap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2,536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Tlamatini/agent/static/agent/vendor/pdfjs/cmaps/Ext-RKSJ-H.bcmap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2,542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Tlamatini/agent/static/agent/vendor/pdfjs/cmaps/Ext-RKSJ-V.bcmap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218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Tlamatini/agent/static/agent/vendor/pdfjs/cmaps/Ext-V.bcmap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215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Tlamatini/agent/static/agent/vendor/pdfjs/cmaps/GB-EUC-H.bcmap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549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Tlamatini/agent/static/agent/vendor/pdfjs/cmaps/GB-EUC-V.bcmap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179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Tlamatini/agent/static/agent/vendor/pdfjs/cmaps/GB-H.bcmap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528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Tlamatini/agent/static/agent/vendor/pdfjs/cmaps/GB-V.bcmap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175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Tlamatini/agent/static/agent/vendor/pdfjs/cmaps/GBK-EUC-H.bcmap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14,692 bytes; binary; binary: no lines</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- 15</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Tlamatini/agent/static/agent/vendor/pdfjs/cmaps/GBK-EUC-V.bcmap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180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Tlamatini/agent/static/agent/vendor/pdfjs/cmaps/GBK2K-H.bcmap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19,662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Tlamatini/agent/static/agent/vendor/pdfjs/cmaps/GBK2K-V.bcmap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219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Tlamatini/agent/static/agent/vendor/pdfjs/cmaps/GBKp-EUC-H.bcmap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14,686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Tlamatini/agent/static/agent/vendor/pdfjs/cmaps/GBKp-EUC-V.bcmap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181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Tlamatini/agent/static/agent/vendor/pdfjs/cmaps/GBT-EUC-H.bcmap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7,290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Tlamatini/agent/static/agent/vendor/pdfjs/cmaps/GBT-EUC-V.bcmap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180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Tlamatini/agent/static/agent/vendor/pdfjs/cmaps/GBT-H.bcmap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7,269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Tlamatini/agent/static/agent/vendor/pdfjs/cmaps/GBT-V.bcmap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176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Tlamatini/agent/static/agent/vendor/pdfjs/cmaps/GBTpc-EUC-H.bcmap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7,298 bytes; binary; binary: no lines</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- 16</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Tlamatini/agent/static/agent/vendor/pdfjs/cmaps/GBTpc-EUC-V.bcmap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182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Tlamatini/agent/static/agent/vendor/pdfjs/cmaps/GBpc-EUC-H.bcmap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557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Tlamatini/agent/static/agent/vendor/pdfjs/cmaps/GBpc-EUC-V.bcmap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181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Tlamatini/agent/static/agent/vendor/pdfjs/cmaps/H.bcmap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553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Tlamatini/agent/static/agent/vendor/pdfjs/cmaps/HKdla-B5-H.bcmap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2,654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Tlamatini/agent/static/agent/vendor/pdfjs/cmaps/HKdla-B5-V.bcmap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148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Tlamatini/agent/static/agent/vendor/pdfjs/cmaps/HKdlb-B5-H.bcmap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2,414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Tlamatini/agent/static/agent/vendor/pdfjs/cmaps/HKdlb-B5-V.bcmap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148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Tlamatini/agent/static/agent/vendor/pdfjs/cmaps/HKgccs-B5-H.bcmap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2,292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Tlamatini/agent/static/agent/vendor/pdfjs/cmaps/HKgccs-B5-V.bcmap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149 bytes; binary; binary: no lines</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- 17</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Tlamatini/agent/static/agent/vendor/pdfjs/cmaps/HKm314-B5-H.bcmap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1,772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Tlamatini/agent/static/agent/vendor/pdfjs/cmaps/HKm314-B5-V.bcmap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149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Tlamatini/agent/static/agent/vendor/pdfjs/cmaps/HKm471-B5-H.bcmap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2,171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Tlamatini/agent/static/agent/vendor/pdfjs/cmaps/HKm471-B5-V.bcmap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149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Tlamatini/agent/static/agent/vendor/pdfjs/cmaps/HKscs-B5-H.bcmap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4,437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Tlamatini/agent/static/agent/vendor/pdfjs/cmaps/HKscs-B5-V.bcmap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159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Tlamatini/agent/static/agent/vendor/pdfjs/cmaps/Hankaku.bcmap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132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Tlamatini/agent/static/agent/vendor/pdfjs/cmaps/Hiragana.bcmap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124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Tlamatini/agent/static/agent/vendor/pdfjs/cmaps/KSC-EUC-H.bcmap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1,848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Tlamatini/agent/static/agent/vendor/pdfjs/cmaps/KSC-EUC-V.bcmap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164 bytes; binary; binary: no lines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- 18</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Tlamatini/agent/static/agent/vendor/pdfjs/cmaps/KSC-H.bcmap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1,831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Tlamatini/agent/static/agent/vendor/pdfjs/cmaps/KSC-Johab-H.bcmap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16,791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Tlamatini/agent/static/agent/vendor/pdfjs/cmaps/KSC-Johab-V.bcmap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166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Tlamatini/agent/static/agent/vendor/pdfjs/cmaps/KSC-V.bcmap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160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Tlamatini/agent/static/agent/vendor/pdfjs/cmaps/KSCms-UHC-H.bcmap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2,787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Tlamatini/agent/static/agent/vendor/pdfjs/cmaps/KSCms-UHC-HW-H.bcmap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2,789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Tlamatini/agent/static/agent/vendor/pdfjs/cmaps/KSCms-UHC-HW-V.bcmap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169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Tlamatini/agent/static/agent/vendor/pdfjs/cmaps/KSCms-UHC-V.bcmap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166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Tlamatini/agent/static/agent/vendor/pdfjs/cmaps/KSCpc-EUC-H.bcmap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2,024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Tlamatini/agent/static/agent/vendor/pdfjs/cmaps/KSCpc-EUC-V.bcmap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166 bytes; binary; binary: no lines</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- 19</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Tlamatini/agent/static/agent/vendor/pdfjs/cmaps/Katakana.bcmap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100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Tlamatini/agent/static/agent/vendor/pdfjs/cmaps/LICENSE</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2,080 bytes; text; 36 physical / 36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Tlamatini/agent/static/agent/vendor/pdfjs/cmaps/NWP-H.bcmap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2,765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Tlamatini/agent/static/agent/vendor/pdfjs/cmaps/NWP-V.bcmap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252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Tlamatini/agent/static/agent/vendor/pdfjs/cmaps/RKSJ-H.bcmap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534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Tlamatini/agent/static/agent/vendor/pdfjs/cmaps/RKSJ-V.bcmap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170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Tlamatini/agent/static/agent/vendor/pdfjs/cmaps/Roman.bcmap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96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Tlamatini/agent/static/agent/vendor/pdfjs/cmaps/UniCNS-UCS2-H.bcmap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48,280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Tlamatini/agent/static/agent/vendor/pdfjs/cmaps/UniCNS-UCS2-V.bcmap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156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Tlamatini/agent/static/agent/vendor/pdfjs/cmaps/UniCNS-UTF16-H.bcmap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50,419 bytes; binary; binary: no lines</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- 20</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Tlamatini/agent/static/agent/vendor/pdfjs/cmaps/UniCNS-UTF16-V.bcmap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156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Tlamatini/agent/static/agent/vendor/pdfjs/cmaps/UniCNS-UTF32-H.bcmap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52,679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Tlamatini/agent/static/agent/vendor/pdfjs/cmaps/UniCNS-UTF32-V.bcmap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160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Tlamatini/agent/static/agent/vendor/pdfjs/cmaps/UniCNS-UTF8-H.bcmap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53,629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Tlamatini/agent/static/agent/vendor/pdfjs/cmaps/UniCNS-UTF8-V.bcmap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157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Tlamatini/agent/static/agent/vendor/pdfjs/cmaps/UniGB-UCS2-H.bcmap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43,366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Tlamatini/agent/static/agent/vendor/pdfjs/cmaps/UniGB-UCS2-V.bcmap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193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Tlamatini/agent/static/agent/vendor/pdfjs/cmaps/UniGB-UTF16-H.bcmap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44,086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Tlamatini/agent/static/agent/vendor/pdfjs/cmaps/UniGB-UTF16-V.bcmap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178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Tlamatini/agent/static/agent/vendor/pdfjs/cmaps/UniGB-UTF32-H.bcmap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45,738 bytes; binary; binary: no lines</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- 21</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Tlamatini/agent/static/agent/vendor/pdfjs/cmaps/UniGB-UTF32-V.bcmap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182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Tlamatini/agent/static/agent/vendor/pdfjs/cmaps/UniGB-UTF8-H.bcmap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46,837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Tlamatini/agent/static/agent/vendor/pdfjs/cmaps/UniGB-UTF8-V.bcmap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181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Tlamatini/agent/static/agent/vendor/pdfjs/cmaps/UniJIS-UCS2-H.bcmap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25,439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Tlamatini/agent/static/agent/vendor/pdfjs/cmaps/UniJIS-UCS2-HW-H.bcmap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119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Tlamatini/agent/static/agent/vendor/pdfjs/cmaps/UniJIS-UCS2-HW-V.bcmap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680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Tlamatini/agent/static/agent/vendor/pdfjs/cmaps/UniJIS-UCS2-V.bcmap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664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Tlamatini/agent/static/agent/vendor/pdfjs/cmaps/UniJIS-UTF16-H.bcmap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39,443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Tlamatini/agent/static/agent/vendor/pdfjs/cmaps/UniJIS-UTF16-V.bcmap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643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Tlamatini/agent/static/agent/vendor/pdfjs/cmaps/UniJIS-UTF32-H.bcmap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40,539 bytes; binary; binary: no lines</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- 22</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Tlamatini/agent/static/agent/vendor/pdfjs/cmaps/UniJIS-UTF32-V.bcmap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677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Tlamatini/agent/static/agent/vendor/pdfjs/cmaps/UniJIS-UTF8-H.bcmap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41,695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Tlamatini/agent/static/agent/vendor/pdfjs/cmaps/UniJIS-UTF8-V.bcmap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678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Tlamatini/agent/static/agent/vendor/pdfjs/cmaps/UniJIS2004-UTF16-H.bcmap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39,534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Tlamatini/agent/static/agent/vendor/pdfjs/cmaps/UniJIS2004-UTF16-V.bcmap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647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Tlamatini/agent/static/agent/vendor/pdfjs/cmaps/UniJIS2004-UTF32-H.bcmap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40,630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Tlamatini/agent/static/agent/vendor/pdfjs/cmaps/UniJIS2004-UTF32-V.bcmap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681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Tlamatini/agent/static/agent/vendor/pdfjs/cmaps/UniJIS2004-UTF8-H.bcmap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41,779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Tlamatini/agent/static/agent/vendor/pdfjs/cmaps/UniJIS2004-UTF8-V.bcmap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682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Tlamatini/agent/static/agent/vendor/pdfjs/cmaps/UniJISPro-UCS2-HW-V.bcmap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705 bytes; binary; binary: no lines</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- 23</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Tlamatini/agent/static/agent/vendor/pdfjs/cmaps/UniJISPro-UCS2-V.bcmap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689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Tlamatini/agent/static/agent/vendor/pdfjs/cmaps/UniJISPro-UTF8-V.bcmap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726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Tlamatini/agent/static/agent/vendor/pdfjs/cmaps/UniJISX0213-UTF32-H.bcmap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40,517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Tlamatini/agent/static/agent/vendor/pdfjs/cmaps/UniJISX0213-UTF32-V.bcmap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684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Tlamatini/agent/static/agent/vendor/pdfjs/cmaps/UniJISX02132004-UTF32-H.bcmap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40,608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Tlamatini/agent/static/agent/vendor/pdfjs/cmaps/UniJISX02132004-UTF32-V.bcmap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688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Tlamatini/agent/static/agent/vendor/pdfjs/cmaps/UniKS-UCS2-H.bcmap</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25,783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Tlamatini/agent/static/agent/vendor/pdfjs/cmaps/UniKS-UCS2-V.bcmap</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178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Tlamatini/agent/static/agent/vendor/pdfjs/cmaps/UniKS-UTF16-H.bcmap</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26,327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Tlamatini/agent/static/agent/vendor/pdfjs/cmaps/UniKS-UTF16-V.bcmap</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164 bytes; binary; binary: no lines</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- 24</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Tlamatini/agent/static/agent/vendor/pdfjs/cmaps/UniKS-UTF32-H.bcmap</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26,451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Tlamatini/agent/static/agent/vendor/pdfjs/cmaps/UniKS-UTF32-V.bcmap</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168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Tlamatini/agent/static/agent/vendor/pdfjs/cmaps/UniKS-UTF8-H.bcmap</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27,790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Tlamatini/agent/static/agent/vendor/pdfjs/cmaps/UniKS-UTF8-V.bcmap</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169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Tlamatini/agent/static/agent/vendor/pdfjs/cmaps/V.bcmap</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166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Tlamatini/agent/static/agent/vendor/pdfjs/cmaps/WP-Symbol.bcmap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179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Tlamatini/agent/static/agent/vendor/pdfjs/iccs/CGATS001Compat-v2-micro.icc</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8,464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Tlamatini/agent/static/agent/vendor/pdfjs/iccs/LICENSE</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6,553 bytes; text; 116 physical / 96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Tlamatini/agent/static/agent/vendor/pdfjs/standard_fonts/FoxitDingbats.pfb</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29,513 bytes; binary; binary: no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Tlamatini/agent/static/agent/vendor/pdfjs/standard_fonts/FoxitFixed.pfb</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17,597 bytes; binary; binary: no lines</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- 25</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Tlamatini/agent/static/agent/vendor/pdfjs/standard_fonts/FoxitFixedBold.pfb</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18,055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Tlamatini/agent/static/agent/vendor/pdfjs/standard_fonts/FoxitFixedBoldItalic.pfb</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19,151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Tlamatini/agent/static/agent/vendor/pdfjs/standard_fonts/FoxitFixedItalic.pfb</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18,746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Tlamatini/agent/static/agent/vendor/pdfjs/standard_fonts/FoxitSerif.pfb</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19,469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Tlamatini/agent/static/agent/vendor/pdfjs/standard_fonts/FoxitSerifBold.pfb</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19,395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Tlamatini/agent/static/agent/vendor/pdfjs/standard_fonts/FoxitSerifBoldItalic.pfb</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20,733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Tlamatini/agent/static/agent/vendor/pdfjs/standard_fonts/FoxitSerifItalic.pfb</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21,227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Tlamatini/agent/static/agent/vendor/pdfjs/standard_fonts/FoxitSymbol.pfb</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16,729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Tlamatini/agent/static/agent/vendor/pdfjs/standard_fonts/LICENSE_FOXIT</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1,553 bytes; text; 27 physical / 27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Tlamatini/agent/static/agent/vendor/pdfjs/standard_fonts/LICENSE_LIBERATION</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22,154 bytes; text; 363 physical / 294 effective lines</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- 26</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Tlamatini/agent/static/agent/vendor/pdfjs/standard_fonts/LiberationSans-Bold.ttf</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137,052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Tlamatini/agent/static/agent/vendor/pdfjs/standard_fonts/LiberationSans-BoldItalic.ttf</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135,124 bytes; binary;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Tlamatini/agent/static/agent/vendor/pdfjs/standard_fonts/LiberationSans-Italic.ttf</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162,036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Tlamatini/agent/static/agent/vendor/pdfjs/standard_fonts/LiberationSans-Regular.ttf</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139,512 bytes; binary; binary: no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Tlamatini/agent/static/agent/vendor/pdfjs/wasm/LICENSE_JBIG2</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12,862 bytes; text; 196 physical / 196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Tlamatini/agent/static/agent/vendor/pdfjs/wasm/LICENSE_OPENJPEG</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2,112 bytes; text; 39 physical / 39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Tlamatini/agent/static/agent/vendor/pdfjs/wasm/LICENSE_PDFJS_JBIG2</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555 bytes; text; 13 physical / 10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Tlamatini/agent/static/agent/vendor/pdfjs/wasm/LICENSE_PDFJS_OPENJPEG</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1,285 bytes; text; 22 physical / 18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Tlamatini/agent/static/agent/vendor/pdfjs/wasm/LICENSE_PDFJS_QCMS</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1,036 bytes; text; 19 physical / 16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Tlamatini/agent/static/agent/vendor/pdfjs/wasm/LICENSE_QCMS</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1,121 bytes; text; 21 physical / 18 effective lines</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- 27</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Tlamatini/agent/static/agent/vendor/pdfjs/wasm/jbig2.wasm</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104,852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Tlamatini/agent/static/agent/vendor/pdfjs/wasm/jbig2_nowasm_fallback.js</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145,703 bytes; text; 15 physical / 8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Tlamatini/agent/static/agent/vendor/pdfjs/wasm/openjpeg.wasm</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252,032 bytes; binary; binary: no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Tlamatini/agent/static/agent/vendor/pdfjs/wasm/openjpeg_nowasm_fallback.js</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451,590 bytes; text; 17 physical / 10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Tlamatini/agent/static/agent/vendor/pdfjs/wasm/qcms_bg.wasm</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96,589 bytes; binary; binary: no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Tlamatini/agent/static/agent/vendor/pdfjs/wasm/quickjs-eval.js</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6,232 bytes; text; 16 physical / 15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Tlamatini/agent/static/agent/vendor/pdfjs/wasm/quickjs-eval.wasm</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469,105 bytes; binary; binary: no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Tlamatini/agent/static/agent/vendor/pdfjs/web/images/altText_add.svg</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920 bytes; text; 3 physical / 3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Tlamatini/agent/static/agent/vendor/pdfjs/web/images/altText_disclaimer.svg</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3,397 bytes; text; 3 physical / 3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Tlamatini/agent/static/agent/vendor/pdfjs/web/images/altText_done.svg</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1,087 bytes; text; 3 physical / 3 effective lines</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- 28</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Tlamatini/agent/static/agent/vendor/pdfjs/web/images/altText_spinner.svg</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2,710 bytes; text; 30 physical / 26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Tlamatini/agent/static/agent/vendor/pdfjs/web/images/altText_warning.svg</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1,532 bytes; text; 3 physical / 3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Tlamatini/agent/static/agent/vendor/pdfjs/web/images/annotation-check.svg</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415 bytes; text; 11 physical / 11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Tlamatini/agent/static/agent/vendor/pdfjs/web/images/annotation-comment.svg</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883 bytes; text; 16 physical / 16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Tlamatini/agent/static/agent/vendor/pdfjs/web/images/annotation-help.svg</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2,168 bytes; text; 26 physical / 26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Tlamatini/agent/static/agent/vendor/pdfjs/web/images/annotation-insert.svg</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408 bytes; text; 10 physical / 10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Tlamatini/agent/static/agent/vendor/pdfjs/web/images/annotation-key.svg</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1,452 bytes; text; 11 physical / 11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Tlamatini/agent/static/agent/vendor/pdfjs/web/images/annotation-newparagraph.svg</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426 bytes; text; 11 physical / 11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Tlamatini/agent/static/agent/vendor/pdfjs/web/images/annotation-noicon.svg</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158 bytes; text; 7 physical / 7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Tlamatini/agent/static/agent/vendor/pdfjs/web/images/annotation-note.svg</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1,041 bytes; text; 42 physical / 42 effective lines</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- 29</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Tlamatini/agent/static/agent/vendor/pdfjs/web/images/annotation-paperclip.svg</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552 bytes; text; 6 physical / 3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Tlamatini/agent/static/agent/vendor/pdfjs/web/images/annotation-paragraph.svg</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1,143 bytes; text; 16 physical / 16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Tlamatini/agent/static/agent/vendor/pdfjs/web/images/annotation-pushpin.svg</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1,375 bytes; text; 7 physical / 4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Tlamatini/agent/static/agent/vendor/pdfjs/web/images/checkmark.svg</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565 bytes; text; 5 physical / 5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Tlamatini/agent/static/agent/vendor/pdfjs/web/images/comment-actionsButton.svg</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421 bytes; text; 3 physical / 3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Tlamatini/agent/static/agent/vendor/pdfjs/web/images/comment-closeButton.svg</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1,199 bytes; text; 3 physical / 3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Tlamatini/agent/static/agent/vendor/pdfjs/web/images/comment-editButton.svg</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908 bytes; text; 8 physical / 8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Tlamatini/agent/static/agent/vendor/pdfjs/web/images/comment-popup-editButton.svg</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1,635 bytes; text; 5 physical / 3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Tlamatini/agent/static/agent/vendor/pdfjs/web/images/cursor-editorFreeHighlight.svg</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2,936 bytes; text; 6 physical / 6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Tlamatini/agent/static/agent/vendor/pdfjs/web/images/cursor-editorFreeText.svg</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1,452 bytes; text; 3 physical / 3 effective lines</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- 30</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Tlamatini/agent/static/agent/vendor/pdfjs/web/images/cursor-editorInk.svg</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1,323 bytes; text; 4 physical / 4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Tlamatini/agent/static/agent/vendor/pdfjs/web/images/cursor-editorTextHighlight.svg</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5,402 bytes; text; 8 physical / 8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Tlamatini/agent/static/agent/vendor/pdfjs/web/images/editor-toolbar-delete.svg</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909 bytes; text; 5 physical / 5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Tlamatini/agent/static/agent/vendor/pdfjs/web/images/editor-toolbar-edit.svg</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869 bytes; text; 3 physical / 3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Tlamatini/agent/static/agent/vendor/pdfjs/web/images/findbarButton-next.svg</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578 bytes; text; 3 physical / 3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Tlamatini/agent/static/agent/vendor/pdfjs/web/images/findbarButton-previous.svg</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578 bytes; text; 3 physical / 3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Tlamatini/agent/static/agent/vendor/pdfjs/web/images/gv-toolbarButton-download.svg</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782 bytes; text; 3 physical / 3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Tlamatini/agent/static/agent/vendor/pdfjs/web/images/loading-icon.gif</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2,545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Tlamatini/agent/static/agent/vendor/pdfjs/web/images/loading.svg</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1,559 bytes; text; 1 physical / 1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Tlamatini/agent/static/agent/vendor/pdfjs/web/images/messageBar_closingButton.svg</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1,092 bytes; text; 3 physical / 3 effective lines</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- 31</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Tlamatini/agent/static/agent/vendor/pdfjs/web/images/messageBar_info.svg</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1,076 bytes; text; 3 physical / 3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Tlamatini/agent/static/agent/vendor/pdfjs/web/images/messageBar_warning.svg</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811 bytes; text; 3 physical / 3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Tlamatini/agent/static/agent/vendor/pdfjs/web/images/pages_closeButton.svg</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284 bytes; text; 3 physical / 3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Tlamatini/agent/static/agent/vendor/pdfjs/web/images/pages_selected.svg</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355 bytes; text; 7 physical / 7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Tlamatini/agent/static/agent/vendor/pdfjs/web/images/pages_viewArrow.svg</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705 bytes; text; 3 physical / 3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Tlamatini/agent/static/agent/vendor/pdfjs/web/images/pages_viewButton.svg</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1,406 bytes; text; 3 physical / 3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Tlamatini/agent/static/agent/vendor/pdfjs/web/images/secondaryToolbarButton-documentProperties.svg</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417 bytes; text; 3 physical / 3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Tlamatini/agent/static/agent/vendor/pdfjs/web/images/secondaryToolbarButton-firstPage.svg</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260 bytes; text; 3 physical / 3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Tlamatini/agent/static/agent/vendor/pdfjs/web/images/secondaryToolbarButton-handTool.svg</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1,344 bytes; text; 3 physical / 3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Tlamatini/agent/static/agent/vendor/pdfjs/web/images/secondaryToolbarButton-lastPage.svg</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257 bytes; text; 3 physical / 3 effective lines</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- 32</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Tlamatini/agent/static/agent/vendor/pdfjs/web/images/secondaryToolbarButton-rotateCcw.svg</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596 bytes; text; 3 physical / 3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Tlamatini/agent/static/agent/vendor/pdfjs/web/images/secondaryToolbarButton-rotateCw.svg</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576 bytes; text; 3 physical / 3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Tlamatini/agent/static/agent/vendor/pdfjs/web/images/secondaryToolbarButton-scrollHorizontal.svg</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971 bytes; text; 3 physical / 3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Tlamatini/agent/static/agent/vendor/pdfjs/web/images/secondaryToolbarButton-scrollPage.svg</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731 bytes; text; 3 physical / 3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Tlamatini/agent/static/agent/vendor/pdfjs/web/images/secondaryToolbarButton-scrollVertical.svg</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969 bytes; text; 3 physical / 3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Tlamatini/agent/static/agent/vendor/pdfjs/web/images/secondaryToolbarButton-scrollWrapped.svg</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1,228 bytes; text; 3 physical / 3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Tlamatini/agent/static/agent/vendor/pdfjs/web/images/secondaryToolbarButton-selectTool.svg</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1,085 bytes; text; 3 physical / 3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Tlamatini/agent/static/agent/vendor/pdfjs/web/images/secondaryToolbarButton-spreadEven.svg</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775 bytes; text; 3 physical / 3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Tlamatini/agent/static/agent/vendor/pdfjs/web/images/secondaryToolbarButton-spreadNone.svg</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395 bytes; text; 3 physical / 3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Tlamatini/agent/static/agent/vendor/pdfjs/web/images/secondaryToolbarButton-spreadOdd.svg</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711 bytes; text; 3 physical / 3 effective lines</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- 33</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Tlamatini/agent/static/agent/vendor/pdfjs/web/images/signature-properties-row-check.svg</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296 bytes; text; 4 physical / 4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Tlamatini/agent/static/agent/vendor/pdfjs/web/images/toolbarButton-bookmark.svg</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861 bytes; text; 3 physical / 3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Tlamatini/agent/static/agent/vendor/pdfjs/web/images/toolbarButton-currentOutlineItem.svg</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607 bytes; text; 3 physical / 3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Tlamatini/agent/static/agent/vendor/pdfjs/web/images/toolbarButton-download.svg</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1,036 bytes; text; 4 physical / 4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Tlamatini/agent/static/agent/vendor/pdfjs/web/images/toolbarButton-editorFreeText.svg</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498 bytes; text; 5 physical / 5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Tlamatini/agent/static/agent/vendor/pdfjs/web/images/toolbarButton-editorHighlight.svg</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910 bytes; text; 6 physical / 6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Tlamatini/agent/static/agent/vendor/pdfjs/web/images/toolbarButton-editorInk.svg</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1,189 bytes; text; 4 physical / 4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Tlamatini/agent/static/agent/vendor/pdfjs/web/images/toolbarButton-editorSignature.svg</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1,577 bytes; text; 6 physical / 6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Tlamatini/agent/static/agent/vendor/pdfjs/web/images/toolbarButton-editorStamp.svg</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734 bytes; text; 8 physical / 5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Tlamatini/agent/static/agent/vendor/pdfjs/web/images/toolbarButton-menuArrow.svg</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681 bytes; text; 3 physical / 3 effective lines</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- 34</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Tlamatini/agent/static/agent/vendor/pdfjs/web/images/toolbarButton-menuArrowNova.svg</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303 bytes; text; 3 physical / 3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Tlamatini/agent/static/agent/vendor/pdfjs/web/images/toolbarButton-openFile.svg</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1,400 bytes; text; 3 physical / 3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Tlamatini/agent/static/agent/vendor/pdfjs/web/images/toolbarButton-pageDown.svg</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701 bytes; text; 3 physical / 3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Tlamatini/agent/static/agent/vendor/pdfjs/web/images/toolbarButton-pageUp.svg</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682 bytes; text; 3 physical / 3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Tlamatini/agent/static/agent/vendor/pdfjs/web/images/toolbarButton-presentationMode.svg</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681 bytes; text; 3 physical / 3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Tlamatini/agent/static/agent/vendor/pdfjs/web/images/toolbarButton-print.svg</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927 bytes; text; 3 physical / 3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Tlamatini/agent/static/agent/vendor/pdfjs/web/images/toolbarButton-search.svg</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1,234 bytes; text; 3 physical / 3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Tlamatini/agent/static/agent/vendor/pdfjs/web/images/toolbarButton-secondaryToolbarToggle.svg</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1,080 bytes; text; 3 physical / 3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Tlamatini/agent/static/agent/vendor/pdfjs/web/images/toolbarButton-signaturePropertiesError.svg</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345 bytes; text; 7 physical / 7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Tlamatini/agent/static/agent/vendor/pdfjs/web/images/toolbarButton-signaturePropertiesVerified.svg</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356 bytes; text; 7 physical / 7 effective lines</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- 35</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Tlamatini/agent/static/agent/vendor/pdfjs/web/images/toolbarButton-viewAttachments.svg</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570 bytes; text; 3 physical / 3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Tlamatini/agent/static/agent/vendor/pdfjs/web/images/toolbarButton-viewLayers.svg</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671 bytes; text; 3 physical / 3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Tlamatini/agent/static/agent/vendor/pdfjs/web/images/toolbarButton-viewOutline.svg</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332 bytes; text; 3 physical / 3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Tlamatini/agent/static/agent/vendor/pdfjs/web/images/toolbarButton-viewThumbnail.svg</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1,396 bytes; text; 3 physical / 3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Tlamatini/agent/static/agent/vendor/pdfjs/web/images/toolbarButton-viewsManagerToggle.svg</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1,560 bytes; text; 3 physical / 3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Tlamatini/agent/static/agent/vendor/pdfjs/web/images/toolbarButton-zoomIn.svg</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958 bytes; text; 3 physical / 3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Tlamatini/agent/static/agent/vendor/pdfjs/web/images/toolbarButton-zoomOut.svg</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472 bytes; text; 3 physical / 3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Tlamatini/agent/static/agent/vendor/pdfjs/web/images/treeitem-collapsed.svg</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93 bytes; text; 1 physical / 1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Tlamatini/agent/static/agent/vendor/pdfjs/web/images/treeitem-expanded.svg</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94 bytes; text; 1 physical / 1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Tlamatini/agent/static/agent/vendor/pdfjs/web/pdf_viewer.css</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163,832 bytes; text; 6409 physical / 5533 effective lines</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- 36</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Tlamatini/agent/static/agent/vendor/pdfjs/web/pdf_viewer.mjs</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320,173 bytes; text; 9834 physical / 9659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Tlamatini/agent/test_pdf_context.py</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12,986 bytes; text; 231 physical / 209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build_runtime_assets.py</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14,537 bytes; text; 290 physical / 238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docs/pdf-canvas.md</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14,031 bytes; text; 228 physical / 196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docs/self-management-carriage.md</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6,952 bytes; text; 109 physical / 96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pyinstaller_hooks/hook-pymupdf.py</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544 bytes; text; 14 physical / 3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scripts/vendor_frontend.py</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4,069 bytes; text; 78 physical / 64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scripts/vendor_pdfjs.py</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2,154 bytes; text; 57 physical / 43 effective lines</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eXtended Artificial Intelligence Humanly Tempered</dc:title>
  <dc:subject>Complete technical project dossier</dc:subject>
  <dc:creator>Angela López Mendoza</dc:creator>
  <cp:keywords/>
  <dc:description>Generated from the Tlamatini repository by the deterministic project dossier workflow.</dc:description>
  <cp:lastModifiedBy>Angela López Mendoza</cp:lastModifiedBy>
  <cp:revision>1</cp:revision>
  <dcterms:created xsi:type="dcterms:W3CDTF">2013-01-27T09:14:16Z</dcterms:created>
  <dcterms:modified xsi:type="dcterms:W3CDTF">2013-01-27T09:15:58Z</dcterms:modified>
  <cp:category/>
</cp:coreProperties>
</file>