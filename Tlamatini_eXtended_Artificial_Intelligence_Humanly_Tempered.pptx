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a:sp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914400"/>
          </a:xfrm>
          <a:prstGeom prst="rect">
            <a:avLst/>
          </a:prstGeom>
          <a:noFill/>
        </p:spPr>
        <p:txBody>
          <a:bodyPr wrap="square" anchor="t">
            <a:spAutoFit/>
          </a:bodyPr>
          <a:lstStyle/>
          <a:p>
            <a:pPr algn="l"/>
            <a:r>
              <a:rPr sz="1700" b="0">
                <a:solidFill>
                  <a:srgbClr val="B4BAAE"/>
                </a:solidFill>
                <a:latin typeface="Aptos"/>
              </a:rPr>
              <a:t>Self-hosted AI developer assistant (cloud LLMs by default) with RAG, Multi-Turn orchestration, 85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a:sp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a:spAutoFit/>
          </a:bodyPr>
          <a:lstStyle/>
          <a:p>
            <a:pPr algn="l"/>
            <a:r>
              <a:rPr sz="2000" b="1">
                <a:solidFill>
                  <a:srgbClr val="E8E8DE"/>
                </a:solidFill>
                <a:latin typeface="Aptos"/>
              </a:rPr>
              <a:t>839</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a:spAutoFit/>
          </a:bodyPr>
          <a:lstStyle/>
          <a:p>
            <a:pPr algn="l"/>
            <a:r>
              <a:rPr sz="2000" b="1">
                <a:solidFill>
                  <a:srgbClr val="E8E8DE"/>
                </a:solidFill>
                <a:latin typeface="Aptos"/>
              </a:rPr>
              <a:t>85</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a:sp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a:spAutoFit/>
          </a:bodyPr>
          <a:lstStyle/>
          <a:p>
            <a:pPr algn="l"/>
            <a:r>
              <a:rPr sz="2000" b="1">
                <a:solidFill>
                  <a:srgbClr val="E8E8DE"/>
                </a:solidFill>
                <a:latin typeface="Aptos"/>
              </a:rPr>
              <a:t>176,208</a:t>
            </a:r>
          </a:p>
        </p:txBody>
      </p:sp>
      <p:sp>
        <p:nvSpPr>
          <p:cNvPr id="20" name="TextBox 19"/>
          <p:cNvSpPr txBox="1"/>
          <p:nvPr/>
        </p:nvSpPr>
        <p:spPr>
          <a:xfrm>
            <a:off x="822960" y="5806440"/>
            <a:ext cx="5669280" cy="292608"/>
          </a:xfrm>
          <a:prstGeom prst="rect">
            <a:avLst/>
          </a:prstGeom>
          <a:noFill/>
        </p:spPr>
        <p:txBody>
          <a:bodyPr wrap="square" anchor="t">
            <a:spAutoFit/>
          </a:bodyPr>
          <a:lstStyle/>
          <a:p>
            <a:pPr algn="l"/>
            <a:r>
              <a:rPr sz="900" b="0">
                <a:solidFill>
                  <a:srgbClr val="B4BAAE"/>
                </a:solidFill>
                <a:latin typeface="Aptos"/>
              </a:rPr>
              <a:t>Generated July 15, 2026 12:55 PM UTC-0600 at HEAD 08405a67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a:sp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1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1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authorized cyber-security assessment, local model operation, Windows packaging and uninstall registration, first-person self-knowledge about her own runtime, and embedded-firmware control for STM32F4,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a:sp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workflow agents in `Tlamatini/agent/agents/` are plain-Python programs on purpose: they are readable, editable, auditable operating code under the user's control.</a:t>
            </a:r>
          </a:p>
          <a:p>
            <a:pPr>
              <a:spcAft>
                <a:spcPts val="400"/>
              </a:spcAft>
              <a:defRPr sz="1200">
                <a:solidFill>
                  <a:srgbClr val="B4BAAE"/>
                </a:solidFill>
                <a:latin typeface="Aptos"/>
              </a:defRPr>
            </a:pPr>
            <a:r>
              <a:t>When a user enables, configures, modifies, chains, or runs those agents, the actions of those agents fall under that user's jurisdiction. The prompts, config files, secrets, credentials, files, folders, network targets, browsers, shells, APIs, external MCP servers, hardware devices, and downstream systems they touch are selected and authorized by the user.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Tlamatini provides orchestration, documentation, and guardrails, but she cannot guarantee that every user-edited agent, workflow, external service, credential scope, target machine, or local environment is safe.</a:t>
            </a:r>
          </a:p>
          <a:p>
            <a:pPr>
              <a:spcAft>
                <a:spcPts val="400"/>
              </a:spcAft>
              <a:defRPr sz="1200">
                <a:solidFill>
                  <a:srgbClr val="B4BAAE"/>
                </a:solidFill>
                <a:latin typeface="Aptos"/>
              </a:defRPr>
            </a:pPr>
            <a:r>
              <a:t>Any security breach, data exposure, unauthorized action, credential leak, unsafe automation, policy violation, device damage, or other harm caused by running agents or agent workflows is the responsibility of the user who runs them.</a:t>
            </a:r>
          </a:p>
          <a:p>
            <a:pPr>
              <a:spcAft>
                <a:spcPts val="400"/>
              </a:spcAft>
              <a:defRPr sz="1200">
                <a:solidFill>
                  <a:srgbClr val="B4BAAE"/>
                </a:solidFill>
                <a:latin typeface="Aptos"/>
              </a:defRPr>
            </a:pPr>
            <a:r>
              <a:t>Operators should audit agents before use, restrict credentials and permissions, and operate them only on systems where they have explicit authorization.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(1/5)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Answers codebase questions with loaded file or directory context.</a:t>
            </a:r>
          </a:p>
          <a:p>
            <a:pPr>
              <a:spcAft>
                <a:spcPts val="400"/>
              </a:spcAft>
              <a:defRPr sz="1000">
                <a:solidFill>
                  <a:srgbClr val="B4BAAE"/>
                </a:solidFill>
                <a:latin typeface="Aptos"/>
              </a:defRPr>
            </a:pPr>
            <a:r>
              <a:t>Uses hybrid retrieval to extract metadata, split content, rank source chunks, and respect context budgets.</a:t>
            </a:r>
          </a:p>
          <a:p>
            <a:pPr>
              <a:spcAft>
                <a:spcPts val="400"/>
              </a:spcAft>
              <a:defRPr sz="1000">
                <a:solidFill>
                  <a:srgbClr val="B4BAAE"/>
                </a:solidFill>
                <a:latin typeface="Aptos"/>
              </a:defRPr>
            </a:pPr>
            <a:r>
              <a:t>Can discover files by glob pattern, search their contents by regex, and make surgical in-place replacements through the Globber, Grepper, and Editor agent/tool trio.</a:t>
            </a:r>
          </a:p>
          <a:p>
            <a:pPr>
              <a:spcAft>
                <a:spcPts val="400"/>
              </a:spcAft>
              <a:defRPr sz="10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status / reconnect / doctor / import / list / call helpers.</a:t>
            </a:r>
          </a:p>
          <a:p>
            <a:pPr>
              <a:spcAft>
                <a:spcPts val="400"/>
              </a:spcAft>
              <a:defRPr sz="1000">
                <a:solidFill>
                  <a:srgbClr val="B4BAAE"/>
                </a:solidFill>
                <a:latin typeface="Aptos"/>
              </a:defRPr>
            </a:pPr>
            <a:r>
              <a:t>Gives operators GUI-first database maintenance through the new DB dropdown for backup and staged database replacement.</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9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9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a:p>
            <a:pPr>
              <a:spcAft>
                <a:spcPts val="400"/>
              </a:spcAft>
              <a:defRPr sz="9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9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Warns GPU-host operators before a directory-context load is likely to saturate VRAM and degrade embedding throughput.</a:t>
            </a:r>
          </a:p>
          <a:p>
            <a:pPr>
              <a:spcAft>
                <a:spcPts val="400"/>
              </a:spcAft>
              <a:defRPr sz="900">
                <a:solidFill>
                  <a:srgbClr val="B4BAAE"/>
                </a:solidFill>
                <a:latin typeface="Aptos"/>
              </a:defRPr>
            </a:pPr>
            <a:r>
              <a:t>Exposes a coherent versioning surface across builds, runtime UI, logs, and an open health-check endpoint.</a:t>
            </a:r>
          </a:p>
          <a:p>
            <a:pPr>
              <a:spcAft>
                <a:spcPts val="400"/>
              </a:spcAft>
              <a:defRPr sz="900">
                <a:solidFill>
                  <a:srgbClr val="B4BAAE"/>
                </a:solidFill>
                <a:latin typeface="Aptos"/>
              </a:defRPr>
            </a:pPr>
            <a:r>
              <a:t>Carries a first-person self-knowledge map so she can answer more accurately about her own architecture, ports, runtime modes, pages, and capabilities.</a:t>
            </a:r>
          </a:p>
          <a:p>
            <a:pPr>
              <a:spcAft>
                <a:spcPts val="400"/>
              </a:spcAft>
              <a:defRPr sz="9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900">
                <a:solidFill>
                  <a:srgbClr val="B4BAAE"/>
                </a:solidFill>
                <a:latin typeface="Aptos"/>
              </a:defRPr>
            </a:pPr>
            <a:r>
              <a:t>Can run local authorized nmap reconnaissance through Nmapper, a use-only bridge that resolves a user-installed nmap, defaults to unprivileged TCP connect scanning, refuses unsafe/missing prerequisites gracefully, and never bundles or redistributes nmap.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(2/5)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Lets operators manage provider secrets from the browser through the Config -&gt; Access Keys Wizard instead of hand-editing `config.json`.</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Hardens generated files: File-Creator’s bulk-write path now preserves long content byte-complete even when it contains heavy quoting or semicolon-rich source text.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a:p>
            <a:pPr>
              <a:spcAft>
                <a:spcPts val="400"/>
              </a:spcAft>
              <a:defRPr sz="900">
                <a:solidFill>
                  <a:srgbClr val="B4BAAE"/>
                </a:solidFill>
                <a:latin typeface="Aptos"/>
              </a:defRPr>
            </a:pPr>
            <a:r>
              <a:t>Can scaffold, author, build, flash, reset, and observe STM32F4 firmware through STM32er and the STM32 Template Project MCP, with a fail-safe preflight before any hardware mutation.</a:t>
            </a:r>
          </a:p>
          <a:p>
            <a:pPr>
              <a:spcAft>
                <a:spcPts val="400"/>
              </a:spcAft>
              <a:defRPr sz="900">
                <a:solidFill>
                  <a:srgbClr val="B4BAAE"/>
                </a:solidFill>
                <a:latin typeface="Aptos"/>
              </a:defRPr>
            </a:pPr>
            <a:r>
              <a:t>Can scaffold, author, build, upload, and monitor ESP32-class firmware through ESP32er and PlatformIO Core, with zero-config bootstrap and a serial-aware preflight before hardware mutation.</a:t>
            </a:r>
          </a:p>
          <a:p>
            <a:pPr>
              <a:spcAft>
                <a:spcPts val="400"/>
              </a:spcAft>
              <a:defRPr sz="9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a:p>
            <a:pPr>
              <a:spcAft>
                <a:spcPts val="400"/>
              </a:spcAft>
              <a:defRPr sz="9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(3/5)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a:p>
            <a:pPr>
              <a:spcAft>
                <a:spcPts val="400"/>
              </a:spcAft>
              <a:defRPr sz="900">
                <a:solidFill>
                  <a:srgbClr val="B4BAAE"/>
                </a:solidFill>
                <a:latin typeface="Aptos"/>
              </a:defRPr>
            </a:pPr>
            <a:r>
              <a:t>Can manage real desktop windows by title: focus them, tile them, resize them, list them, and close them deterministically through Win32 calls.</a:t>
            </a:r>
          </a:p>
          <a:p>
            <a:pPr>
              <a:spcAft>
                <a:spcPts val="400"/>
              </a:spcAft>
              <a:defRPr sz="900">
                <a:solidFill>
                  <a:srgbClr val="B4BAAE"/>
                </a:solidFill>
                <a:latin typeface="Aptos"/>
              </a:defRPr>
            </a:pPr>
            <a:r>
              <a:t>Can drive a real Playwright browser through scripted interactive steps for logins, forms, assertions, downloads, extraction, and end-to-end UI checks.</a:t>
            </a:r>
          </a:p>
          <a:p>
            <a:pPr>
              <a:spcAft>
                <a:spcPts val="400"/>
              </a:spcAft>
              <a:defRPr sz="900">
                <a:solidFill>
                  <a:srgbClr val="B4BAAE"/>
                </a:solidFill>
                <a:latin typeface="Aptos"/>
              </a:defRPr>
            </a:pPr>
            <a:r>
              <a:t>Can drive a live Unreal Engine 5 editor through the Unreal MCP plugin, from either Multi-Turn chat or the visual workflow canvas.</a:t>
            </a:r>
          </a:p>
          <a:p>
            <a:pPr>
              <a:spcAft>
                <a:spcPts val="400"/>
              </a:spcAft>
              <a:defRPr sz="900">
                <a:solidFill>
                  <a:srgbClr val="B4BAAE"/>
                </a:solidFill>
                <a:latin typeface="Aptos"/>
              </a:defRPr>
            </a:pPr>
            <a:r>
              <a:t>Actively reaps orphaned Windows console-host and pool-child processes so long Multi-Turn or ACPX sessions do not leave misleading Tlamatini-icon ghosts in Task Manager.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(4/5)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Can autonomously kill only genuinely hung shell-wrapper subtrees through a boot-time command watchdog that measures CPU and I/O progress instead of guessing from elapsed time.</a:t>
            </a:r>
          </a:p>
          <a:p>
            <a:pPr>
              <a:spcAft>
                <a:spcPts val="400"/>
              </a:spcAft>
              <a:defRPr sz="10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000">
                <a:solidFill>
                  <a:srgbClr val="B4BAAE"/>
                </a:solidFill>
                <a:latin typeface="Aptos"/>
              </a:defRPr>
            </a:pPr>
            <a:r>
              <a:t>Can optionally inspect and modify her own bundled source tree in self-modify builds after verifying that `TlamatiniSourceCode/` is actually present.</a:t>
            </a:r>
          </a:p>
          <a:p>
            <a:pPr>
              <a:spcAft>
                <a:spcPts val="400"/>
              </a:spcAft>
              <a:defRPr sz="1000">
                <a:solidFill>
                  <a:srgbClr val="B4BAAE"/>
                </a:solidFill>
                <a:latin typeface="Aptos"/>
              </a:defRPr>
            </a:pPr>
            <a:r>
              <a:t>Launches wrapped copies of selected workflow agents in isolated runtime folders without mutating templates.</a:t>
            </a:r>
          </a:p>
          <a:p>
            <a:pPr>
              <a:spcAft>
                <a:spcPts val="400"/>
              </a:spcAft>
              <a:defRPr sz="1000">
                <a:solidFill>
                  <a:srgbClr val="B4BAAE"/>
                </a:solidFill>
                <a:latin typeface="Aptos"/>
              </a:defRPr>
            </a:pPr>
            <a:r>
              <a:t>Lets users design, validate, save, pause, resume, and stop visual workflows through the Agentic Control Panel.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(5/5)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Turns successful Multi-Turn tool executions into starter `.flw` workflows that can be inspected and validated in ACP.</a:t>
            </a:r>
          </a:p>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a:spAutoFit/>
          </a:bodyPr>
          <a:lstStyle/>
          <a:p>
            <a:pPr algn="ctr"/>
            <a:r>
              <a:rPr sz="1000" b="1">
                <a:solidFill>
                  <a:srgbClr val="E8E8DE"/>
                </a:solidFill>
                <a:latin typeface="Aptos"/>
              </a:rPr>
              <a:t>Browser</a:t>
            </a:r>
          </a:p>
        </p:txBody>
      </p:sp>
      <p:sp>
        <p:nvSpPr>
          <p:cNvPr id="11" name="TextBox 10"/>
          <p:cNvSpPr txBox="1"/>
          <p:nvPr/>
        </p:nvSpPr>
        <p:spPr>
          <a:xfrm>
            <a:off x="2459736"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a:spAutoFit/>
          </a:bodyPr>
          <a:lstStyle/>
          <a:p>
            <a:pPr algn="ctr"/>
            <a:r>
              <a:rPr sz="1000" b="1">
                <a:solidFill>
                  <a:srgbClr val="E8E8DE"/>
                </a:solidFill>
                <a:latin typeface="Aptos"/>
              </a:rPr>
              <a:t>Channels</a:t>
            </a:r>
          </a:p>
        </p:txBody>
      </p:sp>
      <p:sp>
        <p:nvSpPr>
          <p:cNvPr id="14" name="TextBox 13"/>
          <p:cNvSpPr txBox="1"/>
          <p:nvPr/>
        </p:nvSpPr>
        <p:spPr>
          <a:xfrm>
            <a:off x="4297680"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a:spAutoFit/>
          </a:bodyPr>
          <a:lstStyle/>
          <a:p>
            <a:pPr algn="ctr"/>
            <a:r>
              <a:rPr sz="1000" b="1">
                <a:solidFill>
                  <a:srgbClr val="E8E8DE"/>
                </a:solidFill>
                <a:latin typeface="Aptos"/>
              </a:rPr>
              <a:t>RAG</a:t>
            </a:r>
          </a:p>
        </p:txBody>
      </p:sp>
      <p:sp>
        <p:nvSpPr>
          <p:cNvPr id="17" name="TextBox 16"/>
          <p:cNvSpPr txBox="1"/>
          <p:nvPr/>
        </p:nvSpPr>
        <p:spPr>
          <a:xfrm>
            <a:off x="6135624"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a:spAutoFit/>
          </a:bodyPr>
          <a:lstStyle/>
          <a:p>
            <a:pPr algn="ctr"/>
            <a:r>
              <a:rPr sz="1000" b="1">
                <a:solidFill>
                  <a:srgbClr val="E8E8DE"/>
                </a:solidFill>
                <a:latin typeface="Aptos"/>
              </a:rPr>
              <a:t>Planner</a:t>
            </a:r>
          </a:p>
        </p:txBody>
      </p:sp>
      <p:sp>
        <p:nvSpPr>
          <p:cNvPr id="20" name="TextBox 19"/>
          <p:cNvSpPr txBox="1"/>
          <p:nvPr/>
        </p:nvSpPr>
        <p:spPr>
          <a:xfrm>
            <a:off x="7973567"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a:spAutoFit/>
          </a:bodyPr>
          <a:lstStyle/>
          <a:p>
            <a:pPr algn="ctr"/>
            <a:r>
              <a:rPr sz="1000" b="1">
                <a:solidFill>
                  <a:srgbClr val="E8E8DE"/>
                </a:solidFill>
                <a:latin typeface="Aptos"/>
              </a:rPr>
              <a:t>Tools</a:t>
            </a:r>
          </a:p>
        </p:txBody>
      </p:sp>
      <p:sp>
        <p:nvSpPr>
          <p:cNvPr id="23" name="TextBox 22"/>
          <p:cNvSpPr txBox="1"/>
          <p:nvPr/>
        </p:nvSpPr>
        <p:spPr>
          <a:xfrm>
            <a:off x="9811511"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a:sp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a:sp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Browser UI sends chat and workflow requests through Django views and Channels WebSockets.</a:t>
            </a:r>
          </a:p>
          <a:p>
            <a:pPr>
              <a:spcAft>
                <a:spcPts val="400"/>
              </a:spcAft>
              <a:defRPr sz="1000">
                <a:solidFill>
                  <a:srgbClr val="B4BAAE"/>
                </a:solidFill>
                <a:latin typeface="Aptos"/>
              </a:defRPr>
            </a:pPr>
            <a:r>
              <a:t>RAG chains load selected file/directory context, retrieve relevant chunks, and build answer prompts.</a:t>
            </a:r>
          </a:p>
          <a:p>
            <a:pPr>
              <a:spcAft>
                <a:spcPts val="400"/>
              </a:spcAft>
              <a:defRPr sz="1000">
                <a:solidFill>
                  <a:srgbClr val="B4BAAE"/>
                </a:solidFill>
                <a:latin typeface="Aptos"/>
              </a:defRPr>
            </a:pPr>
            <a:r>
              <a:t>DB-menu actions validate directories or SQLite files in the browser, then call Django views that either copy the live database out or stage a replacement into `DB/ToLoad/db.sqlite3`.</a:t>
            </a:r>
          </a:p>
          <a:p>
            <a:pPr>
              <a:spcAft>
                <a:spcPts val="400"/>
              </a:spcAft>
              <a:defRPr sz="10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1000">
                <a:solidFill>
                  <a:srgbClr val="B4BAAE"/>
                </a:solidFill>
                <a:latin typeface="Aptos"/>
              </a:defRPr>
            </a:pPr>
            <a:r>
              <a:t>The file-navigation and file-edit trio sits above raw shell execution: Globber enumerates matching files, Grepper scans content with regex while pruning noisy/binary trees, and Editor performs byte-exact in-place replacements without rewriting an entire file.</a:t>
            </a:r>
          </a:p>
          <a:p>
            <a:pPr>
              <a:spcAft>
                <a:spcPts val="400"/>
              </a:spcAft>
              <a:defRPr sz="1000">
                <a:solidFill>
                  <a:srgbClr val="B4BAAE"/>
                </a:solidFill>
                <a:latin typeface="Aptos"/>
              </a:defRPr>
            </a:pPr>
            <a:r>
              <a:t>External MCP connectivity is catalog-driven: `external_mcps.json` stores Claude-style `mcpServers` entries, `external_mcp_manager.py` negotiates stdio / streamable-HTTP / SSE / WebSocket transports, and wrapped remote tools are surfaced into the planner as `ext__&lt;server&gt;__&lt;tool&gt;` only after the connection is healthy.</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the external `apply_update.ps1` helper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Nmapper path resolves a user-installed `nmap` from explicit config, PATH, Program Files, or `%LOCALAPPDATA%`, constructs one safe scan action, captures XML plus normal output, parses hosts/open ports with the standard library, and emits one atomic `INI_SECTION_NMAPPER` block for Parametrizer/Forker routing.</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a:p>
            <a:pPr>
              <a:spcAft>
                <a:spcPts val="400"/>
              </a:spcAft>
              <a:defRPr sz="9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9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a:p>
            <a:pPr>
              <a:spcAft>
                <a:spcPts val="400"/>
              </a:spcAft>
              <a:defRPr sz="9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9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900">
                <a:solidFill>
                  <a:srgbClr val="B4BAAE"/>
                </a:solidFill>
                <a:latin typeface="Aptos"/>
              </a:defRPr>
            </a:pPr>
            <a:r>
              <a:t>The Unrealer path opens a TCP socket to the Unreal MCP plugin, sends one `{"type": command, "params": {...}}` payload, captures the JSON reply, and emits one `INI_SECTION_UNREALER` block for downstream logic.</a:t>
            </a:r>
          </a:p>
          <a:p>
            <a:pPr>
              <a:spcAft>
                <a:spcPts val="400"/>
              </a:spcAft>
              <a:defRPr sz="9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9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Tool calls execute in the backend, append observations, and may create wrapped runtime copies under `agent/agents/pools/_chat_runs_/`.</a:t>
            </a:r>
          </a:p>
          <a:p>
            <a:pPr>
              <a:spcAft>
                <a:spcPts val="400"/>
              </a:spcAft>
              <a:defRPr sz="1200">
                <a:solidFill>
                  <a:srgbClr val="B4BAAE"/>
                </a:solidFill>
                <a:latin typeface="Aptos"/>
              </a:defRPr>
            </a:pPr>
            <a:r>
              <a:t>On the next full start-up, `manage.py` can swap a staged database into place before Django imports, while archiving the previous live database under `DB/Older/&lt;timestamp&gt;/`.</a:t>
            </a:r>
          </a:p>
          <a:p>
            <a:pPr>
              <a:spcAft>
                <a:spcPts val="400"/>
              </a:spcAft>
              <a:defRPr sz="1200">
                <a:solidFill>
                  <a:srgbClr val="B4BAAE"/>
                </a:solidFill>
                <a:latin typeface="Aptos"/>
              </a:defRPr>
            </a:pPr>
            <a:r>
              <a:t>ACP flows deploy session-scoped pool instances, wire config values, validate NxN graph rules, and execute through Starter-driven flow semantics.</a:t>
            </a:r>
          </a:p>
          <a:p>
            <a:pPr>
              <a:spcAft>
                <a:spcPts val="400"/>
              </a:spcAft>
              <a:defRPr sz="12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for self-rebuildable releases.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a:sp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a:sp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Create Flow no longer uses the removed answer classifier; it appears when Multi-Turn has at least one successful agent call.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V1.10.0 SAFETY MODIFIER STILL ACTIVE IN V1.41.3</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Introduced in `v1.10.0` and still part of the current `v1.26.0` surface,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V1.11.0 UNINSTALL INTEGRATION CARRIED INTO V1.41.3</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Introduced in `v1.11.0` and still carried by the current `v1.26.0` release, the frozen install now behaves like a real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V1.41.3 - PROMPT CATALOG, HARD CANCEL, AND IMAGE INGESTION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Current Release Focus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Release 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repository currently resolves to tagged `v1.41.3` at `08405a67`, and the live source tree remains the authority for every generated count and capability claim.</a:t>
            </a:r>
          </a:p>
          <a:p>
            <a:pPr>
              <a:spcAft>
                <a:spcPts val="400"/>
              </a:spcAft>
              <a:defRPr sz="1000">
                <a:solidFill>
                  <a:srgbClr val="B4BAAE"/>
                </a:solidFill>
                <a:latin typeface="Aptos"/>
              </a:defRPr>
            </a:pPr>
            <a:r>
              <a:t>`v1.41.3` restructures the Catalog of Prompts into 13 operator categories, preserves stable surviving ids, and removes 13 duplicate ACPX demo rows instead of merely hiding them.</a:t>
            </a:r>
          </a:p>
          <a:p>
            <a:pPr>
              <a:spcAft>
                <a:spcPts val="400"/>
              </a:spcAft>
              <a:defRPr sz="1000">
                <a:solidFill>
                  <a:srgbClr val="B4BAAE"/>
                </a:solidFill>
                <a:latin typeface="Aptos"/>
              </a:defRPr>
            </a:pPr>
            <a:r>
              <a:t>The catalog endpoint now returns category metadata in display order; the frontend renders grouped sections and adds live numeric, acronym, substring, word-start, and subsequence search with highlighted, best-first results.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Reliability and flow</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`v1.41.2` replaces the fragile process-global cancel window with a permanent per-user run-epoch latch, so a cancelled Multi-Turn run cannot resume after the legacy flag is cleared.</a:t>
            </a:r>
          </a:p>
          <a:p>
            <a:pPr>
              <a:spcAft>
                <a:spcPts val="400"/>
              </a:spcAft>
              <a:defRPr sz="1000">
                <a:solidFill>
                  <a:srgbClr val="B4BAAE"/>
                </a:solidFill>
                <a:latin typeface="Aptos"/>
              </a:defRPr>
            </a:pPr>
            <a:r>
              <a:t>The run epoch is carried through RAG payload rebuilds and executor sub-payloads; executor, unified retry, self-healing, and late-answer paths all honor it while the next run receives a higher healthy epoch.</a:t>
            </a:r>
          </a:p>
          <a:p>
            <a:pPr>
              <a:spcAft>
                <a:spcPts val="400"/>
              </a:spcAft>
              <a:defRPr sz="1000">
                <a:solidFill>
                  <a:srgbClr val="B4BAAE"/>
                </a:solidFill>
                <a:latin typeface="Aptos"/>
              </a:defRPr>
            </a:pPr>
            <a:r>
              <a:t>Ask Execs now resolves to deny on cancellation, status emitters are revoked immediately, and the frontend ignores late tactic frames so an old run cannot flip the Send button back to Cancel.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IMAGE PATHS, PORT RECOVERY, HANDBOOK TRUTH, AND CARRIED FOUNDATIONS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Current Release Context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Flow and recovery</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`v1.41.0` adds screenshot paste/drop: clipboard bitmaps and dropped image files are re-encoded into Tlamatini's Temp directory, inserted at the remembered caret as absolute paths, and represented by removable thumbnail chips.</a:t>
            </a:r>
          </a:p>
          <a:p>
            <a:pPr>
              <a:spcAft>
                <a:spcPts val="400"/>
              </a:spcAft>
              <a:defRPr sz="1000">
                <a:solidFill>
                  <a:srgbClr val="B4BAAE"/>
                </a:solidFill>
                <a:latin typeface="Aptos"/>
              </a:defRPr>
            </a:pPr>
            <a:r>
              <a:t>The image path is deliberately the chat payload because Image-Interpreter consumes local paths; document-level paste handling, scoped drop handling, and form-height observation keep the workflow usable after Alt+Tab and on constrained layouts.</a:t>
            </a:r>
          </a:p>
          <a:p>
            <a:pPr>
              <a:spcAft>
                <a:spcPts val="400"/>
              </a:spcAft>
              <a:defRPr sz="1000">
                <a:solidFill>
                  <a:srgbClr val="B4BAAE"/>
                </a:solidFill>
                <a:latin typeface="Aptos"/>
              </a:defRPr>
            </a:pPr>
            <a:r>
              <a:t>The post-`v1.40.1` `freeingport8000.ps1` helper can reset Windows dynamic-port ranges, restart WinNAT, and verify a loopback bind for administrators, while routine users should prefer changing `django_port`.</a:t>
            </a:r>
          </a:p>
          <a:p>
            <a:pPr>
              <a:spcAft>
                <a:spcPts val="400"/>
              </a:spcAft>
              <a:defRPr sz="1000">
                <a:solidFill>
                  <a:srgbClr val="B4BAAE"/>
                </a:solidFill>
                <a:latin typeface="Aptos"/>
              </a:defRPr>
            </a:pPr>
            <a:r>
              <a:t>`v1.40.1` remains carried behavior: `manage.py` applies fail-open `django_port` resolution to frozen and source launch paths, and explicit command-line ports remain authoritative.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Security and source control</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README.md and BookOfTlamatini.md still provide the complete installation, Ollama, architecture, operator, agent, and responsibility narrative, but their static v1.40.1 release surfaces lag the tagged v1.41.3 source and are not treated as release authority.</a:t>
            </a:r>
          </a:p>
          <a:p>
            <a:pPr>
              <a:spcAft>
                <a:spcPts val="400"/>
              </a:spcAft>
              <a:defRPr sz="1100">
                <a:solidFill>
                  <a:srgbClr val="B4BAAE"/>
                </a:solidFill>
                <a:latin typeface="Aptos"/>
              </a:defRPr>
            </a:pPr>
            <a:r>
              <a:t>The live working tree contains only modified local agent/config templates; the dossier counts their files and lines but never reproduces private values, credentials, endpoints, or machine-specific paths.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OLDER WAVES STILL CARRIED BY THE CURRENT DOSSIER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Release Continuity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Carried product story</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`v1.40.0` FlowPills discovery contract, Unreal 5.8 scaffold, Nmapper, self-healing, Create Flow, robotic loop, firmware/media agents, External MCPs, ACPX skills, and deterministic file tools remain carried product behavior.</a:t>
            </a:r>
          </a:p>
          <a:p>
            <a:pPr>
              <a:spcAft>
                <a:spcPts val="400"/>
              </a:spcAft>
              <a:defRPr sz="1100">
                <a:solidFill>
                  <a:srgbClr val="B4BAAE"/>
                </a:solidFill>
                <a:latin typeface="Aptos"/>
              </a:defRPr>
            </a:pPr>
            <a:r>
              <a:t>The current release adds no workflow agent type, so agent/tool growth is derived from the live registry and tree rather than inferred from version numbers or handbook badges.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Documentation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README.md and BookOfTlamatini.md continue to present the MIT-licensed project, the Agent-directory responsibility disclaimer, the easy-start installation path, Ollama setup guidance, and the full operator story instead of a narrow changelog summary.</a:t>
            </a:r>
          </a:p>
          <a:p>
            <a:pPr>
              <a:spcAft>
                <a:spcPts val="400"/>
              </a:spcAft>
              <a:defRPr sz="1100">
                <a:solidFill>
                  <a:srgbClr val="B4BAAE"/>
                </a:solidFill>
                <a:latin typeface="Aptos"/>
              </a:defRPr>
            </a:pPr>
            <a:r>
              <a:t>The resulting PDF/PPTX refresh treats `v1.41.3` as the current product snapshot while preserving the complete historical and operational context rather than collapsing the dossier into recent release notes.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V1.41.3 - 13 CATEGORIES AND DUPLICATE REMOVAL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Prompt Catalog Reorganized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Migration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Migration `0175_prompt_category_and_dedup.py` classifies the 106 historical prompt rows into 13 named operator categories, from Getting Started and Files/Search through ACPX, firmware, security, messaging, media, and a fail-safe More bucket.</a:t>
            </a:r>
          </a:p>
          <a:p>
            <a:pPr>
              <a:spcAft>
                <a:spcPts val="400"/>
              </a:spcAft>
              <a:defRPr sz="1000">
                <a:solidFill>
                  <a:srgbClr val="B4BAAE"/>
                </a:solidFill>
                <a:latin typeface="Aptos"/>
              </a:defRPr>
            </a:pPr>
            <a:r>
              <a:t>Migration `0176_delete_duplicate_acpx_prompts.py` physically deletes ids 40-52: 13 banner/Gemini variants that duplicate the seven portable ACPX demos retained at ids 33-39; surviving ids are never renumbered.</a:t>
            </a:r>
          </a:p>
          <a:p>
            <a:pPr>
              <a:spcAft>
                <a:spcPts val="400"/>
              </a:spcAft>
              <a:defRPr sz="1000">
                <a:solidFill>
                  <a:srgbClr val="B4BAAE"/>
                </a:solidFill>
                <a:latin typeface="Aptos"/>
              </a:defRPr>
            </a:pPr>
            <a:r>
              <a:t>Gaps are now valid. `/agent/list_prompts/` returns all visible rows regardless of id continuity, and the offline `prompt-N` fallback skips a missing id instead of terminating the catalog at the first gap.</a:t>
            </a:r>
          </a:p>
          <a:p>
            <a:pPr>
              <a:spcAft>
                <a:spcPts val="400"/>
              </a:spcAft>
              <a:defRPr sz="1000">
                <a:solidFill>
                  <a:srgbClr val="B4BAAE"/>
                </a:solidFill>
                <a:latin typeface="Aptos"/>
              </a:defRPr>
            </a:pPr>
            <a:r>
              <a:t>`Prompt.category` and `Prompt.hidden` remain schema-level controls, while `PROMPT_CATEGORY_ORDER` gives every known category a stable display rank and routes unknown or future values into `other` rather than dropping them.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Stable identity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modal renders explicit category headers and counts, then restores that grouped basic-to-advanced order whenever the search query clears.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GROUPED AT REST, RANKED AND FLATTENED WHILE SEARCHING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Prompt Catalog Search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Search behavior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Live search accepts a prompt number, title words, mode labels, acronym, contiguous text, or fuzzy subsequence; it requires every query token, ranks best-first, highlights matched characters, and exposes Enter-to-open plus Escape/clear behavior.</a:t>
            </a:r>
          </a:p>
          <a:p>
            <a:pPr>
              <a:spcAft>
                <a:spcPts val="400"/>
              </a:spcAft>
              <a:defRPr sz="1100">
                <a:solidFill>
                  <a:srgbClr val="B4BAAE"/>
                </a:solidFill>
                <a:latin typeface="Aptos"/>
              </a:defRPr>
            </a:pPr>
            <a:r>
              <a:t>Prompt cards retain their One-Shot, Multi-Turn, ACPX, Exec Report, and Step-by-Step mode badges and continue to set the matching toolbar toggles when selected.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Viewport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catalog stays viewport-pinned and bounded in CSS so its header and search bar remain reachable independently of the chat input height, with no JavaScript geometry coupling reintroduced.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V1.41.2 - CANCELLED RUNS STAY CANCELLED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Hard Cancel Run Latch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Per-user epoch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`agent/cancellation.py` mints a monotonically increasing run epoch per user and permanently latches the highest cancelled epoch; clearing the legacy setup boolean can no longer resurrect that run.</a:t>
            </a:r>
          </a:p>
          <a:p>
            <a:pPr>
              <a:spcAft>
                <a:spcPts val="400"/>
              </a:spcAft>
              <a:defRPr sz="1000">
                <a:solidFill>
                  <a:srgbClr val="B4BAAE"/>
                </a:solidFill>
                <a:latin typeface="Aptos"/>
              </a:defRPr>
            </a:pPr>
            <a:r>
              <a:t>Cancellation is isolated per user, so a browser tab cannot kill another user's TeleTlamatini or concurrent browser run; a missing epoch is deliberately fail-open so a dropped payload field cannot poison all future requests.</a:t>
            </a:r>
          </a:p>
          <a:p>
            <a:pPr>
              <a:spcAft>
                <a:spcPts val="400"/>
              </a:spcAft>
              <a:defRPr sz="1000">
                <a:solidFill>
                  <a:srgbClr val="B4BAAE"/>
                </a:solidFill>
                <a:latin typeface="Aptos"/>
              </a:defRPr>
            </a:pPr>
            <a:r>
              <a:t>`ask_rag`, both unified-chain payload rebuilds, and `CapabilityAwareToolAgentExecutor` carry and check `run_epoch`, closing the prior gap where model retries or tool loops could continue after Cancel.</a:t>
            </a:r>
          </a:p>
          <a:p>
            <a:pPr>
              <a:spcAft>
                <a:spcPts val="400"/>
              </a:spcAft>
              <a:defRPr sz="1000">
                <a:solidFill>
                  <a:srgbClr val="B4BAAE"/>
                </a:solidFill>
                <a:latin typeface="Aptos"/>
              </a:defRPr>
            </a:pPr>
            <a:r>
              <a:t>The executor returns a structured cancelled result instead of raising, preserving already-completed tool evidence, Exec Report data, and Create Flow inputs without triggering a fabricated transient-error fallback.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Self-healing consults the same latch before retries, after watchdog waits, and before tactic announcements, so no new recovery tactic can be emitted once the operator cancels.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APPROVAL, RECOVERY, FRONTEND, AND REGRESSION COVERAGE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Hard Cancel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No resurrection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Ask Execs polls the run latch and resolves a blocked Proceed/Deny request as deny; consumer teardown revokes the exact status emitter so a dying run cannot re-arm the UI.</a:t>
            </a:r>
          </a:p>
          <a:p>
            <a:pPr>
              <a:spcAft>
                <a:spcPts val="400"/>
              </a:spcAft>
              <a:defRPr sz="1100">
                <a:solidFill>
                  <a:srgbClr val="B4BAAE"/>
                </a:solidFill>
                <a:latin typeface="Aptos"/>
              </a:defRPr>
            </a:pPr>
            <a:r>
              <a:t>Frontend `userCancelledRun` is mutable per-session state: late tactic frames become strict no-ops until the next submit/reconnect, preventing the Send button from flipping back to Cancel.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Coverage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Coverage includes 24 cancellation contract tests, focused Ask-Execs/self-healing tests, and visible browser regression harnesses for long tool chains, model steps, repeated cancels, next-request recovery, and approval-modal cancellation.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V1.41.0 - PASTE OR DROP AN IMAGE PATH INTO THE PROMPT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Screenshot To Chat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Ingestion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chat accepts clipboard bitmaps through document-level Ctrl+V handling and image files dropped only onto the main chat column, avoiding conflict with the External-MCP dialog's document-level JSON drop surface.</a:t>
            </a:r>
          </a:p>
          <a:p>
            <a:pPr>
              <a:spcAft>
                <a:spcPts val="400"/>
              </a:spcAft>
              <a:defRPr sz="1000">
                <a:solidFill>
                  <a:srgbClr val="B4BAAE"/>
                </a:solidFill>
                <a:latin typeface="Aptos"/>
              </a:defRPr>
            </a:pPr>
            <a:r>
              <a:t>`POST /agent/paste_image/` validates the request, enforces a 25 MB ceiling, uses Pillow to flatten transparency onto white, re-encodes to JPEG, and writes a collision-safe `image_&lt;timestamp&gt;.jpg` under Tlamatini's guarded Temp directory.</a:t>
            </a:r>
          </a:p>
          <a:p>
            <a:pPr>
              <a:spcAft>
                <a:spcPts val="400"/>
              </a:spcAft>
              <a:defRPr sz="1000">
                <a:solidFill>
                  <a:srgbClr val="B4BAAE"/>
                </a:solidFill>
                <a:latin typeface="Aptos"/>
              </a:defRPr>
            </a:pPr>
            <a:r>
              <a:t>The browser inserts the saved absolute path at the remembered caret, including after focus moves to the page body during Alt+Tab, then renders one removable thumbnail chip per image.</a:t>
            </a:r>
          </a:p>
          <a:p>
            <a:pPr>
              <a:spcAft>
                <a:spcPts val="400"/>
              </a:spcAft>
              <a:defRPr sz="1000">
                <a:solidFill>
                  <a:srgbClr val="B4BAAE"/>
                </a:solidFill>
                <a:latin typeface="Aptos"/>
              </a:defRPr>
            </a:pPr>
            <a:r>
              <a:t>Removing a chip removes both its thumbnail and its exact path from the message, so an accidental paste can be reversed before submission.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Reversible input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path is the integration contract: Image-Interpreter reads local files, and `prompt.pmt` teaches Tlamatini to treat a fresh Temp image path as the user's supplied screenshot instead of asking for another attachment.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VISION HANDOFF, LAYOUT SAFETY, AND IMPLEMENTATION ASSETS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Image Ingestion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Vision and layout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`computeFormMinHeight()` measures the chips row and a ResizeObserver watches it, preventing the new row from pushing the textarea or Send button beyond the viewport.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Concrete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Implementation assets include `chat_image_paste.js`, the paste view/URL, template chip/drop-overlay nodes, `.chat-img-*` CSS, layout integration, self-knowledge/prompt guidance, and Temp-policy regression coverage.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V1.40.1 — ESCAPE RESERVED PORT 8000 WITHOUT REBUILDING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Configurable Web 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Why and where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`django_port` moves the web UI and chat WebSocket bind away from a hardcoded 8000: edit the integer in `config.json`, restart Tlamatini, and no rebuild or source edit is required.</a:t>
            </a:r>
          </a:p>
          <a:p>
            <a:pPr>
              <a:spcAft>
                <a:spcPts val="400"/>
              </a:spcAft>
              <a:defRPr sz="1000">
                <a:solidFill>
                  <a:srgbClr val="B4BAAE"/>
                </a:solidFill>
                <a:latin typeface="Aptos"/>
              </a:defRPr>
            </a:pPr>
            <a:r>
              <a:t>The motivating failure is Windows `WinError 10013`: Hyper-V, WSL, or Docker can reserve port 8000 inside a dynamic exclusion range, making a frozen build unable to bind until the port is changed.</a:t>
            </a:r>
          </a:p>
          <a:p>
            <a:pPr>
              <a:spcAft>
                <a:spcPts val="400"/>
              </a:spcAft>
              <a:defRPr sz="1000">
                <a:solidFill>
                  <a:srgbClr val="B4BAAE"/>
                </a:solidFill>
                <a:latin typeface="Aptos"/>
              </a:defRPr>
            </a:pPr>
            <a:r>
              <a:t>Three stdlib-only helpers run before Django imports: `_resolve_config_path()` chooses `CONFIG_PATH`, the frozen executable's neighbor, or source `agent/config.json`; `_resolve_django_port()` validates `1..65535`; `_apply_configured_port()` injects the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Every manage.py launch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completion pass calls `_apply_configured_port(sys.argv)` once from `main()`, outside the frozen branch, so frozen double-click, `.flw` association, browser auto-open, source `runserver`, and `startserver` all agree.</a:t>
            </a:r>
          </a:p>
          <a:p>
            <a:pPr>
              <a:spcAft>
                <a:spcPts val="400"/>
              </a:spcAft>
              <a:defRPr sz="1100">
                <a:solidFill>
                  <a:srgbClr val="B4BAAE"/>
                </a:solidFill>
                <a:latin typeface="Aptos"/>
              </a:defRPr>
            </a:pPr>
            <a:r>
              <a:t>Resolution is fail-open to 8000 for missing, unreadable, malformed, non-numeric, or out-of-range values, while an explicit CLI port such as `runserver 9100` always wins and is never double-appended.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FAIL-OPEN RESOLUTION, CLI PRECEDENCE, AND FOCUSED COVERAGE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Web Port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Deliberate boundaries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injected source-mode value is a bare port so Django keeps its loopback host; direct Daphne/Uvicorn bypasses `manage.py`, MCP listeners `8765`/`50051` use their own settings, and TeleTlamatini keeps its own base URL.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Regression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24-test `agent/test_django_port_config.py` suite AST-lifts the pre-Django helpers and pins path resolution, validation, fail-open behavior, CLI precedence, frozen/source wiring, and `startserver` forwarding without importing side-effectful `manage.py`.</a:t>
            </a:r>
          </a:p>
          <a:p>
            <a:pPr>
              <a:spcAft>
                <a:spcPts val="400"/>
              </a:spcAft>
              <a:defRPr sz="1200">
                <a:solidFill>
                  <a:srgbClr val="B4BAAE"/>
                </a:solidFill>
                <a:latin typeface="Aptos"/>
              </a:defRPr>
            </a:pPr>
            <a:r>
              <a:t>`freeingport8000.ps1` is a separate elevated Windows repair helper that resets dynamic TCP/UDP ranges, restarts WinNAT, reports excluded ranges, and performs a loopback bind test; changing `django_port` remains the safer normal remedy, and generated docs never reproduce the script's machine-specific log path.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V1.40.0 — FIND AGENT TEMPLATES WITHOUT PYTHON OR DRIVE SCANS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FlowPills Companion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Lookup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Tlamatini-FlowPills reads `HKCU\Software\XAIHT\Tlamatini` first, especially the exact `AgentsRoot`, before falling back to Installed Apps, `.flw` association data, executable-relative roots, or source/preserved probes.</a:t>
            </a:r>
          </a:p>
          <a:p>
            <a:pPr>
              <a:spcAft>
                <a:spcPts val="400"/>
              </a:spcAft>
              <a:defRPr sz="1000">
                <a:solidFill>
                  <a:srgbClr val="B4BAAE"/>
                </a:solidFill>
                <a:latin typeface="Aptos"/>
              </a:defRPr>
            </a:pPr>
            <a:r>
              <a:t>The registry contract always rewrites six REG_SZ values — `InstallLocation`, `AgentsRoot`, `SourceAgentsRoot`, `AgentManifestPath`, `Version`, and `AgentCatalogVersion` — using an empty value when something is unknown so stale metadata cannot survive across source and frozen runs.</a:t>
            </a:r>
          </a:p>
          <a:p>
            <a:pPr>
              <a:spcAft>
                <a:spcPts val="400"/>
              </a:spcAft>
              <a:defRPr sz="1000">
                <a:solidFill>
                  <a:srgbClr val="B4BAAE"/>
                </a:solidFill>
                <a:latin typeface="Aptos"/>
              </a:defRPr>
            </a:pPr>
            <a:r>
              <a:t>`agent_manifest.py` discovers only complete templates, excludes `pools` and `__pycache__`, hashes script/config contents, computes a name-set catalog id, and writes atomically only when meaningful data changed.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Publication and preservation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Launch publication runs first in `AgentConfig.ready()` on a daemon thread with its own idempotency gate, so optional MCP, model, ACPX, or skill import failures cannot suppress companion discovery.</a:t>
            </a:r>
          </a:p>
          <a:p>
            <a:pPr>
              <a:spcAft>
                <a:spcPts val="400"/>
              </a:spcAft>
              <a:defRPr sz="1000">
                <a:solidFill>
                  <a:srgbClr val="B4BAAE"/>
                </a:solidFill>
                <a:latin typeface="Aptos"/>
              </a:defRPr>
            </a:pPr>
            <a:r>
              <a:t>An agents-preserving uninstall restamps the manifest as `preserved`, writes `.tlamatini-preserved-agents.json` with the manifest SHA-256, and keeps the discovery key pointing to the preserved catalog.</a:t>
            </a:r>
          </a:p>
          <a:p>
            <a:pPr>
              <a:spcAft>
                <a:spcPts val="400"/>
              </a:spcAft>
              <a:defRPr sz="1000">
                <a:solidFill>
                  <a:srgbClr val="B4BAAE"/>
                </a:solidFill>
                <a:latin typeface="Aptos"/>
              </a:defRPr>
            </a:pPr>
            <a:r>
              <a:t>The contract is HKCU-only, no-admin, fail-open, and read-only with respect to agent templates; the filesystem remains the final validity authority for companion applications.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V1.39.5 — TWO PROMPT FIELDS TO A READY-TO-BUILD C++ PROJECT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Unreal 5.8 Project Scaffold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Deterministic scaffold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new Unreal scaffold prompt asks for only project name and destination, locates or obtains `XaihtUnrealEngineMCP`, and invokes its deterministic `scaffold_unreal_project.py` helper.</a:t>
            </a:r>
          </a:p>
          <a:p>
            <a:pPr>
              <a:spcAft>
                <a:spcPts val="400"/>
              </a:spcAft>
              <a:defRPr sz="1000">
                <a:solidFill>
                  <a:srgbClr val="B4BAAE"/>
                </a:solidFill>
                <a:latin typeface="Aptos"/>
              </a:defRPr>
            </a:pPr>
            <a:r>
              <a:t>The scaffold copies and renames `MCPGameProject`, sets EngineAssociation 5.8, finds an installed UE 5.8 even when it is not registered, bundles UnrealMCP, and generates the Visual Studio 2026 solution.</a:t>
            </a:r>
          </a:p>
          <a:p>
            <a:pPr>
              <a:spcAft>
                <a:spcPts val="400"/>
              </a:spcAft>
              <a:defRPr sz="1000">
                <a:solidFill>
                  <a:srgbClr val="B4BAAE"/>
                </a:solidFill>
                <a:latin typeface="Aptos"/>
              </a:defRPr>
            </a:pPr>
            <a:r>
              <a:t>UE 5.8 build compatibility is explicit: V7 build settings, `Unreal5_8` include order, a `Directory.Build.targets` mitigation for the Windows environment-length limit, and a pre-fixed Visual Studio Tools plugin.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Build and editor handoff</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prompt instructs operators to build the project target rather than the entire solution, then open the editor; UnrealMCP starts its TCP listener at `127.0.0.1:55557` for Unrealer.</a:t>
            </a:r>
          </a:p>
          <a:p>
            <a:pPr>
              <a:spcAft>
                <a:spcPts val="400"/>
              </a:spcAft>
              <a:defRPr sz="1000">
                <a:solidFill>
                  <a:srgbClr val="B4BAAE"/>
                </a:solidFill>
                <a:latin typeface="Aptos"/>
              </a:defRPr>
            </a:pPr>
            <a:r>
              <a:t>Unrealer normalizes disk-style `/Content` references to `/Game`, maps the friendly material `slot` input to `slot_index`, and forwards one command per TCP connection into the live editor.</a:t>
            </a:r>
          </a:p>
          <a:p>
            <a:pPr>
              <a:spcAft>
                <a:spcPts val="400"/>
              </a:spcAft>
              <a:defRPr sz="1000">
                <a:solidFill>
                  <a:srgbClr val="B4BAAE"/>
                </a:solidFill>
                <a:latin typeface="Aptos"/>
              </a:defRPr>
            </a:pPr>
            <a:r>
              <a:t>Migrations `0173` and `0174`, Unrealer code/config comments, README/Book entries, and the current release metadata carry the scaffold workflow across source, catalog, and operator documentation.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BOUNDED WAITS, ACCURATE PARTIAL RESULTS, AND REQUEST ISOLATION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v1.39.5 Runtime Hardening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Responsiveness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`v1.39.5` smoothness wave focuses on bounded waits, concurrency isolation, accurate partial-result reporting, and lossless final answers rather than a new agent count.</a:t>
            </a:r>
          </a:p>
          <a:p>
            <a:pPr>
              <a:spcAft>
                <a:spcPts val="400"/>
              </a:spcAft>
              <a:defRPr sz="1000">
                <a:solidFill>
                  <a:srgbClr val="B4BAAE"/>
                </a:solidFill>
                <a:latin typeface="Aptos"/>
              </a:defRPr>
            </a:pPr>
            <a:r>
              <a:t>Image-Interpreter now bounds Ollama connect/read gaps; the System-Metrics WebSocket bounds receive time; External MCP warm-connect/supervisor gates recover if thread start fails; and command/ACPX output decoding is UTF-8-safe.</a:t>
            </a:r>
          </a:p>
          <a:p>
            <a:pPr>
              <a:spcAft>
                <a:spcPts val="400"/>
              </a:spcAft>
              <a:defRPr sz="1000">
                <a:solidFill>
                  <a:srgbClr val="B4BAAE"/>
                </a:solidFill>
                <a:latin typeface="Aptos"/>
              </a:defRPr>
            </a:pPr>
            <a:r>
              <a:t>Nmapper assigns per-host budgets to slow actions, keeps the outer kill budget above them, preserves partial output, uses collision-proof filenames for parallel scans, and labels hard timeouts honestly.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Safety and result integrity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Multi-Turn folds deferred completion deliverables into every exit path, while orphan-survivor state is keyed by conversation user so simultaneous requests cannot consume or clear each other's evidence.</a:t>
            </a:r>
          </a:p>
          <a:p>
            <a:pPr>
              <a:spcAft>
                <a:spcPts val="400"/>
              </a:spcAft>
              <a:defRPr sz="1000">
                <a:solidFill>
                  <a:srgbClr val="B4BAAE"/>
                </a:solidFill>
                <a:latin typeface="Aptos"/>
              </a:defRPr>
            </a:pPr>
            <a:r>
              <a:t>`.flw` export redaction covers ordinary secret paths and URI userinfo, and the command parser distinguishes Windows trailing backslashes from escaped inner quotes at assignment boundaries.</a:t>
            </a:r>
          </a:p>
          <a:p>
            <a:pPr>
              <a:spcAft>
                <a:spcPts val="400"/>
              </a:spcAft>
              <a:defRPr sz="1000">
                <a:solidFill>
                  <a:srgbClr val="B4BAAE"/>
                </a:solidFill>
                <a:latin typeface="Aptos"/>
              </a:defRPr>
            </a:pPr>
            <a:r>
              <a:t>These changes are now committed release behavior; the user's pre-refresh uncommitted configuration values remain private and are not quoted in this dossier.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USE-ONLY NMAP BRIDGE FOR AUTHORIZED TARGETS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Nmapper Local Recon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Nmapper is the `v1.39.3` local nmap bridge for authorized pentesting and CTF recon: it is a use-only integration, not a bundled scanner.</a:t>
            </a:r>
          </a:p>
          <a:p>
            <a:pPr>
              <a:spcAft>
                <a:spcPts val="400"/>
              </a:spcAft>
              <a:defRPr sz="1000">
                <a:solidFill>
                  <a:srgbClr val="B4BAAE"/>
                </a:solidFill>
                <a:latin typeface="Aptos"/>
              </a:defRPr>
            </a:pPr>
            <a:r>
              <a:t>The agent never ships or redistributes nmap; it resolves a user-installed `nmap` from explicit config, PATH, Program Files, or `%LOCALAPPDATA%`, and its `install` action launches the official free installer path.</a:t>
            </a:r>
          </a:p>
          <a:p>
            <a:pPr>
              <a:spcAft>
                <a:spcPts val="400"/>
              </a:spcAft>
              <a:defRPr sz="1000">
                <a:solidFill>
                  <a:srgbClr val="B4BAAE"/>
                </a:solidFill>
                <a:latin typeface="Aptos"/>
              </a:defRPr>
            </a:pPr>
            <a:r>
              <a:t>The default scan path is an unprivileged TCP connect scan (`-sT`), while raw-packet features such as SYN/OS/UDP are downgraded or refused safely when Npcap or elevated packet capture is unavailable.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Actions and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Supported actions include `quick`, `full`, `top_ports`, `version`, `scripts`, `host_discovery`, `udp`, `custom`, `validate`, and `install`, always for targets the operator owns or is explicitly authorized to assess.</a:t>
            </a:r>
          </a:p>
          <a:p>
            <a:pPr>
              <a:spcAft>
                <a:spcPts val="400"/>
              </a:spcAft>
              <a:defRPr sz="1000">
                <a:solidFill>
                  <a:srgbClr val="B4BAAE"/>
                </a:solidFill>
                <a:latin typeface="Aptos"/>
              </a:defRPr>
            </a:pPr>
            <a:r>
              <a:t>Each run emits one atomic `INI_SECTION_NMAPPER` block with action, target, scan technique, ports, return code, success state, hosts-up/open-port summaries, Npcap state, XML path/content, normal output, and stage.</a:t>
            </a:r>
          </a:p>
          <a:p>
            <a:pPr>
              <a:spcAft>
                <a:spcPts val="400"/>
              </a:spcAft>
              <a:defRPr sz="1000">
                <a:solidFill>
                  <a:srgbClr val="B4BAAE"/>
                </a:solidFill>
                <a:latin typeface="Aptos"/>
              </a:defRPr>
            </a:pPr>
            <a:r>
              <a:t>Implementation assets include `agent/agents/nmapper/`, migrations `0170`-`0172`, `test_nmapper_agent.py`, `chat_agent_nmapper`, `update_nmapper_connection`, contracts/Parametrizer fields, ACP connector assets, FlowCreator/FlowHypervisor entries, and handbook/docs updates.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V1.39.4 CLOSEABILITY PLUS CURRENT PROMPT LOCALIZATION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Startup And Prompt Polish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Startup dialog</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`v1.39.4` restored first-run/startup dialog closeability so a fresh launch can no longer be trapped behind an unclosable overlay.</a:t>
            </a:r>
          </a:p>
          <a:p>
            <a:pPr>
              <a:spcAft>
                <a:spcPts val="400"/>
              </a:spcAft>
              <a:defRPr sz="1200">
                <a:solidFill>
                  <a:srgbClr val="B4BAAE"/>
                </a:solidFill>
                <a:latin typeface="Aptos"/>
              </a:defRPr>
            </a:pPr>
            <a:r>
              <a:t>Commit `a45fe0e0` followed the public `v1.39.4` tag with Catalog-of-Prompts localization cleanup; that historical polish remains carried by current `v1.41.3`.</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prompt catalog path stays centralized through the secure one-call `/agent/list_prompts/` endpoint ordered by category rank and stable surviving id, while the gap-tolerant probe loop remains only as an offline fallback.</a:t>
            </a:r>
          </a:p>
          <a:p>
            <a:pPr>
              <a:spcAft>
                <a:spcPts val="400"/>
              </a:spcAft>
              <a:defRPr sz="1200">
                <a:solidFill>
                  <a:srgbClr val="B4BAAE"/>
                </a:solidFill>
                <a:latin typeface="Aptos"/>
              </a:defRPr>
            </a:pPr>
            <a:r>
              <a:t>Frontend mutable-state tests and dialog templates continue to guard the chat/startup/overlay surfaces so future cleanup passes do not reintroduce const-poison or close-button regressions.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V1.38.0 — FROM BLANK PAGE TO OBSERVED HARDWARE BEHAVIOR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Robotic Loop Closed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Closed-loop chain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`v1.38.0` is the milestone where the Robotic-Loop-Training story became concrete: Tlamatini demonstrated a closed hardware loop by programming a robotic arm from a blank page and two cameras.</a:t>
            </a:r>
          </a:p>
          <a:p>
            <a:pPr>
              <a:spcAft>
                <a:spcPts val="400"/>
              </a:spcAft>
              <a:defRPr sz="1200">
                <a:solidFill>
                  <a:srgbClr val="B4BAAE"/>
                </a:solidFill>
                <a:latin typeface="Aptos"/>
              </a:defRPr>
            </a:pPr>
            <a:r>
              <a:t>The loop is intentionally composable rather than one monolith: STM32er writes/builds/flashes firmware, Camcorder records the physical attempt, Video-Analyzer judges the captured motion, and Forker routes the next branch.</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Verdict safety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Video-Analyzer keeps the loop conservative: a deterministic OpenCV gate rejects no-motion clips before model spending, then two independent Ollama cloud vision interpreters must agree before `PASS_OK` is emitted.</a:t>
            </a:r>
          </a:p>
          <a:p>
            <a:pPr>
              <a:spcAft>
                <a:spcPts val="400"/>
              </a:spcAft>
              <a:defRPr sz="1100">
                <a:solidFill>
                  <a:srgbClr val="B4BAAE"/>
                </a:solidFill>
                <a:latin typeface="Aptos"/>
              </a:defRPr>
            </a:pPr>
            <a:r>
              <a:t>Forker branches on substring-safe `TLM_VERDICT::&lt;TOKEN&gt;` markers, so `FAIL_NO_MOTION`, `FAIL_WRONG_MOTION`, `UNCLEAR`, or `ANALYSIS_ERROR` can never accidentally match the success route.</a:t>
            </a:r>
          </a:p>
          <a:p>
            <a:pPr>
              <a:spcAft>
                <a:spcPts val="400"/>
              </a:spcAft>
              <a:defRPr sz="1100">
                <a:solidFill>
                  <a:srgbClr val="B4BAAE"/>
                </a:solidFill>
                <a:latin typeface="Aptos"/>
              </a:defRPr>
            </a:pPr>
            <a:r>
              <a:t>The PDF and PPTX now describe that loop as a system capability, not merely a release-note flourish, because it explains how Tlamatini can iteratively improve real hardware with observed evidence.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MUTABLE-STATE RECOVERY AND ONE-CALL PROMPT CATALOG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v1.38.1 Frontend Hotfix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Const-poison recovery</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`v1.38.1` was the same-week frontend-state-recovery hotfix: `package.json` was aligned at the tagged commit `08efa1d2`, while the functional fix landed in `af356c31` after the `85ee4e6c` const-poison incident.</a:t>
            </a:r>
          </a:p>
          <a:p>
            <a:pPr>
              <a:spcAft>
                <a:spcPts val="400"/>
              </a:spcAft>
              <a:defRPr sz="1100">
                <a:solidFill>
                  <a:srgbClr val="B4BAAE"/>
                </a:solidFill>
                <a:latin typeface="Aptos"/>
              </a:defRPr>
            </a:pPr>
            <a:r>
              <a:t>The core contract is explicit: cross-file runtime globals in `agent_page_state.js` and `acp-globals.js` that other modules reassign must remain `let`, because per-file ESLint cannot see those cross-file writes.</a:t>
            </a:r>
          </a:p>
          <a:p>
            <a:pPr>
              <a:spcAft>
                <a:spcPts val="400"/>
              </a:spcAft>
              <a:defRPr sz="1100">
                <a:solidFill>
                  <a:srgbClr val="B4BAAE"/>
                </a:solidFill>
                <a:latin typeface="Aptos"/>
              </a:defRPr>
            </a:pPr>
            <a:r>
              <a:t>`agent/test_frontend_mutable_state.py` now guards both source files and collected staticfiles so an automated cleanup cannot silently turn chat state, ACP state, tools, agents, skills, history, or busy flags back into `const`.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Catalog of Prompts now loads through one secure `GET /agent/list_prompts/` endpoint ordered by `idPrompt`, eliminating expected-404 console spam and preventing an `idPrompt` gap from hiding later prompts.</a:t>
            </a:r>
          </a:p>
          <a:p>
            <a:pPr>
              <a:spcAft>
                <a:spcPts val="400"/>
              </a:spcAft>
              <a:defRPr sz="1200">
                <a:solidFill>
                  <a:srgbClr val="B4BAAE"/>
                </a:solidFill>
                <a:latin typeface="Aptos"/>
              </a:defRPr>
            </a:pPr>
            <a:r>
              <a:t>The legacy prompt probe loop remains as an offline fallback, and the same fix also hardened dialogs: Configure-Mcps probe loops exit cleanly, About-video `play()` promises are guarded, and Esc closes About/Update overlays.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WATCHDOG-BOUNDED MODEL STEPS AND TRUTHFUL RECOVERY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Self-Healing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Recovery loop</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Every Multi-Turn model step now goes through `agent/self_healing.py::SelfHealingInvoker`, so model calls are bounded by `unified_agent_llm_step_timeout_seconds` and retried with distinct tactics instead of hanging silently.</a:t>
            </a:r>
          </a:p>
          <a:p>
            <a:pPr>
              <a:spcAft>
                <a:spcPts val="400"/>
              </a:spcAft>
              <a:defRPr sz="1200">
                <a:solidFill>
                  <a:srgbClr val="B4BAAE"/>
                </a:solidFill>
                <a:latin typeface="Aptos"/>
              </a:defRPr>
            </a:pPr>
            <a:r>
              <a:t>Recovery tactics include plain retry, short back-off, trimming oldest messages with `trim_messages`, and a tool-less summary fallback; the ladder can run up to `unified_agent_llm_step_max_tactics` unless the user presses Cancel.</a:t>
            </a:r>
          </a:p>
          <a:p>
            <a:pPr>
              <a:spcAft>
                <a:spcPts val="400"/>
              </a:spcAft>
              <a:defRPr sz="1200">
                <a:solidFill>
                  <a:srgbClr val="B4BAAE"/>
                </a:solidFill>
                <a:latin typeface="Aptos"/>
              </a:defRPr>
            </a:pPr>
            <a:r>
              <a:t>A status broadcaster registered by `consumers.py` sends live first-person recovery messages to the user's chat while the executor works in a worker thread.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recovery is exhausted after agents already ran, `mcp_agent.py` builds a degraded but truthful answer from real `ToolMessage` results, preserves Exec Report/Create Flow evidence, and prepends `recovery_preamble(...)` instead of claiming no tools ran.</a:t>
            </a:r>
          </a:p>
          <a:p>
            <a:pPr>
              <a:spcAft>
                <a:spcPts val="400"/>
              </a:spcAft>
              <a:defRPr sz="1200">
                <a:solidFill>
                  <a:srgbClr val="B4BAAE"/>
                </a:solidFill>
                <a:latin typeface="Aptos"/>
              </a:defRPr>
            </a:pPr>
            <a:r>
              <a:t>Coverage includes `agent/test_self_healing.py`, `agent/tests.py`, `Tlamatini/tests_e2e/test_self_healing_visual.py`, and `Tlamatini/tests_e2e/test_create_flow_visual.py` for visible browser validation.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SUCCESSFUL-ONLY FLOWS WITHOUT ANSWER_SUCCESS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Create Flow Gate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whole-answer SUCCESS/FAILURE classifier `agent/services/answer_analizer.py` was removed on 2026-07-06, so no extra LLM round trip computes `answer_success`.</a:t>
            </a:r>
          </a:p>
          <a:p>
            <a:pPr>
              <a:spcAft>
                <a:spcPts val="400"/>
              </a:spcAft>
              <a:defRPr sz="1300">
                <a:solidFill>
                  <a:srgbClr val="B4BAAE"/>
                </a:solidFill>
                <a:latin typeface="Aptos"/>
              </a:defRPr>
            </a:pPr>
            <a:r>
              <a:t>The browser now shows Create Flow when Multi-Turn ran, at least one successful tool call resolves to a registered canvas agent, and the user is not anonymous.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Successful tool calls are resolved through a punctuation/space/case-insensitive registry key, so display names such as `File Creator`, `File-Creator`, and `filecreator` converge to the live Agents sidebar entry.</a:t>
            </a:r>
          </a:p>
          <a:p>
            <a:pPr>
              <a:spcAft>
                <a:spcPts val="400"/>
              </a:spcAft>
              <a:defRPr sz="1100">
                <a:solidFill>
                  <a:srgbClr val="B4BAAE"/>
                </a:solidFill>
                <a:latin typeface="Aptos"/>
              </a:defRPr>
            </a:pPr>
            <a:r>
              <a:t>Generated `.flw` downloads keep only successful, resolvable tool-call entries, post a successful-only `tool_calls_log` to `/agent/flow_from_tool_calls/`, and drop failed or unregistered executions rather than turning them into broken workflow nodes.</a:t>
            </a:r>
          </a:p>
          <a:p>
            <a:pPr>
              <a:spcAft>
                <a:spcPts val="400"/>
              </a:spcAft>
              <a:defRPr sz="1100">
                <a:solidFill>
                  <a:srgbClr val="B4BAAE"/>
                </a:solidFill>
                <a:latin typeface="Aptos"/>
              </a:defRPr>
            </a:pPr>
            <a:r>
              <a:t>If the registry cannot load, the frontend fails open: the button stays available and the backend flow normalizer remains the final validation layer.</a:t>
            </a:r>
          </a:p>
          <a:p>
            <a:pPr>
              <a:spcAft>
                <a:spcPts val="400"/>
              </a:spcAft>
              <a:defRPr sz="1100">
                <a:solidFill>
                  <a:srgbClr val="B4BAAE"/>
                </a:solidFill>
                <a:latin typeface="Aptos"/>
              </a:defRPr>
            </a:pPr>
            <a:r>
              <a:t>Exec Report remains per-tool evidence, not a whole-answer verdict; the checkbox is disabled/greyed unless Multi-Turn is checked.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STATUS FRAMES STAY BUSY UNTIL THE REAL FINAL ANSWER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Frontend Recovery Controls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Self-healing status frames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`agent_page_chat.js::appendChatMessage()` now has a self-healing status branch before the final-answer branch, so status frames render without calling `enableControlsAfterOperation()`.</a:t>
            </a:r>
          </a:p>
          <a:p>
            <a:pPr>
              <a:spcAft>
                <a:spcPts val="400"/>
              </a:spcAft>
              <a:defRPr sz="1000">
                <a:solidFill>
                  <a:srgbClr val="B4BAAE"/>
                </a:solidFill>
                <a:latin typeface="Aptos"/>
              </a:defRPr>
            </a:pPr>
            <a:r>
              <a:t>`disableControlsDuringOperation()` is re-applied idempotently for each live tactic status line, preserving the user's Cancel button while the worker thread continues.</a:t>
            </a:r>
          </a:p>
          <a:p>
            <a:pPr>
              <a:spcAft>
                <a:spcPts val="400"/>
              </a:spcAft>
              <a:defRPr sz="1000">
                <a:solidFill>
                  <a:srgbClr val="B4BAAE"/>
                </a:solidFill>
                <a:latin typeface="Aptos"/>
              </a:defRPr>
            </a:pPr>
            <a:r>
              <a:t>`agent_page_ui.js::isSelfHealingStatusMessage()` strips leading icons/symbols and then anchors on `Tactic #` / `Tactic '`, matching standalone status frames but not the final recovery summary.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Create Flow name resolution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Create Flow validation now uses `_resolveSuccessfulAgents()`, `_agentNameKey()`, and `_buildRegistryKeyMap()` to normalize display names against the live registry and skip only unresolved successful entries.</a:t>
            </a:r>
          </a:p>
          <a:p>
            <a:pPr>
              <a:spcAft>
                <a:spcPts val="400"/>
              </a:spcAft>
              <a:defRPr sz="1000">
                <a:solidFill>
                  <a:srgbClr val="B4BAAE"/>
                </a:solidFill>
                <a:latin typeface="Aptos"/>
              </a:defRPr>
            </a:pPr>
            <a:r>
              <a:t>`eslint.config.mjs` declares `isSelfHealingStatusMessage` as a global, while `docs/claude/frontend.md`, `docs/claude/multi-turn.md`, and `docs/claude/recent-fixes.md` document the gotcha and the no-substring rule.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PROJECTDISCOVERY KEY WITHOUT PROMPT-PASTED SECRETS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Discoverer PDCP Wiring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Configuration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Discoverer now has an optional ProjectDiscovery Cloud Platform key (`pdcp_api_key` / `PDCP_API_KEY`) for cvemap/vulnx rate limits and nuclei `-ai` or cloud upload features.</a:t>
            </a:r>
          </a:p>
          <a:p>
            <a:pPr>
              <a:spcAft>
                <a:spcPts val="400"/>
              </a:spcAft>
              <a:defRPr sz="1100">
                <a:solidFill>
                  <a:srgbClr val="B4BAAE"/>
                </a:solidFill>
                <a:latin typeface="Aptos"/>
              </a:defRPr>
            </a:pPr>
            <a:r>
              <a:t>Config -&gt; Access Keys Wizard exposes `Security Recon (ProjectDiscovery)`, writes the key to `config.json`, `data.keys`, and `agent/agents/discoverer/config.yaml`, and blank fields preserve existing values.</a:t>
            </a:r>
          </a:p>
          <a:p>
            <a:pPr>
              <a:spcAft>
                <a:spcPts val="400"/>
              </a:spcAft>
              <a:defRPr sz="1100">
                <a:solidFill>
                  <a:srgbClr val="B4BAAE"/>
                </a:solidFill>
                <a:latin typeface="Aptos"/>
              </a:defRPr>
            </a:pPr>
            <a:r>
              <a:t>`tools._seed_global_agent_defaults` auto-injects the configured key into every `chat_agent_discoverer` run so prompts never paste the credential.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Redaction and prompt seed</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`agent_contracts.py` redacts `pdcp_api_key` from `.flw` exports, and `regen_secrets.py` scrubs it back to `PDCP_API_KEY` before a push-able tree.</a:t>
            </a:r>
          </a:p>
          <a:p>
            <a:pPr>
              <a:spcAft>
                <a:spcPts val="400"/>
              </a:spcAft>
              <a:defRPr sz="1100">
                <a:solidFill>
                  <a:srgbClr val="B4BAAE"/>
                </a:solidFill>
                <a:latin typeface="Aptos"/>
              </a:defRPr>
            </a:pPr>
            <a:r>
              <a:t>The new `0169_add_discoverer_cvemap_latest_demo_prompt.py` migration seeds a passive latest-CVE briefing prompt that uses cvemap/vulnx and reports whether `pdcp_used` was active.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CURRENT CVE SEARCH PLUS SOURCE-CONTROL PROTECTION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Discoverer Vulnx And Go Guard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vulnx CVE lane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ProjectDiscovery retired cvemap's CVE API in August 2025, so Tlamatini keeps the operator-facing `cvemap` tool key but installs and runs ProjectDiscovery's successor binary, `vulnx`.</a:t>
            </a:r>
          </a:p>
          <a:p>
            <a:pPr>
              <a:spcAft>
                <a:spcPts val="400"/>
              </a:spcAft>
              <a:defRPr sz="1000">
                <a:solidFill>
                  <a:srgbClr val="B4BAAE"/>
                </a:solidFill>
                <a:latin typeface="Aptos"/>
              </a:defRPr>
            </a:pPr>
            <a:r>
              <a:t>`discoverer.py` now maps `cvemap` to `github.com/projectdiscovery/cvemap/cmd/vulnx@latest`, resolves the installed binary as `vulnx`, and builds `vulnx id &lt;CVE&gt;` or `vulnx search --severity ... --product ... --limit ...` arguments.</a:t>
            </a:r>
          </a:p>
          <a:p>
            <a:pPr>
              <a:spcAft>
                <a:spcPts val="400"/>
              </a:spcAft>
              <a:defRPr sz="1000">
                <a:solidFill>
                  <a:srgbClr val="B4BAAE"/>
                </a:solidFill>
                <a:latin typeface="Aptos"/>
              </a:defRPr>
            </a:pPr>
            <a:r>
              <a:t>The findings counter now understands vulnx object JSON such as `{"count": N, "results": [...]}`, so Exec Report and Forker routing see the real result count instead of a misleading one-line object.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Go-deny guard</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private Go compiler and ProjectDiscovery tool binaries still install under `&lt;install_dir&gt;/Go` / `&lt;install_dir&gt;/Go/bin-tools`, keeping the runtime self-contained and avoiding any system Go or PATH mutation.</a:t>
            </a:r>
          </a:p>
          <a:p>
            <a:pPr>
              <a:spcAft>
                <a:spcPts val="400"/>
              </a:spcAft>
              <a:defRPr sz="1000">
                <a:solidFill>
                  <a:srgbClr val="B4BAAE"/>
                </a:solidFill>
                <a:latin typeface="Aptos"/>
              </a:defRPr>
            </a:pPr>
            <a:r>
              <a:t>The `.gitignore` Go-deny block, tracked `git_deny_go.py`, and its managed pre-commit hook prevent `Go/`, `bin-tools/`, `go-build/`, `pkg/mod/`, and downloaded Go archives from entering source control; ignored `Go/` content is not counted as project code.</a:t>
            </a:r>
          </a:p>
          <a:p>
            <a:pPr>
              <a:spcAft>
                <a:spcPts val="400"/>
              </a:spcAft>
              <a:defRPr sz="1000">
                <a:solidFill>
                  <a:srgbClr val="B4BAAE"/>
                </a:solidFill>
                <a:latin typeface="Aptos"/>
              </a:defRPr>
            </a:pPr>
            <a:r>
              <a:t>The committed asset wave also includes `0169_add_discoverer_cvemap_latest_demo_prompt.py`, `.claude/skills/tlamatini-daily-chat-test/harness/discoverer_1000.py`, and `Tlamatini/agent/test_discoverer_thousand.py` for latest-CVE and high-volume Discoverer validation.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VIDEO-ANALYZER, PROMPTS, AND GENERATED WORKFLOW LAYOUT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v1.36.0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Release identity: current public tag `v1.41.3` at `08405a67`, the prompt-catalog improvement commit; v1.41.2 Hard Cancel, v1.41.0 image ingestion, and the earlier configurable-port, FlowPills, Video-Analyzer, Nmapper, and startup-dialog waves remain part of this release lineage.</a:t>
            </a:r>
          </a:p>
          <a:p>
            <a:pPr>
              <a:spcAft>
                <a:spcPts val="400"/>
              </a:spcAft>
              <a:defRPr sz="1100">
                <a:solidFill>
                  <a:srgbClr val="B4BAAE"/>
                </a:solidFill>
                <a:latin typeface="Aptos"/>
              </a:defRPr>
            </a:pPr>
            <a:r>
              <a:t>New agent: Video-Analyzer becomes the current media-verdict workflow agent and wrapped `chat_agent_video_analyzer`, complementing Image-Interpreter with video-specific motion analysis.</a:t>
            </a:r>
          </a:p>
          <a:p>
            <a:pPr>
              <a:spcAft>
                <a:spcPts val="400"/>
              </a:spcAft>
              <a:defRPr sz="1100">
                <a:solidFill>
                  <a:srgbClr val="B4BAAE"/>
                </a:solidFill>
                <a:latin typeface="Aptos"/>
              </a:defRPr>
            </a:pPr>
            <a:r>
              <a:t>Implementation assets: `agent/agents/video_analyzer/`, migrations `0166_add_video_analyzer.py`, `0167_add_chat_agent_video_analyzer_tool.py`, `0168_add_video_analyzer_demo_prompt.py`, `test_video_analyzer_agent.py`, `chat_agent_registry.py`, `mcp_agent.py`, and `services/agent_contracts.py` all move together.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Model strategy: `interpreter_model_1` defaults to `qwen3-vl:235b-cloud`, `interpreter_model_2` defaults to `qwen3.5:cloud`, and `merging_model` defaults to `glm-5.2:cloud`, with independent calls merged only after both interpreters report.</a:t>
            </a:r>
          </a:p>
          <a:p>
            <a:pPr>
              <a:spcAft>
                <a:spcPts val="400"/>
              </a:spcAft>
              <a:defRPr sz="1100">
                <a:solidFill>
                  <a:srgbClr val="B4BAAE"/>
                </a:solidFill>
                <a:latin typeface="Aptos"/>
              </a:defRPr>
            </a:pPr>
            <a:r>
              <a:t>Routing contract: every run emits `INI_SECTION_VIDEO_ANALYZER` plus `TLM_VERDICT::&lt;TOKEN&gt;` markers such as `PASS_OK`, `FAIL_NO_MOTION`, `FAIL_WRONG_MOTION`, `UNCLEAR`, and `ANALYSIS_ERROR` for Forker and Parametrizer.</a:t>
            </a:r>
          </a:p>
          <a:p>
            <a:pPr>
              <a:spcAft>
                <a:spcPts val="400"/>
              </a:spcAft>
              <a:defRPr sz="1100">
                <a:solidFill>
                  <a:srgbClr val="B4BAAE"/>
                </a:solidFill>
                <a:latin typeface="Aptos"/>
              </a:defRPr>
            </a:pPr>
            <a:r>
              <a:t>Adjacent UI work: prompt search moved from exact-title hunting to substring, word-start, and fuzzy matching, and generated `.flw` files now use a serpentine layout to reduce visual congestion.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MOTION-VERDICT AGENT FOR ROBOTIC-LOOP TRAINING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Video-Analyzer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Video-Analyzer is Tlamatini's video-verdict agent: she receives `video_pathfilenames` as a direct file, wildcard, folder-newest rule, or Camcorder pool name and resolves the video before model calls begin.</a:t>
            </a:r>
          </a:p>
          <a:p>
            <a:pPr>
              <a:spcAft>
                <a:spcPts val="400"/>
              </a:spcAft>
              <a:defRPr sz="1100">
                <a:solidFill>
                  <a:srgbClr val="B4BAAE"/>
                </a:solidFill>
                <a:latin typeface="Aptos"/>
              </a:defRPr>
            </a:pPr>
            <a:r>
              <a:t>The first gate is deterministic and cheap: OpenCV/numpy frame sampling computes a motion score and returns `FAIL_NO_MOTION` without spending LLM calls when the recording clearly shows no movement.</a:t>
            </a:r>
          </a:p>
          <a:p>
            <a:pPr>
              <a:spcAft>
                <a:spcPts val="400"/>
              </a:spcAft>
              <a:defRPr sz="1100">
                <a:solidFill>
                  <a:srgbClr val="B4BAAE"/>
                </a:solidFill>
                <a:latin typeface="Aptos"/>
              </a:defRPr>
            </a:pPr>
            <a:r>
              <a:t>When motion exists, two Ollama cloud vision models run in parallel. One specializes in temporal/action evidence, the other provides an independent holistic judgement, and a merger model produces the final report.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Verdicts and routing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final answer is intentionally conservative: PASS requires both interpreters to agree; disagreement or weak evidence becomes `UNCLEAR`, and wrong movement becomes `FAIL_WRONG_MOTION` rather than a false pass.</a:t>
            </a:r>
          </a:p>
          <a:p>
            <a:pPr>
              <a:spcAft>
                <a:spcPts val="400"/>
              </a:spcAft>
              <a:defRPr sz="1100">
                <a:solidFill>
                  <a:srgbClr val="B4BAAE"/>
                </a:solidFill>
                <a:latin typeface="Aptos"/>
              </a:defRPr>
            </a:pPr>
            <a:r>
              <a:t>Structured output is `INI_SECTION_VIDEO_ANALYZER` with `video_path`, `verdict`, `verdict_token`, `confidence`, `motion_score`, `frames_analyzed`, model names, `status`, and the body report.</a:t>
            </a:r>
          </a:p>
          <a:p>
            <a:pPr>
              <a:spcAft>
                <a:spcPts val="400"/>
              </a:spcAft>
              <a:defRPr sz="1100">
                <a:solidFill>
                  <a:srgbClr val="B4BAAE"/>
                </a:solidFill>
                <a:latin typeface="Aptos"/>
              </a:defRPr>
            </a:pPr>
            <a:r>
              <a:t>The robotics loop is now explicit: STM32er can flash firmware, Camcorder can record the board, Video-Analyzer can judge the recorded motion, and Forker can branch on the `TLM_VERDICT::` token to retry or finish.</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OPERATOR USABILITY AFTER THE CATALOG GREW</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Prompt Search And .flw Layout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Prompt search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Prompt search now behaves like an operator tool instead of a static dropdown: category grouping, numeric/acronym/substring/word-start/subsequence matching, best-first ranking, highlighted hits, and mode badges make the deduplicated catalog navigable.</a:t>
            </a:r>
          </a:p>
          <a:p>
            <a:pPr>
              <a:spcAft>
                <a:spcPts val="400"/>
              </a:spcAft>
              <a:defRPr sz="1300">
                <a:solidFill>
                  <a:srgbClr val="B4BAAE"/>
                </a:solidFill>
                <a:latin typeface="Aptos"/>
              </a:defRPr>
            </a:pPr>
            <a:r>
              <a:t>The prompt-card rendering keeps One-Shot, Multi-Turn, ACPX, Exec Report, and Step-by-Step families distinguishable while migrations `0175`-`0176` remove redundant ACPX variants without renumbering surviving prompt ids.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Generated flows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Generated `.flw` workflows now use a serpentine canvas layout with row capacity and alternating direction, preserving the logical Starter -&gt; Agent -&gt; ... -&gt; Ender order without pushing large chains into an unreadable line.</a:t>
            </a:r>
          </a:p>
          <a:p>
            <a:pPr>
              <a:spcAft>
                <a:spcPts val="400"/>
              </a:spcAft>
              <a:defRPr sz="1300">
                <a:solidFill>
                  <a:srgbClr val="B4BAAE"/>
                </a:solidFill>
                <a:latin typeface="Aptos"/>
              </a:defRPr>
            </a:pPr>
            <a:r>
              <a:t>This matters for documentation because the PDF and deck must describe not only new agents, but also the operator usability improvements that make the larger system actually usable.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ZAVUERER, MODEL DEFAULTS, CLEANUP, AND SAFETY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v1.33.2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Release identity: latest reachable public tag `v1.33.2`; the generated artifacts now describe the Zavuerer release family plus post-release cleanup while preserving the v1.32.0 quality-and-identity background.</a:t>
            </a:r>
          </a:p>
          <a:p>
            <a:pPr>
              <a:spcAft>
                <a:spcPts val="400"/>
              </a:spcAft>
              <a:defRPr sz="900">
                <a:solidFill>
                  <a:srgbClr val="B4BAAE"/>
                </a:solidFill>
                <a:latin typeface="Aptos"/>
              </a:defRPr>
            </a:pPr>
            <a:r>
              <a:t>New agent: Zavuerer becomes the 83rd workflow-agent type and the 60th wrapped chat-agent, adding `chat_agent_zavuerer` for Zavu unified messaging across SMS, WhatsApp, Telegram, Email, and Voice.</a:t>
            </a:r>
          </a:p>
          <a:p>
            <a:pPr>
              <a:spcAft>
                <a:spcPts val="400"/>
              </a:spcAft>
              <a:defRPr sz="900">
                <a:solidFill>
                  <a:srgbClr val="B4BAAE"/>
                </a:solidFill>
                <a:latin typeface="Aptos"/>
              </a:defRPr>
            </a:pPr>
            <a:r>
              <a:t>Configuration: Config -&gt; Access Keys Wizard now includes `Unified Messaging (Zavu)` and persists `zavu_api_key`, which the wrapped runtime seeds into Zavuerer without exposing the secret in prompts.</a:t>
            </a:r>
          </a:p>
          <a:p>
            <a:pPr>
              <a:spcAft>
                <a:spcPts val="400"/>
              </a:spcAft>
              <a:defRPr sz="900">
                <a:solidFill>
                  <a:srgbClr val="B4BAAE"/>
                </a:solidFill>
                <a:latin typeface="Aptos"/>
              </a:defRPr>
            </a:pPr>
            <a:r>
              <a:t>Canvas/runtime support: `agent_contracts.py`, `views.py`, `capability_registry.py`, `chat_agent_registry.py`, `tools.py`, frontend ACP JS/CSS, and migrations `0159`-`0164` all move together to make Zavuerer usable from both surfaces.</a:t>
            </a:r>
          </a:p>
          <a:p>
            <a:pPr>
              <a:spcAft>
                <a:spcPts val="400"/>
              </a:spcAft>
              <a:defRPr sz="900">
                <a:solidFill>
                  <a:srgbClr val="B4BAAE"/>
                </a:solidFill>
                <a:latin typeface="Aptos"/>
              </a:defRPr>
            </a:pPr>
            <a:r>
              <a:t>Follow-up defaults: `config.json` now favors `glm-5.2:cloud` across the primary chat/model slots, and the latest commits also adjust runtime parsing/middleware/settings surfaces around the release.</a:t>
            </a:r>
          </a:p>
          <a:p>
            <a:pPr>
              <a:spcAft>
                <a:spcPts val="400"/>
              </a:spcAft>
              <a:defRPr sz="900">
                <a:solidFill>
                  <a:srgbClr val="B4BAAE"/>
                </a:solidFill>
                <a:latin typeface="Aptos"/>
              </a:defRPr>
            </a:pPr>
            <a:r>
              <a:t>Cost and safety wording: sign-up for Zavu is free, but sends are pay-as-you-go per message; the docs keep the authorized, opted-in recipient boundary explicit for A2P, WhatsApp-window, consent, and GDPR-style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`agent/agents/zavuerer/` carries the stdlib-only Zavu REST client and config template.</a:t>
            </a:r>
          </a:p>
          <a:p>
            <a:pPr>
              <a:spcAft>
                <a:spcPts val="400"/>
              </a:spcAft>
              <a:defRPr sz="1100">
                <a:solidFill>
                  <a:srgbClr val="B4BAAE"/>
                </a:solidFill>
                <a:latin typeface="Aptos"/>
              </a:defRPr>
            </a:pPr>
            <a:r>
              <a:t>`0159`-`0164` seed the Agent, Tool, prompts, and setup-wizard dedupe.</a:t>
            </a:r>
          </a:p>
          <a:p>
            <a:pPr>
              <a:spcAft>
                <a:spcPts val="400"/>
              </a:spcAft>
              <a:defRPr sz="1100">
                <a:solidFill>
                  <a:srgbClr val="B4BAAE"/>
                </a:solidFill>
                <a:latin typeface="Aptos"/>
              </a:defRPr>
            </a:pPr>
            <a:r>
              <a:t>`access_key_wizard.py`, `tools.py`, and `config.json` wire the Zavu key path.</a:t>
            </a:r>
          </a:p>
          <a:p>
            <a:pPr>
              <a:spcAft>
                <a:spcPts val="400"/>
              </a:spcAft>
              <a:defRPr sz="1100">
                <a:solidFill>
                  <a:srgbClr val="B4BAAE"/>
                </a:solidFill>
                <a:latin typeface="Aptos"/>
              </a:defRPr>
            </a:pPr>
            <a:r>
              <a:t>`config.json` now favors `glm-5.2:cloud` for the shipped cloud model baseline.</a:t>
            </a:r>
          </a:p>
          <a:p>
            <a:pPr>
              <a:spcAft>
                <a:spcPts val="400"/>
              </a:spcAft>
              <a:defRPr sz="1100">
                <a:solidFill>
                  <a:srgbClr val="B4BAAE"/>
                </a:solidFill>
                <a:latin typeface="Aptos"/>
              </a:defRPr>
            </a:pPr>
            <a:r>
              <a:t>`views.py`, ACP JS/CSS, and `agent_contracts.py` make canvas wiring and redaction work.</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UNIFIED MESSAGING AGENT FOR ZAVU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Zavuerer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Zavuerer is Tlamatini's new Zavu unified-messaging agent: one workflow node and one wrapped `chat_agent_zavuerer` tool can send SMS, WhatsApp, Telegram, Email, or Voice messages through Zavu's `/v1/messages` API.</a:t>
            </a:r>
          </a:p>
          <a:p>
            <a:pPr>
              <a:spcAft>
                <a:spcPts val="400"/>
              </a:spcAft>
              <a:defRPr sz="1200">
                <a:solidFill>
                  <a:srgbClr val="B4BAAE"/>
                </a:solidFill>
                <a:latin typeface="Aptos"/>
              </a:defRPr>
            </a:pPr>
            <a:r>
              <a:t>The operator configures one `zavu_api_key` through Config -&gt; Access Keys Wizard -&gt; Unified Messaging (Zavu), and the runtime seeds that key into Zavuerer automatically so prompts never need to repeat or expose the secret.</a:t>
            </a:r>
          </a:p>
          <a:p>
            <a:pPr>
              <a:spcAft>
                <a:spcPts val="400"/>
              </a:spcAft>
              <a:defRPr sz="1200">
                <a:solidFill>
                  <a:srgbClr val="B4BAAE"/>
                </a:solidFill>
                <a:latin typeface="Aptos"/>
              </a:defRPr>
            </a:pPr>
            <a:r>
              <a:t>The agent speaks direct HTTP through the Python standard library, has a safe `health` action, refuses sends when the key/recipient/body/channel are invalid, and always emits `INI_SECTION_ZAVUERER` for Parametrizer/Forker branching.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Implementation and safety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Canvas integration is complete: `agent_contracts.py` redacts `zavu_api_key`, `views.py` handles Zavuerer connections, frontend CSS/JS gives the node a visible identity, and migrations `0159`-`0164` seed the Agent, Tool, demo/catalog prompts, and setup-wizard dedupe.</a:t>
            </a:r>
          </a:p>
          <a:p>
            <a:pPr>
              <a:spcAft>
                <a:spcPts val="400"/>
              </a:spcAft>
              <a:defRPr sz="1200">
                <a:solidFill>
                  <a:srgbClr val="B4BAAE"/>
                </a:solidFill>
                <a:latin typeface="Aptos"/>
              </a:defRPr>
            </a:pPr>
            <a:r>
              <a:t>Cost and safety boundary: Zavu sign-up is free, but sending is pay-as-you-go per message; Zavuerer must only message authorized, opted-in recipients, with A2P, WhatsApp 24-hour-window, consent, and GDPR-style responsibilities called out explicitly.</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TRIPLE-MODEL VISION ANALYSIS WITH FAIL-SAFE MERGING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Image-Interpreter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Parallel vision pipeline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Image-Interpreter is now a triple-model vision analyst, not a single generic image describer: each image goes through two parallel interpreter calls and one merger pass.</a:t>
            </a:r>
          </a:p>
          <a:p>
            <a:pPr>
              <a:spcAft>
                <a:spcPts val="400"/>
              </a:spcAft>
              <a:defRPr sz="1100">
                <a:solidFill>
                  <a:srgbClr val="B4BAAE"/>
                </a:solidFill>
                <a:latin typeface="Aptos"/>
              </a:defRPr>
            </a:pPr>
            <a:r>
              <a:t>`interpreter_model_1` defaults to `qwen3.5:cloud` and is tuned for forensic OCR, mockup/GUI element inventories, percent-based positions/sizes, colors, fonts, and verbatim text.</a:t>
            </a:r>
          </a:p>
          <a:p>
            <a:pPr>
              <a:spcAft>
                <a:spcPts val="400"/>
              </a:spcAft>
              <a:defRPr sz="1100">
                <a:solidFill>
                  <a:srgbClr val="B4BAAE"/>
                </a:solidFill>
                <a:latin typeface="Aptos"/>
              </a:defRPr>
            </a:pPr>
            <a:r>
              <a:t>`interpreter_model_2` defaults to `gemma4:cloud` and reads the image holistically: design intent, visual hierarchy, scene meaning, people, and reasoned identity hypotheses.</a:t>
            </a:r>
          </a:p>
          <a:p>
            <a:pPr>
              <a:spcAft>
                <a:spcPts val="400"/>
              </a:spcAft>
              <a:defRPr sz="1100">
                <a:solidFill>
                  <a:srgbClr val="B4BAAE"/>
                </a:solidFill>
                <a:latin typeface="Aptos"/>
              </a:defRPr>
            </a:pPr>
            <a:r>
              <a:t>`merging_model` defaults to `glm-5.2:cloud`; it waits behind a barrier until both interpretations arrive, then emits one definitive report with union-of-facts, conflict notes, and discrepancy handling.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Prompts, output, and config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All four prompt surfaces (`prompt_user`, `prompt_interpreter_model_1`, `prompt_interpreter_model_2`, and `prompt_merging_model`) receive the image file name as an identity clue, because a file named after a person often depicts that person.</a:t>
            </a:r>
          </a:p>
          <a:p>
            <a:pPr>
              <a:spcAft>
                <a:spcPts val="400"/>
              </a:spcAft>
              <a:defRPr sz="1100">
                <a:solidFill>
                  <a:srgbClr val="B4BAAE"/>
                </a:solidFill>
                <a:latin typeface="Aptos"/>
              </a:defRPr>
            </a:pPr>
            <a:r>
              <a:t>Fail-safe behavior is explicit: one failed interpreter still lets the merger work from the survivor; a failed merger returns both raw interpretations concatenated instead of losing the analysis.</a:t>
            </a:r>
          </a:p>
          <a:p>
            <a:pPr>
              <a:spcAft>
                <a:spcPts val="400"/>
              </a:spcAft>
              <a:defRPr sz="1100">
                <a:solidFill>
                  <a:srgbClr val="B4BAAE"/>
                </a:solidFill>
                <a:latin typeface="Aptos"/>
              </a:defRPr>
            </a:pPr>
            <a:r>
              <a:t>The structured output is now `INI_SECTION_IMAGE_INTERPRETER` with `file_path`, `interpreter_model_1`, `interpreter_model_2`, `merging_model`, `status`, and the merged report body for Parametrizer/Forker routing.</a:t>
            </a:r>
          </a:p>
          <a:p>
            <a:pPr>
              <a:spcAft>
                <a:spcPts val="400"/>
              </a:spcAft>
              <a:defRPr sz="1100">
                <a:solidFill>
                  <a:srgbClr val="B4BAAE"/>
                </a:solidFill>
                <a:latin typeface="Aptos"/>
              </a:defRPr>
            </a:pPr>
            <a:r>
              <a:t>Config -&gt; Models now exposes all three Image-Interpreter model slots (`image_interpreter_model`, `image_interpreter_model_2`, `image_merging_model`), and older preserved configs receive defaults so Save is not blocked by empty new fields.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10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1000">
                <a:solidFill>
                  <a:srgbClr val="B4BAAE"/>
                </a:solidFill>
                <a:latin typeface="Aptos"/>
              </a:defRPr>
            </a:pPr>
            <a:r>
              <a:t>Developer path stays available: clone the repo, create a virtual environment, install `requirements.txt`, run migrations, and start Django with `python Tlamatini/manage.py runserver` (the `--noreload` flag is optional since 2026-07-11 — plain `runserver` now boots clean and auto-reloads).</a:t>
            </a:r>
          </a:p>
          <a:p>
            <a:pPr>
              <a:spcAft>
                <a:spcPts val="400"/>
              </a:spcAft>
              <a:defRPr sz="10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10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BACKEND, FRONTEND, AND BUILD FILES ADDED OR UPGRADED RECENTLY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And Surfaces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`v1.41.0` image-ingestion wave adds `chat_image_paste.js`, paste view/URL wiring, chat chip/drop-overlay template nodes, image CSS, layout observation, Temp-policy coverage, and matching README/Book/self-knowledge guidance.</a:t>
            </a:r>
          </a:p>
          <a:p>
            <a:pPr>
              <a:spcAft>
                <a:spcPts val="400"/>
              </a:spcAft>
              <a:defRPr sz="1000">
                <a:solidFill>
                  <a:srgbClr val="B4BAAE"/>
                </a:solidFill>
                <a:latin typeface="Aptos"/>
              </a:defRPr>
            </a:pPr>
            <a:r>
              <a:t>The `v1.41.2` cancellation wave adds `agent/cancellation.py`, `test_cancellation.py`, `test_ask_execs_allowlist.py`, expanded self-healing/frontend tests, and coordinated changes across consumers, executor, RAG, retry, permission, settings, and chat-state surfaces.</a:t>
            </a:r>
          </a:p>
          <a:p>
            <a:pPr>
              <a:spcAft>
                <a:spcPts val="400"/>
              </a:spcAft>
              <a:defRPr sz="1000">
                <a:solidFill>
                  <a:srgbClr val="B4BAAE"/>
                </a:solidFill>
                <a:latin typeface="Aptos"/>
              </a:defRPr>
            </a:pPr>
            <a:r>
              <a:t>Two browser regression harnesses under `.claude/skills/tlamatini-daily-chat-test/harness/` exercise repeated cancels, next-request recovery, model/tool-chain cancellation, Ask-Execs cancellation, and the destructive/human-contacting/network allowlist contract.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Hardening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`v1.41.3` prompt-catalog wave adds migrations `0175`-`0176`, Prompt category/hidden fields, ordered category metadata in `views.py`, and grouped, gap-tolerant, fuzzy-searchable catalog behavior in `tools_dialog.js`/`.css`.</a:t>
            </a:r>
          </a:p>
          <a:p>
            <a:pPr>
              <a:spcAft>
                <a:spcPts val="400"/>
              </a:spcAft>
              <a:defRPr sz="1000">
                <a:solidFill>
                  <a:srgbClr val="B4BAAE"/>
                </a:solidFill>
                <a:latin typeface="Aptos"/>
              </a:defRPr>
            </a:pPr>
            <a:r>
              <a:t>The same prompt wave physically removes 13 duplicate ACPX rows while retaining seven portable originals and stable surviving ids; the primary endpoint and offline fallback both tolerate the resulting gap.</a:t>
            </a:r>
          </a:p>
          <a:p>
            <a:pPr>
              <a:spcAft>
                <a:spcPts val="400"/>
              </a:spcAft>
              <a:defRPr sz="1000">
                <a:solidFill>
                  <a:srgbClr val="B4BAAE"/>
                </a:solidFill>
                <a:latin typeface="Aptos"/>
              </a:defRPr>
            </a:pPr>
            <a:r>
              <a:t>`freeingport8000.ps1` is the new Windows repair asset for resetting dynamic ranges, restarting WinNAT, reporting exclusions, and bind-testing 8000; its machine-specific scratch path is deliberately excluded from generated prose.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REMAINING CURRENT ASSET DELTAS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Appendix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Discoverer and frontend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committed Discoverer PDCP assets include `access_key_wizard.py` Security Recon fields, `tools.py` default seeding, `agent_contracts.py` `.flw` redaction, `regen_secrets.py` scrubbing, and migration `0169_add_discoverer_cvemap_latest_demo_prompt.py` for the latest-CVE prompt.</a:t>
            </a:r>
          </a:p>
          <a:p>
            <a:pPr>
              <a:spcAft>
                <a:spcPts val="400"/>
              </a:spcAft>
              <a:defRPr sz="1000">
                <a:solidFill>
                  <a:srgbClr val="B4BAAE"/>
                </a:solidFill>
                <a:latin typeface="Aptos"/>
              </a:defRPr>
            </a:pPr>
            <a:r>
              <a:t>Discoverer hardening assets now include `discoverer.py` changes for `cvemap` -&gt; `vulnx`, `.gitignore` Go-deny patterns, tracked `git_deny_go.py` guard/pre-commit installer, `discoverer_1000.py`, and `test_discoverer_thousand.py` validation coverage.</a:t>
            </a:r>
          </a:p>
          <a:p>
            <a:pPr>
              <a:spcAft>
                <a:spcPts val="400"/>
              </a:spcAft>
              <a:defRPr sz="1000">
                <a:solidFill>
                  <a:srgbClr val="B4BAAE"/>
                </a:solidFill>
                <a:latin typeface="Aptos"/>
              </a:defRPr>
            </a:pPr>
            <a:r>
              <a:t>The project inventory is rebuilt from `git ls-files` plus `git ls-files --others --exclude-standard` on every run, so any git-unignored local assets are counted while ignored runtime caches such as `Go/` remain outside the dossier.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Frontend, port, and agent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newest frontend assets include `agent_page_chat.js`, `agent_page_ui.js`, `eslint.config.mjs`, and the Claude frontend/Multi-Turn/recent-fixes notes that document self-healing status frames and Create Flow name resolution.</a:t>
            </a:r>
          </a:p>
          <a:p>
            <a:pPr>
              <a:spcAft>
                <a:spcPts val="400"/>
              </a:spcAft>
              <a:defRPr sz="1000">
                <a:solidFill>
                  <a:srgbClr val="B4BAAE"/>
                </a:solidFill>
                <a:latin typeface="Aptos"/>
              </a:defRPr>
            </a:pPr>
            <a:r>
              <a:t>The `v1.40.1` port assets span committed `manage.py`/`config.json`, source/startserver integration, the committed 24-test `agent/test_django_port_config.py` suite, version surfaces in `package.json`/`VERSIONING.md`, and operator contracts across README, Book, self-knowledge, prompt guidance, and `docs/claude`.</a:t>
            </a:r>
          </a:p>
          <a:p>
            <a:pPr>
              <a:spcAft>
                <a:spcPts val="400"/>
              </a:spcAft>
              <a:defRPr sz="1000">
                <a:solidFill>
                  <a:srgbClr val="B4BAAE"/>
                </a:solidFill>
                <a:latin typeface="Aptos"/>
              </a:defRPr>
            </a:pPr>
            <a:r>
              <a:t>The newest agent assets are concrete: `agent/agents/zavuerer/`, migrations `0159_add_zavuerer.py` through `0164_dedup_zavuerer_setup_wizards.py`, `test_zavuerer_agent.py`, Access Keys Wizard Zavu fields, planner capability hints, wrapped-tool registration, and ACP canvas styling/connection support.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WHY THE INVENTORY AND LINE COUNTS CHANGED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Source Trail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Media and browser setup</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latest cleanup/assets span also includes `GEMINI.md`, `FirstFinalPlanToSpeedUp.md`, `docs/claude/recent-fixes.md`, response-parser/runtime/settings/middleware touch-ups, and removal of the stale `Tlamatini/db.sqlite3.bak-prereseat` backup from the tracked surface.</a:t>
            </a:r>
          </a:p>
          <a:p>
            <a:pPr>
              <a:spcAft>
                <a:spcPts val="400"/>
              </a:spcAft>
              <a:defRPr sz="10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a:p>
            <a:pPr>
              <a:spcAft>
                <a:spcPts val="400"/>
              </a:spcAft>
              <a:defRPr sz="10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Inventory meaning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10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10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The 85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a:sp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a:sp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video_analyzer,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Templates on disk with config.yaml: 85</a:t>
            </a:r>
          </a:p>
          <a:p>
            <a:pPr>
              <a:spcAft>
                <a:spcPts val="400"/>
              </a:spcAft>
              <a:defRPr sz="1500">
                <a:solidFill>
                  <a:srgbClr val="B4BAAE"/>
                </a:solidFill>
                <a:latin typeface="Aptos"/>
              </a:defRPr>
            </a:pPr>
            <a:r>
              <a:t>Description rows in `agents_descriptions.md`: 86</a:t>
            </a:r>
          </a:p>
          <a:p>
            <a:pPr>
              <a:spcAft>
                <a:spcPts val="400"/>
              </a:spcAft>
              <a:defRPr sz="1500">
                <a:solidFill>
                  <a:srgbClr val="B4BAAE"/>
                </a:solidFill>
                <a:latin typeface="Aptos"/>
              </a:defRPr>
            </a:pPr>
            <a:r>
              <a:t>This dossier reconciles README and Book wording back to the same 85-agent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live operator surface now stands at 85 workflow agents, 94 Multi-Turn tools, 12 ACPX tools, and 27 skills.</a:t>
            </a:r>
          </a:p>
          <a:p>
            <a:pPr>
              <a:spcAft>
                <a:spcPts val="400"/>
              </a:spcAft>
              <a:defRPr sz="1000">
                <a:solidFill>
                  <a:srgbClr val="B4BAAE"/>
                </a:solidFill>
                <a:latin typeface="Aptos"/>
              </a:defRPr>
            </a:pPr>
            <a:r>
              <a:t>Source inspection confirms the total: 62 distinct wrapped chat-agent tools bound from `chat_agent_registry.py`, which combines with 20 core Python tools and 12 ACPX/Skill tools for 94 Multi-Turn tools overall.</a:t>
            </a:r>
          </a:p>
          <a:p>
            <a:pPr>
              <a:spcAft>
                <a:spcPts val="400"/>
              </a:spcAft>
              <a:defRPr sz="1000">
                <a:solidFill>
                  <a:srgbClr val="B4BAAE"/>
                </a:solidFill>
                <a:latin typeface="Aptos"/>
              </a:defRPr>
            </a:pPr>
            <a:r>
              <a:t>The count growth over older public badges now comes from several stacked waves together: the deterministic file-navigation/file-edit trio (Globber, Grepper, Editor), the ESPHomer smart-home firmware lane, MCP Doctor for External MCP onboarding, Zavuerer unified messaging, Video-Analyzer for robotic video verdicts, and Nmapper for local authorized nmap reconnaissance.</a:t>
            </a:r>
          </a:p>
          <a:p>
            <a:pPr>
              <a:spcAft>
                <a:spcPts val="400"/>
              </a:spcAft>
              <a:defRPr sz="10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0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85-agent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CRITICAL-MISSION STM32F4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STM32er is Tlamatini’s current STM32 bridge: she talks to the `STM32 Template Project MCP` so she can scaffold, author, build, flash, reset, and observe STM32F4 firmware without driving STM32CubeIDE manually.</a:t>
            </a:r>
          </a:p>
          <a:p>
            <a:pPr>
              <a:spcAft>
                <a:spcPts val="400"/>
              </a:spcAft>
              <a:defRPr sz="1200">
                <a:solidFill>
                  <a:srgbClr val="B4BAAE"/>
                </a:solidFill>
                <a:latin typeface="Aptos"/>
              </a:defRPr>
            </a:pPr>
            <a:r>
              <a:t>The operator promise is zero-config bootstrap: leave `server_script` blank and STM32er downloads or zip-falls-back to the MCP server on first use, installs `mcp` and `pyserial` if needed, validates, and caches the result so the user only installs STM32CubeIDE plus Tlamatini.</a:t>
            </a:r>
          </a:p>
          <a:p>
            <a:pPr>
              <a:spcAft>
                <a:spcPts val="400"/>
              </a:spcAft>
              <a:defRPr sz="1200">
                <a:solidFill>
                  <a:srgbClr val="B4BAAE"/>
                </a:solidFill>
                <a:latin typeface="Aptos"/>
              </a:defRPr>
            </a:pPr>
            <a:r>
              <a:t>Before any compile-or-hardware action, STM32er runs a critical-mission fail-safe preflight over the arm-none-eabi toolchain, STM32CubeIDE, programmer path, ST-LINK probe, and target family; compile-only steps can run boardless, but flash, erase, reset, serial, and SWD/live-memory operations are refused when the environment or device is wrong.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100">
                <a:solidFill>
                  <a:srgbClr val="B4BAAE"/>
                </a:solidFill>
                <a:latin typeface="Aptos"/>
              </a:defRPr>
            </a:pPr>
            <a:r>
              <a:t>The tool surface includes the full project lifecycle plus hardware-in-the-loop composites: `validate`, `bootstrap`, `create_project`, `write_source`, `build`, `build_and_flash`, `serial_session`, `live_monitor`, and the rest of the 23 MCP verbs, with every run emitting an `INI_SECTION_STM32ER` block for Forker or Parametrizer routing.</a:t>
            </a:r>
          </a:p>
          <a:p>
            <a:pPr>
              <a:spcAft>
                <a:spcPts val="400"/>
              </a:spcAft>
              <a:defRPr sz="1100">
                <a:solidFill>
                  <a:srgbClr val="B4BAAE"/>
                </a:solidFill>
                <a:latin typeface="Aptos"/>
              </a:defRPr>
            </a:pPr>
            <a:r>
              <a:t>Config -&gt; URLs now seeds the chat path with `stm32_mcp_server_script`, `stm32_mcp_python`, `stm32_template_dir`, `stm32_ide_root`, `stm32_mcp_repo_url`, and `stm32_mcp_install_dir`, so firmware prompts normally describe only the task and target board instead of the plumbing.</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a:p>
            <a:pPr>
              <a:spcAft>
                <a:spcPts val="400"/>
              </a:spcAft>
              <a:defRPr sz="1000">
                <a:solidFill>
                  <a:srgbClr val="B4BAAE"/>
                </a:solidFill>
                <a:latin typeface="Aptos"/>
              </a:defRPr>
            </a:pPr>
            <a:r>
              <a:t>For local nmap reconnaissance, install nmap yourself or call `chat_agent_nmapper` with `action='install'` to launch the official free installer; then use `quick`, `full`, `top_ports`, `version`, `scripts`, `host_discovery`, `udp`, `custom`, or `validate` only against hosts you own or are explicitly authorized to test.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a:p>
            <a:pPr>
              <a:spcAft>
                <a:spcPts val="400"/>
              </a:spcAft>
              <a:defRPr sz="9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9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a:p>
            <a:pPr>
              <a:spcAft>
                <a:spcPts val="400"/>
              </a:spcAft>
              <a:defRPr sz="9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900">
                <a:solidFill>
                  <a:srgbClr val="B4BAAE"/>
                </a:solidFill>
                <a:latin typeface="Aptos"/>
              </a:defRPr>
            </a:pPr>
            <a:r>
              <a:t>For interactive web automation, call `chat_agent_playwrighter` from Multi-Turn with a `steps_json` script, or author the same step list visually with the Playwrighter node on the canvas.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a:p>
            <a:pPr>
              <a:spcAft>
                <a:spcPts val="400"/>
              </a:spcAft>
              <a:defRPr sz="11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100">
                <a:solidFill>
                  <a:srgbClr val="B4BAAE"/>
                </a:solidFill>
                <a:latin typeface="Aptos"/>
              </a:defRPr>
            </a:pPr>
            <a:r>
              <a:t>Archive jobs can now be described directly in Multi-Turn or modeled visually in ACP: De-Compresser infers compress vs decompress from the `input` or `output` extension.</a:t>
            </a:r>
          </a:p>
          <a:p>
            <a:pPr>
              <a:spcAft>
                <a:spcPts val="400"/>
              </a:spcAft>
              <a:defRPr sz="11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100">
                <a:solidFill>
                  <a:srgbClr val="B4BAAE"/>
                </a:solidFill>
                <a:latin typeface="Aptos"/>
              </a:defRPr>
            </a:pPr>
            <a:r>
              <a:t>Use the `ACPX-Skills` navbar menu when you need to browse, enable/disable, diagnose, or reload the shipped SKILL.md catalog without asking the LLM to be your admin surface.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Use the DB dropdown when you need a safe database snapshot or want to stage a different `db.sqlite3` for the next start-up without hot-swapping the live SQLite file.</a:t>
            </a:r>
          </a:p>
          <a:p>
            <a:pPr>
              <a:spcAft>
                <a:spcPts val="400"/>
              </a:spcAft>
              <a:defRPr sz="1400">
                <a:solidFill>
                  <a:srgbClr val="B4BAAE"/>
                </a:solidFill>
                <a:latin typeface="Aptos"/>
              </a:defRPr>
            </a:pPr>
            <a:r>
              <a:t>Open `/agentic_control_panel/` to drag agents, connect them, configure each node, validate, start, pause/resume, stop, and save `.flw` workflows.</a:t>
            </a:r>
          </a:p>
          <a:p>
            <a:pPr>
              <a:spcAft>
                <a:spcPts val="400"/>
              </a:spcAft>
              <a:defRPr sz="14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a:sp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a:sp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a:sp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10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10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1000">
                <a:solidFill>
                  <a:srgbClr val="B4BAAE"/>
                </a:solidFill>
                <a:latin typeface="Aptos"/>
              </a:defRPr>
            </a:pPr>
            <a:r>
              <a:t>Port 8000 is only the default: `config.json`'s `django_port` moves the web UI to any free port on every launch path, which is the fix when Windows or Hyper-V has RESERVED port 8000 and startup fails with `WinError 10013`.</a:t>
            </a:r>
          </a:p>
          <a:p>
            <a:pPr>
              <a:spcAft>
                <a:spcPts val="400"/>
              </a:spcAft>
              <a:defRPr sz="1000">
                <a:solidFill>
                  <a:srgbClr val="B4BAAE"/>
                </a:solidFill>
                <a:latin typeface="Aptos"/>
              </a:defRPr>
            </a:pPr>
            <a:r>
              <a:t>When a newer packaged release exists, the intended upgrade path is in-app: `About -&gt; Check for updates`, not manual folder replacement.</a:t>
            </a:r>
          </a:p>
          <a:p>
            <a:pPr>
              <a:spcAft>
                <a:spcPts val="400"/>
              </a:spcAft>
              <a:defRPr sz="10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`glm-5.2:cloud`,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Credential configuration is no longer hand-edit-only: Config -&gt; Access Keys Wizard provides a browser-side path for ACPX, provider secrets, unified messaging, and Security Recon (ProjectDiscovery) keys such as `pdcp_api_key` while preserving masked status in the UI.</a:t>
            </a:r>
          </a:p>
          <a:p>
            <a:pPr>
              <a:spcAft>
                <a:spcPts val="400"/>
              </a:spcAft>
              <a:defRPr sz="14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4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4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400">
                <a:solidFill>
                  <a:srgbClr val="B4BAAE"/>
                </a:solidFill>
                <a:latin typeface="Aptos"/>
              </a:defRPr>
            </a:pPr>
            <a:r>
              <a:t>Image-Interpreter now uses three model slots from Config -&gt; Models: `image_interpreter_model` for the first forensic interpreter, `image_interpreter_model_2` for the second holistic interpreter, and `image_merging_model` for the final report merger.</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4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4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0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000">
                <a:solidFill>
                  <a:srgbClr val="B4BAAE"/>
                </a:solidFill>
                <a:latin typeface="Aptos"/>
              </a:defRPr>
            </a:pPr>
            <a:r>
              <a:t>The `v1.35.0` prompt-search pass then makes that larger catalog easier to operate: prompt cards support substring, word-start, and fuzzy matching, with mode badges that keep one-shot, Multi-Turn, ACPX, Exec Report, and Step-by-Step demos visually distinct.</a:t>
            </a:r>
          </a:p>
          <a:p>
            <a:pPr>
              <a:spcAft>
                <a:spcPts val="400"/>
              </a:spcAft>
              <a:defRPr sz="1000">
                <a:solidFill>
                  <a:srgbClr val="B4BAAE"/>
                </a:solidFill>
                <a:latin typeface="Aptos"/>
              </a:defRPr>
            </a:pPr>
            <a:r>
              <a:t>Those readability rules remain in force in the current documentation set, and `v1.41.3` adds category grouping, physical duplicate removal, gap-tolerant loading, and ranked fuzzy search while preserving the configurable port, companion discovery, Unreal scaffolding, firmware/External-MCP demos, ACPX skills, messaging, robotic-loop, and generated-flow context.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The new DB dropdown gives operators two GUI-first maintenance paths: `Backup database` copies the live SQLite file out, and `Set DB` stages a chosen `db.sqlite3` for the next full start-up.</a:t>
            </a:r>
          </a:p>
          <a:p>
            <a:pPr>
              <a:spcAft>
                <a:spcPts val="400"/>
              </a:spcAft>
              <a:defRPr sz="15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500">
                <a:solidFill>
                  <a:srgbClr val="B4BAAE"/>
                </a:solidFill>
                <a:latin typeface="Aptos"/>
              </a:defRPr>
            </a:pPr>
            <a:r>
              <a:t>Backup is read-only and uses the currently live database path; Set DB never hot-swaps the file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Set DB writes the selected file to `DB/ToLoad/db.sqlite3`; the real swap happens only at the top of `manage.py` before Django imports anything.</a:t>
            </a:r>
          </a:p>
          <a:p>
            <a:pPr>
              <a:spcAft>
                <a:spcPts val="400"/>
              </a:spcAft>
              <a:defRPr sz="1400">
                <a:solidFill>
                  <a:srgbClr val="B4BAAE"/>
                </a:solidFill>
                <a:latin typeface="Aptos"/>
              </a:defRPr>
            </a:pPr>
            <a:r>
              <a:t>When that swap runs, the previous live database is moved into `DB/Older/&lt;timestamp&gt;/db.sqlite3`, creating a built-in rollback trail instead of overwriting history.</a:t>
            </a:r>
          </a:p>
          <a:p>
            <a:pPr>
              <a:spcAft>
                <a:spcPts val="400"/>
              </a:spcAft>
              <a:defRPr sz="1400">
                <a:solidFill>
                  <a:srgbClr val="B4BAAE"/>
                </a:solidFill>
                <a:latin typeface="Aptos"/>
              </a:defRPr>
            </a:pPr>
            <a:r>
              <a:t>Reconnect is not enough for this path: the operator must fully restart Tlamatini so the pre-Django swap window opens again.</a:t>
            </a:r>
          </a:p>
          <a:p>
            <a:pPr>
              <a:spcAft>
                <a:spcPts val="400"/>
              </a:spcAft>
              <a:defRPr sz="1400">
                <a:solidFill>
                  <a:srgbClr val="B4BAAE"/>
                </a:solidFill>
                <a:latin typeface="Aptos"/>
              </a:defRPr>
            </a:pPr>
            <a:r>
              <a:t>If the staged file is bad or locked, startup fails open: Tlamatini logs the error and continues with the previous live database.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5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500">
                <a:solidFill>
                  <a:srgbClr val="B4BAAE"/>
                </a:solidFill>
                <a:latin typeface="Aptos"/>
              </a:defRPr>
            </a:pPr>
            <a:r>
              <a:t>On untagged commits the resolver falls back honestly to a git-derived development version instead of failing the build or lying about the release state.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a:spAutoFit/>
          </a:bodyPr>
          <a:lstStyle/>
          <a:p>
            <a:pPr algn="l"/>
            <a:r>
              <a:rPr sz="900" b="0">
                <a:solidFill>
                  <a:srgbClr val="B4BAAE"/>
                </a:solidFill>
                <a:latin typeface="Cascadia Mono"/>
              </a:rPr>
              <a:t>Resolved current version: 1.41.3 | build: 1.41.3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a:sp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glm-5.2:cloud
ollama pull qwen3.5:cloud
ollama pull gpt-oss:120b-cloud
ollama pull qwen3.5:397b-cloud
ollama pull glm-5.1:cloud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a:sp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you plan to use the default `:cloud` models from the shipped config, sign in with `ollama signin` so the host is linked to your Ollama account before you test the app.</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glm-5.2:cloud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gpt-oss:120b-cloud</a:t>
            </a:r>
          </a:p>
          <a:p>
            <a:pPr>
              <a:spcAft>
                <a:spcPts val="400"/>
              </a:spcAft>
              <a:defRPr sz="1500">
                <a:solidFill>
                  <a:srgbClr val="B4BAAE"/>
                </a:solidFill>
                <a:latin typeface="Aptos"/>
              </a:defRPr>
            </a:pPr>
            <a:r>
              <a:t>qwen3.5:397b-cloud</a:t>
            </a:r>
          </a:p>
          <a:p>
            <a:pPr>
              <a:spcAft>
                <a:spcPts val="400"/>
              </a:spcAft>
              <a:defRPr sz="1500">
                <a:solidFill>
                  <a:srgbClr val="B4BAAE"/>
                </a:solidFill>
                <a:latin typeface="Aptos"/>
              </a:defRPr>
            </a:pPr>
            <a:r>
              <a:t>glm-5.1:cloud</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Development server: `python Tlamatini/manage.py runserver` — the `--noreload` flag is now OPTIONAL (plain `runserver` boots clean and auto-reloads since the 2026-07-11 `agent/apps.py` reloader-aware fix; it used to double-start the MCP helper ports :8765 / :50051 and crash with WinError 10048).</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 — this path bypasses `manage.py`, so it does not read `django_port` and the port must be passed on the command line.</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a:spAutoFit/>
          </a:bodyPr>
          <a:lstStyle/>
          <a:p>
            <a:pPr algn="ctr"/>
            <a:r>
              <a:rPr sz="1000" b="1">
                <a:solidFill>
                  <a:srgbClr val="E8E8DE"/>
                </a:solidFill>
                <a:latin typeface="Aptos"/>
              </a:rPr>
              <a:t>build.py</a:t>
            </a:r>
          </a:p>
        </p:txBody>
      </p:sp>
      <p:sp>
        <p:nvSpPr>
          <p:cNvPr id="11" name="TextBox 10"/>
          <p:cNvSpPr txBox="1"/>
          <p:nvPr/>
        </p:nvSpPr>
        <p:spPr>
          <a:xfrm>
            <a:off x="2642615"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a:spAutoFit/>
          </a:bodyPr>
          <a:lstStyle/>
          <a:p>
            <a:pPr algn="ctr"/>
            <a:r>
              <a:rPr sz="1000" b="1">
                <a:solidFill>
                  <a:srgbClr val="E8E8DE"/>
                </a:solidFill>
                <a:latin typeface="Aptos"/>
              </a:rPr>
              <a:t>pkg.zip</a:t>
            </a:r>
          </a:p>
        </p:txBody>
      </p:sp>
      <p:sp>
        <p:nvSpPr>
          <p:cNvPr id="14" name="TextBox 13"/>
          <p:cNvSpPr txBox="1"/>
          <p:nvPr/>
        </p:nvSpPr>
        <p:spPr>
          <a:xfrm>
            <a:off x="4480559"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a:sp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a:sp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a:sp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a:sp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a:sp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Exec Report is a Multi-Turn-only transparency layer that appends one operation table per state-changing agent family to the final answer.</a:t>
            </a:r>
          </a:p>
          <a:p>
            <a:pPr>
              <a:spcAft>
                <a:spcPts val="400"/>
              </a:spcAft>
              <a:defRPr sz="1400">
                <a:solidFill>
                  <a:srgbClr val="B4BAAE"/>
                </a:solidFill>
                <a:latin typeface="Aptos"/>
              </a:defRPr>
            </a:pPr>
            <a:r>
              <a:t>Rows are recorded from the live tool-call stream rather than guessed from the LLM prose, so the report is the operational ground truth.</a:t>
            </a:r>
          </a:p>
          <a:p>
            <a:pPr>
              <a:spcAft>
                <a:spcPts val="400"/>
              </a:spcAft>
              <a:defRPr sz="1400">
                <a:solidFill>
                  <a:srgbClr val="B4BAAE"/>
                </a:solidFill>
                <a:latin typeface="Aptos"/>
              </a:defRPr>
            </a:pPr>
            <a:r>
              <a:t>Each row receives a SUCCESS/FAILURE verdict from raw tool returns, making long installs, deployments, and remediations inspectable after the fact.</a:t>
            </a:r>
          </a:p>
          <a:p>
            <a:pPr>
              <a:spcAft>
                <a:spcPts val="400"/>
              </a:spcAft>
              <a:defRPr sz="14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a:sp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a:sp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a:spAutoFit/>
          </a:bodyPr>
          <a:lstStyle/>
          <a:p>
            <a:pPr algn="l"/>
            <a:r>
              <a:rPr sz="2000" b="1">
                <a:solidFill>
                  <a:srgbClr val="E8E8DE"/>
                </a:solidFill>
                <a:latin typeface="Aptos"/>
              </a:rPr>
              <a:t>839</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a:spAutoFit/>
          </a:bodyPr>
          <a:lstStyle/>
          <a:p>
            <a:pPr algn="l"/>
            <a:r>
              <a:rPr sz="2000" b="1">
                <a:solidFill>
                  <a:srgbClr val="E8E8DE"/>
                </a:solidFill>
                <a:latin typeface="Aptos"/>
              </a:rPr>
              <a:t>85</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a:sp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a:spAutoFit/>
          </a:bodyPr>
          <a:lstStyle/>
          <a:p>
            <a:pPr algn="l"/>
            <a:r>
              <a:rPr sz="2000" b="1">
                <a:solidFill>
                  <a:srgbClr val="E8E8DE"/>
                </a:solidFill>
                <a:latin typeface="Aptos"/>
              </a:rPr>
              <a:t>176</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a:sp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a:spAutoFit/>
          </a:bodyPr>
          <a:lstStyle/>
          <a:p>
            <a:pPr algn="l"/>
            <a:r>
              <a:rPr sz="2000" b="1">
                <a:solidFill>
                  <a:srgbClr val="E8E8DE"/>
                </a:solidFill>
                <a:latin typeface="Aptos"/>
              </a:rPr>
              <a:t>32</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a:sp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a:spAutoFit/>
          </a:bodyPr>
          <a:lstStyle/>
          <a:p>
            <a:pPr algn="l"/>
            <a:r>
              <a:rPr sz="2000" b="1">
                <a:solidFill>
                  <a:srgbClr val="E8E8DE"/>
                </a:solidFill>
                <a:latin typeface="Aptos"/>
              </a:rPr>
              <a:t>9</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a:sp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a:sp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a:sp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08405a67 - Improvement of Catalog of Prompts, by Tlamatini's-AutoBot.</a:t>
            </a:r>
          </a:p>
          <a:p>
            <a:pPr>
              <a:spcAft>
                <a:spcPts val="400"/>
              </a:spcAft>
              <a:defRPr sz="1500">
                <a:solidFill>
                  <a:srgbClr val="B4BAAE"/>
                </a:solidFill>
                <a:latin typeface="Aptos"/>
              </a:defRPr>
            </a:pPr>
            <a:r>
              <a:t>Resolved version: 1.41.3 (git)</a:t>
            </a:r>
          </a:p>
          <a:p>
            <a:pPr>
              <a:spcAft>
                <a:spcPts val="400"/>
              </a:spcAft>
              <a:defRPr sz="1500">
                <a:solidFill>
                  <a:srgbClr val="B4BAAE"/>
                </a:solidFill>
                <a:latin typeface="Aptos"/>
              </a:defRPr>
            </a:pPr>
            <a:r>
              <a:t>Generated on July 15, 2026 12:55 PM UTC-0600</a:t>
            </a:r>
          </a:p>
          <a:p>
            <a:pPr>
              <a:spcAft>
                <a:spcPts val="400"/>
              </a:spcAft>
              <a:defRPr sz="1500">
                <a:solidFill>
                  <a:srgbClr val="B4BAAE"/>
                </a:solidFill>
                <a:latin typeface="Aptos"/>
              </a:defRPr>
            </a:pPr>
            <a:r>
              <a:t>Inventory scope: 839 files = 839 tracked + 0 git-unignored working-tree additions</a:t>
            </a:r>
          </a:p>
          <a:p>
            <a:pPr>
              <a:spcAft>
                <a:spcPts val="400"/>
              </a:spcAft>
              <a:defRPr sz="1500">
                <a:solidFill>
                  <a:srgbClr val="B4BAAE"/>
                </a:solidFill>
                <a:latin typeface="Aptos"/>
              </a:defRPr>
            </a:pPr>
            <a:r>
              <a:t>Multi-Turn tools: 94; wrapped chat-agent tools: 62; skills: 27</a:t>
            </a:r>
          </a:p>
          <a:p>
            <a:pPr>
              <a:spcAft>
                <a:spcPts val="400"/>
              </a:spcAft>
              <a:defRPr sz="1500">
                <a:solidFill>
                  <a:srgbClr val="B4BAAE"/>
                </a:solidFill>
                <a:latin typeface="Aptos"/>
              </a:defRPr>
            </a:pPr>
            <a:r>
              <a:t>Python requirements: 79; authoritative agent-description rows: 86</a:t>
            </a:r>
          </a:p>
          <a:p>
            <a:pPr>
              <a:spcAft>
                <a:spcPts val="400"/>
              </a:spcAft>
              <a:defRPr sz="1500">
                <a:solidFill>
                  <a:srgbClr val="B4BAAE"/>
                </a:solidFill>
                <a:latin typeface="Aptos"/>
              </a:defRPr>
            </a:pPr>
            <a:r>
              <a:t>Binary or asset inventory files skipped from line count: 35</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1033a2f6 on 2026-07-13</a:t>
            </a:r>
          </a:p>
          <a:p>
            <a:pPr>
              <a:spcAft>
                <a:spcPts val="400"/>
              </a:spcAft>
              <a:defRPr sz="1300">
                <a:solidFill>
                  <a:srgbClr val="B4BAAE"/>
                </a:solidFill>
                <a:latin typeface="Aptos"/>
              </a:defRPr>
            </a:pPr>
            <a:r>
              <a:t>Bumped to version 1.40.1, by angelahack1</a:t>
            </a:r>
          </a:p>
          <a:p>
            <a:pPr>
              <a:spcAft>
                <a:spcPts val="400"/>
              </a:spcAft>
              <a:defRPr sz="1300">
                <a:solidFill>
                  <a:srgbClr val="B4BAAE"/>
                </a:solidFill>
                <a:latin typeface="Aptos"/>
              </a:defRPr>
            </a:pPr>
            <a:r>
              <a:t>Commits since then: 5</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Since the last committed PDF/PPTX refresh at `v1.40.1`, the repository advanced to tagged `v1.41.3`: screenshot paste/drop entered chat, Hard Cancel became a per-user run-epoch latch, and the Catalog of Prompts gained categories, duplicate removal, gap-tolerant loading, and ranked fuzzy search.</a:t>
            </a:r>
          </a:p>
          <a:p>
            <a:pPr>
              <a:spcAft>
                <a:spcPts val="400"/>
              </a:spcAft>
              <a:defRPr sz="1000">
                <a:solidFill>
                  <a:srgbClr val="B4BAAE"/>
                </a:solidFill>
                <a:latin typeface="Aptos"/>
              </a:defRPr>
            </a:pPr>
            <a:r>
              <a:t>The exact delta spans 44 files and adds `chat_image_paste.js`, `cancellation.py`, two browser regression harnesses, four focused test surfaces, migrations `0175`-`0176`, and `freeingport8000.ps1`, alongside coordinated consumer, executor, RAG, self-healing, prompt-model, view, template, CSS, and JavaScript changes.</a:t>
            </a:r>
          </a:p>
          <a:p>
            <a:pPr>
              <a:spcAft>
                <a:spcPts val="400"/>
              </a:spcAft>
              <a:defRPr sz="1000">
                <a:solidFill>
                  <a:srgbClr val="B4BAAE"/>
                </a:solidFill>
                <a:latin typeface="Aptos"/>
              </a:defRPr>
            </a:pPr>
            <a:r>
              <a:t>Image ingestion is path-native rather than attachment-native: Pillow flattens/re-encodes images under a 25 MB ceiling, the Temp path is inserted at the caret, chips can remove both preview and text, and layout observers account for the new row so the textarea and Send control remain visible.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VERIFIED IMPLEMENTATION CHANGES 4-5</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Dossier Delta Continued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Runtime and UI</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cancellation delta closes every resurrection path: the per-user epoch survives legacy-flag clearing, propagates through payload rebuilds, stops executor/retry/self-healing loops, denies blocked Ask-Execs prompts, revokes late tactic emitters, and prevents stale frontend frames from putting the UI back into Cancel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Data and operator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Prompt-catalog migrations group the historical catalog into 13 categories and delete 13 redundant ACPX variants while keeping surviving ids stable; the UI renders category sections, supports numeric/acronym/subsequence search, highlights matches, and restores grouped order when the query clears.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THROUGH TAGGED V1.41.3</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Prompt catalog (v1.41.3): 13 categories, 13 duplicate ACPX rows removed, stable surviving ids, gap-tolerant loading, and ranked fuzzy search.</a:t>
            </a:r>
          </a:p>
          <a:p>
            <a:pPr>
              <a:spcAft>
                <a:spcPts val="400"/>
              </a:spcAft>
              <a:defRPr sz="1000">
                <a:solidFill>
                  <a:srgbClr val="B4BAAE"/>
                </a:solidFill>
                <a:latin typeface="Aptos"/>
              </a:defRPr>
            </a:pPr>
            <a:r>
              <a:t>Hard Cancel (v1.41.2): per-user run epochs stop executor/retry/self-healing resurrection while preserving completed tool evidence and the next request.</a:t>
            </a:r>
          </a:p>
          <a:p>
            <a:pPr>
              <a:spcAft>
                <a:spcPts val="400"/>
              </a:spcAft>
              <a:defRPr sz="1000">
                <a:solidFill>
                  <a:srgbClr val="B4BAAE"/>
                </a:solidFill>
                <a:latin typeface="Aptos"/>
              </a:defRPr>
            </a:pPr>
            <a:r>
              <a:t>Screenshot to chat (v1.41.0): paste/drop to guarded Temp, caret-path insertion, removable chips, Image-Interpreter handoff, and layout-aware observation.</a:t>
            </a:r>
          </a:p>
          <a:p>
            <a:pPr>
              <a:spcAft>
                <a:spcPts val="400"/>
              </a:spcAft>
              <a:defRPr sz="1000">
                <a:solidFill>
                  <a:srgbClr val="B4BAAE"/>
                </a:solidFill>
                <a:latin typeface="Aptos"/>
              </a:defRPr>
            </a:pPr>
            <a:r>
              <a:t>Configurable web port (v1.40.1): `django_port`, fail-open validation, CLI precedence, all `manage.py` launch paths, and 24 focused tests.</a:t>
            </a:r>
          </a:p>
          <a:p>
            <a:pPr>
              <a:spcAft>
                <a:spcPts val="400"/>
              </a:spcAft>
              <a:defRPr sz="1000">
                <a:solidFill>
                  <a:srgbClr val="B4BAAE"/>
                </a:solidFill>
                <a:latin typeface="Aptos"/>
              </a:defRPr>
            </a:pPr>
            <a:r>
              <a:t>FlowPills discovery (v1.40.0) and the Unreal 5.8 scaffold remain carried companion and engine-development foundations.</a:t>
            </a:r>
          </a:p>
          <a:p>
            <a:pPr>
              <a:spcAft>
                <a:spcPts val="400"/>
              </a:spcAft>
              <a:defRPr sz="1000">
                <a:solidFill>
                  <a:srgbClr val="B4BAAE"/>
                </a:solidFill>
                <a:latin typeface="Aptos"/>
              </a:defRPr>
            </a:pPr>
            <a:r>
              <a:t>No new workflow agent type landed in this delta; live agent/tool totals are re-derived from source rather than inferred from release numbers.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Resolved identity: local and remote both point to tagged `v1.41.3` at `08405a67`; the README badge and some Book release prose still stop at v1.40.1, so Git/source are authoritative.</a:t>
            </a:r>
          </a:p>
          <a:p>
            <a:pPr>
              <a:spcAft>
                <a:spcPts val="400"/>
              </a:spcAft>
              <a:defRPr sz="1000">
                <a:solidFill>
                  <a:srgbClr val="B4BAAE"/>
                </a:solidFill>
                <a:latin typeface="Aptos"/>
              </a:defRPr>
            </a:pPr>
            <a:r>
              <a:t>The new cancellation latch integrates with Ask Execs, status emitters, late answers, and frontend state while remaining isolated per user.</a:t>
            </a:r>
          </a:p>
          <a:p>
            <a:pPr>
              <a:spcAft>
                <a:spcPts val="400"/>
              </a:spcAft>
              <a:defRPr sz="1000">
                <a:solidFill>
                  <a:srgbClr val="B4BAAE"/>
                </a:solidFill>
                <a:latin typeface="Aptos"/>
              </a:defRPr>
            </a:pPr>
            <a:r>
              <a:t>The post-v1.40.1 Windows repair helper can free port 8000, but normal operators should prefer the configurable `django_port` path.</a:t>
            </a:r>
          </a:p>
          <a:p>
            <a:pPr>
              <a:spcAft>
                <a:spcPts val="400"/>
              </a:spcAft>
              <a:defRPr sz="1000">
                <a:solidFill>
                  <a:srgbClr val="B4BAAE"/>
                </a:solidFill>
                <a:latin typeface="Aptos"/>
              </a:defRPr>
            </a:pPr>
            <a:r>
              <a:t>Trust baseline: private-data discipline, public-release checks, creator stamping, and the Agent-directory responsibility disclaimer remain documented.</a:t>
            </a:r>
          </a:p>
          <a:p>
            <a:pPr>
              <a:spcAft>
                <a:spcPts val="400"/>
              </a:spcAft>
              <a:defRPr sz="1000">
                <a:solidFill>
                  <a:srgbClr val="B4BAAE"/>
                </a:solidFill>
                <a:latin typeface="Aptos"/>
              </a:defRPr>
            </a:pPr>
            <a:r>
              <a:t>Operator setup: easy-start install, Ollama guidance, Config dialogs, DB menu, and Windows Installed-apps registration stay in the dossier.</a:t>
            </a:r>
          </a:p>
          <a:p>
            <a:pPr>
              <a:spcAft>
                <a:spcPts val="400"/>
              </a:spcAft>
              <a:defRPr sz="1000">
                <a:solidFill>
                  <a:srgbClr val="B4BAAE"/>
                </a:solidFill>
                <a:latin typeface="Aptos"/>
              </a:defRPr>
            </a:pPr>
            <a:r>
              <a:t>Catalog now stands at 85 workflow agents and 94 Multi-Turn tools (62 wrapped chat-agent + 12 ACPX/Skill + 20 core), with 27 skills.</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a:sp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a:spAutoFit/>
          </a:bodyPr>
          <a:lstStyle/>
          <a:p>
            <a:pPr algn="l"/>
            <a:r>
              <a:rPr sz="2000" b="1">
                <a:solidFill>
                  <a:srgbClr val="E8E8DE"/>
                </a:solidFill>
                <a:latin typeface="Aptos"/>
              </a:rPr>
              <a:t>176,208</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a:sp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a:spAutoFit/>
          </a:bodyPr>
          <a:lstStyle/>
          <a:p>
            <a:pPr algn="l"/>
            <a:r>
              <a:rPr sz="2000" b="1">
                <a:solidFill>
                  <a:srgbClr val="E8E8DE"/>
                </a:solidFill>
                <a:latin typeface="Aptos"/>
              </a:rPr>
              <a:t>248,348</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a:sp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a:spAutoFit/>
          </a:bodyPr>
          <a:lstStyle/>
          <a:p>
            <a:pPr algn="l"/>
            <a:r>
              <a:rPr sz="2000" b="1">
                <a:solidFill>
                  <a:srgbClr val="E8E8DE"/>
                </a:solidFill>
                <a:latin typeface="Aptos"/>
              </a:rPr>
              <a:t>14</a:t>
            </a:r>
          </a:p>
        </p:txBody>
      </p:sp>
      <p:sp>
        <p:nvSpPr>
          <p:cNvPr id="18" name="TextBox 17"/>
          <p:cNvSpPr txBox="1"/>
          <p:nvPr/>
        </p:nvSpPr>
        <p:spPr>
          <a:xfrm>
            <a:off x="841248" y="2788920"/>
            <a:ext cx="10378440" cy="2926080"/>
          </a:xfrm>
          <a:prstGeom prst="rect">
            <a:avLst/>
          </a:prstGeom>
          <a:noFill/>
        </p:spPr>
        <p:txBody>
          <a:bodyPr wrap="square" anchor="t">
            <a:spAutoFit/>
          </a:bodyPr>
          <a:lstStyle/>
          <a:p>
            <a:pPr algn="l"/>
            <a:r>
              <a:rPr sz="800" b="0">
                <a:solidFill>
                  <a:srgbClr val="E8E8DE"/>
                </a:solidFill>
                <a:latin typeface="Cascadia Mono"/>
              </a:rPr>
              <a:t>LANGUAGE                 FILES   EFFECTIVE      TOTAL   SHARE
Python                   476     126,396    181,806  71.7%
Markdown                 160      21,047     27,982  11.9%
JavaScript                32      16,415     20,979   9.3%
CSS                        9       5,831      7,382   3.3%
YAML                      90       1,981      4,963   1.1%
HTML                       4       1,063      1,081   0.6%
Prompt template            2       1,037      1,158   0.6%
PowerShell                 7         712      1,034   0.4%
JSON                       8         546        546   0.3%
Other text                 8         510        612   0.3%
JavaScript module          1         420        501   0.2%
Text                       5         215        242   0.1%
Protocol Buffers           1          20         33   0.0%
Batch                      1          15         29   0.0%</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a:spAutoFit/>
          </a:bodyPr>
          <a:lstStyle/>
          <a:p>
            <a:pPr algn="l"/>
            <a:r>
              <a:rPr sz="800" b="0">
                <a:solidFill>
                  <a:srgbClr val="E8E8DE"/>
                </a:solidFill>
                <a:latin typeface="Cascadia Mono"/>
              </a:rPr>
              <a:t>PATH                                                     LANGUAGE     EFFECTIVE   TOTAL
Tlamatini/agent/views.py                                Python         8,433  12,285
Tlamatini/agent/tests.py                                Python         5,510   7,166
Tlamatini/agent/doc_generation/complete_project_docs.py Python         3,553   3,957
Tlamatini/agent/tools.py                                Python         3,084   4,498
BookOfTlamatini.md                                      Markdown       2,505   3,552
Tlamatini/agent/agents/flowcreator/agentic_skill.md     Markdown       2,281   2,520
...ini/agent/static/agent/css/agentic_control_panel.css CSS            2,041   2,724
Tlamatini/agent/external_mcp_manager.py                 Python         1,860   2,298
Tlamatini/agent/chat_agent_registry.py                  Python         1,728   1,765
Tlamatini/agent/static/agent/css/agent_page.css         CSS            1,723   2,142
Tlamatini/agent/static/agent/js/agent_page_chat.js      JavaScript     1,666   2,306
Tlamatini/agent/static/agent/js/acp-agent-connectors.js JavaScript     1,523   1,698
Tlamatini/agent/static/agent/js/agent_page_init.js      JavaScript     1,468   1,747
Tlamatini/agent/mcp_agent.py                            Python         1,399   2,286</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Git Window</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a:sp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live Git window now lands on tagged `v1.41.3` at `08405a67`; Git history and source inspection extend the still-useful README.md and BookOfTlamatini.md narrative with the newest runtime/UI work before the generated inventory tables derive the current agent, tool, skill, asset, and effective-line totals.</a:t>
            </a:r>
          </a:p>
          <a:p>
            <a:pPr>
              <a:spcAft>
                <a:spcPts val="400"/>
              </a:spcAft>
              <a:defRPr sz="900">
                <a:solidFill>
                  <a:srgbClr val="B4BAAE"/>
                </a:solidFill>
                <a:latin typeface="Aptos"/>
              </a:defRPr>
            </a:pPr>
            <a:r>
              <a:t>The current release wave is broader than a badge bump: `v1.41.0` adds screenshot paste/drop into chat, `v1.41.2` makes Cancel a per-user per-run latch instead of a short-lived global flag, and `v1.41.3` groups, deduplicates, and fuzzy-searches the Catalog of Prompts; the `v1.40.x` port and FlowPills contracts remain carried foundations.</a:t>
            </a:r>
          </a:p>
          <a:p>
            <a:pPr>
              <a:spcAft>
                <a:spcPts val="400"/>
              </a:spcAft>
              <a:defRPr sz="900">
                <a:solidFill>
                  <a:srgbClr val="B4BAAE"/>
                </a:solidFill>
                <a:latin typeface="Aptos"/>
              </a:defRPr>
            </a:pPr>
            <a:r>
              <a:t>The screenshot-to-chat path accepts clipboard bitmaps or dropped image files, re-encodes them safely into Tlamatini's Temp directory, inserts each absolute path at the remembered caret, and exposes removable thumbnail chips so Image-Interpreter can consume the same local path immediately.</a:t>
            </a:r>
          </a:p>
          <a:p>
            <a:pPr>
              <a:spcAft>
                <a:spcPts val="400"/>
              </a:spcAft>
              <a:defRPr sz="900">
                <a:solidFill>
                  <a:srgbClr val="B4BAAE"/>
                </a:solidFill>
                <a:latin typeface="Aptos"/>
              </a:defRPr>
            </a:pPr>
            <a:r>
              <a:t>Hard Cancel now mints a monotonically increasing run epoch per user and permanently latches only the cancelled epoch; executor, retry, self-healing, Ask-Execs, status-emitter, and frontend guards stop the old run without poisoning the next request or another user's concurrent work.</a:t>
            </a:r>
          </a:p>
          <a:p>
            <a:pPr>
              <a:spcAft>
                <a:spcPts val="400"/>
              </a:spcAft>
              <a:defRPr sz="900">
                <a:solidFill>
                  <a:srgbClr val="B4BAAE"/>
                </a:solidFill>
                <a:latin typeface="Aptos"/>
              </a:defRPr>
            </a:pPr>
            <a:r>
              <a:t>Catalog-of-Prompts migrations classify 106 historical rows into 13 operator categories and physically remove 13 duplicate ACPX demos without renumbering survivors; the primary endpoint is gap-tolerant, the fallback skips gaps, and the UI adds grouped sections plus ranked fuzzy search.</a:t>
            </a:r>
          </a:p>
          <a:p>
            <a:pPr>
              <a:spcAft>
                <a:spcPts val="400"/>
              </a:spcAft>
              <a:defRPr sz="900">
                <a:solidFill>
                  <a:srgbClr val="B4BAAE"/>
                </a:solidFill>
                <a:latin typeface="Aptos"/>
              </a:defRPr>
            </a:pPr>
            <a:r>
              <a:t>The `v1.40.1` configurable-web-port contract retires the hardcoded 8000: `config.json`'s `django_port` is resolved by `manage.py::_resolve_django_port()` and injected into every launch path by `_apply_configured_port()` (frozen double-click, `.flw` association, browser auto-open, source `runserver`, and `startserver`), so a machine where Windows has RESERVED port 8000 — the `WinError 10013` startup death that a frozen install previously could not escape without a rebuild — is fixed by editing one line. Resolution is fail-open to 8000 and an explicit command-line port always wins, both pinned by 24 tests in `agent/test_django_port_config.py`.</a:t>
            </a:r>
          </a:p>
          <a:p>
            <a:pPr>
              <a:spcAft>
                <a:spcPts val="400"/>
              </a:spcAft>
              <a:defRPr sz="900">
                <a:solidFill>
                  <a:srgbClr val="B4BAAE"/>
                </a:solidFill>
                <a:latin typeface="Aptos"/>
              </a:defRPr>
            </a:pPr>
            <a:r>
              <a:t>The `v1.40.0` companion-app contract adds `agent_manifest.py`, a six-value `HKCU\Software\XAIHT\Tlamatini` discovery key, `_tlamatini_agents_manifest.json` with per-file SHA-256 values, preserved-agent uninstall metadata, launch/install/build integration, and 17 focused tests so FlowPills can locate valid agent templates without importing Tlamatini or scanning drives.</a:t>
            </a:r>
          </a:p>
          <a:p>
            <a:pPr>
              <a:spcAft>
                <a:spcPts val="400"/>
              </a:spcAft>
              <a:defRPr sz="900">
                <a:solidFill>
                  <a:srgbClr val="B4BAAE"/>
                </a:solidFill>
                <a:latin typeface="Aptos"/>
              </a:defRPr>
            </a:pPr>
            <a:r>
              <a:t>The Unrealer wave adds a two-field Catalog-of-Prompts route to a ready-to-build Unreal Engine 5.8 C++ project, including plugin wiring and Visual Studio 2026 guidance, while normalizing `/Content` paths to `/Game` and sending `assign_material` through the plugin's real `slot_index` wire key.</a:t>
            </a:r>
          </a:p>
          <a:p>
            <a:pPr>
              <a:spcAft>
                <a:spcPts val="400"/>
              </a:spcAft>
              <a:defRPr sz="900">
                <a:solidFill>
                  <a:srgbClr val="B4BAAE"/>
                </a:solidFill>
                <a:latin typeface="Aptos"/>
              </a:defRPr>
            </a:pPr>
            <a:r>
              <a:t>The `v1.39.5` smoothness pass bounds previously open-ended I/O, preserves partial Nmapper results, makes subprocess decoding UTF-8-safe, hardens background External MCP supervision, keeps deferred deliverables and request-scoped orphan evidence, and improves `.flw` secret redaction without weakening runtime behavior.</a:t>
            </a:r>
          </a:p>
          <a:p>
            <a:pPr>
              <a:spcAft>
                <a:spcPts val="400"/>
              </a:spcAft>
              <a:defRPr sz="900">
                <a:solidFill>
                  <a:srgbClr val="B4BAAE"/>
                </a:solidFill>
                <a:latin typeface="Aptos"/>
              </a:defRPr>
            </a:pPr>
            <a:r>
              <a:t>The tagged `v1.26.0` release now includes ESPHomer as a fourth firmware lane, bridging Tlamatini to ESPHome so she can author YAML device configs, validate, compile, upload, and observe smart-home firmware from chat or canvas.</a:t>
            </a:r>
          </a:p>
          <a:p>
            <a:pPr>
              <a:spcAft>
                <a:spcPts val="400"/>
              </a:spcAft>
              <a:defRPr sz="900">
                <a:solidFill>
                  <a:srgbClr val="B4BAAE"/>
                </a:solidFill>
                <a:latin typeface="Aptos"/>
              </a:defRPr>
            </a:pPr>
            <a:r>
              <a:t>The latest dossier pass resolves the live product at tagged `v1.41.3`, combines README.md and BookOfTlamatini.md with source/Git truth for image ingestion, Hard Cancel, and prompt-catalog changes, and retains the configurable port, FlowPills, Unreal, Nmapper, line inventory, and Agent-directory responsibility context.</a:t>
            </a:r>
          </a:p>
          <a:p>
            <a:pPr>
              <a:spcAft>
                <a:spcPts val="400"/>
              </a:spcAft>
              <a:defRPr sz="900">
                <a:solidFill>
                  <a:srgbClr val="B4BAAE"/>
                </a:solidFill>
                <a:latin typeface="Aptos"/>
              </a:defRPr>
            </a:pPr>
            <a:r>
              <a:t>Unrealer kept growing across the same window: the docs now point at the public `XAIHT/XaihtUnrealEngineMCP` fork and the full 53-command, nine-category Unreal MCP surface it exposes to chat and canvas.</a:t>
            </a:r>
          </a:p>
          <a:p>
            <a:pPr>
              <a:spcAft>
                <a:spcPts val="400"/>
              </a:spcAft>
              <a:defRPr sz="900">
                <a:solidFill>
                  <a:srgbClr val="B4BAAE"/>
                </a:solidFill>
                <a:latin typeface="Aptos"/>
              </a:defRPr>
            </a:pPr>
            <a:r>
              <a:t>Unreal MCP support remains part of the broader platform story: the Unrealer agent, its chat-wrapped tool, canvas wiring, seeded prompts, and the direct TCP bridge into a live Unreal Engine 5 editor.</a:t>
            </a:r>
          </a:p>
          <a:p>
            <a:pPr>
              <a:spcAft>
                <a:spcPts val="400"/>
              </a:spcAft>
              <a:defRPr sz="900">
                <a:solidFill>
                  <a:srgbClr val="B4BAAE"/>
                </a:solidFill>
                <a:latin typeface="Aptos"/>
              </a:defRPr>
            </a:pPr>
            <a:r>
              <a:t>Release-identity work also remains relevant: the SemVer policy, git-tag sourcing, runtime version surfaces, and build-time embedding across the Windows artefacts now define how Tlamatini reports her version.</a:t>
            </a:r>
          </a:p>
          <a:p>
            <a:pPr>
              <a:spcAft>
                <a:spcPts val="400"/>
              </a:spcAft>
              <a:defRPr sz="900">
                <a:solidFill>
                  <a:srgbClr val="B4BAAE"/>
                </a:solidFill>
                <a:latin typeface="Aptos"/>
              </a:defRPr>
            </a:pPr>
            <a:r>
              <a:t>Documentation itself changed during the recent window, so the regenerated dossier is part of the tracked operator surface rather than an external afterthought.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Visual Dossier Change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2026-07-15 | 08405a67 | Improvement of Catalog of Prompts, by Tlamatini's-AutoBot.</a:t>
            </a:r>
          </a:p>
          <a:p>
            <a:pPr>
              <a:spcAft>
                <a:spcPts val="400"/>
              </a:spcAft>
              <a:defRPr sz="1200">
                <a:solidFill>
                  <a:srgbClr val="B4BAAE"/>
                </a:solidFill>
                <a:latin typeface="Aptos"/>
              </a:defRPr>
            </a:pPr>
            <a:r>
              <a:t>2026-07-14 | fedd8419 | A tool for Claude, I'll check that later, by Tlamatini's-AutoBot.</a:t>
            </a:r>
          </a:p>
          <a:p>
            <a:pPr>
              <a:spcAft>
                <a:spcPts val="400"/>
              </a:spcAft>
              <a:defRPr sz="1200">
                <a:solidFill>
                  <a:srgbClr val="B4BAAE"/>
                </a:solidFill>
                <a:latin typeface="Aptos"/>
              </a:defRPr>
            </a:pPr>
            <a:r>
              <a:t>2026-07-14 | 265d5f38 | Implementing the Hard-Cancel-Improvement, by Tlamatini's-AutoBot.</a:t>
            </a:r>
          </a:p>
          <a:p>
            <a:pPr>
              <a:spcAft>
                <a:spcPts val="400"/>
              </a:spcAft>
              <a:defRPr sz="1200">
                <a:solidFill>
                  <a:srgbClr val="B4BAAE"/>
                </a:solidFill>
                <a:latin typeface="Aptos"/>
              </a:defRPr>
            </a:pPr>
            <a:r>
              <a:t>2026-07-14 | bc9f4ace | Adding the capability to accept drag and drop image files and Ctrl+v of images in order to Tlamatini know it location placement (Temp) and be able to analize and proceed in consequence, by Tlamatini's-AutoBot.</a:t>
            </a:r>
          </a:p>
          <a:p>
            <a:pPr>
              <a:spcAft>
                <a:spcPts val="400"/>
              </a:spcAft>
              <a:defRPr sz="1200">
                <a:solidFill>
                  <a:srgbClr val="B4BAAE"/>
                </a:solidFill>
                <a:latin typeface="Aptos"/>
              </a:defRPr>
            </a:pPr>
            <a:r>
              <a:t>2026-07-13 | dd20ad10 | Adding just a script to free port 8000, by Tlamatini's-AutoBot.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1/3</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2026-07-15 | 08405a67 | Improvement of Catalog of Prompts, by Tlamatini's-AutoBot.</a:t>
            </a:r>
          </a:p>
          <a:p>
            <a:pPr>
              <a:spcAft>
                <a:spcPts val="400"/>
              </a:spcAft>
              <a:defRPr sz="1200">
                <a:solidFill>
                  <a:srgbClr val="B4BAAE"/>
                </a:solidFill>
                <a:latin typeface="Aptos"/>
              </a:defRPr>
            </a:pPr>
            <a:r>
              <a:t>2026-07-14 | fedd8419 | A tool for Claude, I'll check that later, by Tlamatini's-AutoBot.</a:t>
            </a:r>
          </a:p>
          <a:p>
            <a:pPr>
              <a:spcAft>
                <a:spcPts val="400"/>
              </a:spcAft>
              <a:defRPr sz="1200">
                <a:solidFill>
                  <a:srgbClr val="B4BAAE"/>
                </a:solidFill>
                <a:latin typeface="Aptos"/>
              </a:defRPr>
            </a:pPr>
            <a:r>
              <a:t>2026-07-14 | 265d5f38 | Implementing the Hard-Cancel-Improvement, by Tlamatini's-AutoBot.</a:t>
            </a:r>
          </a:p>
          <a:p>
            <a:pPr>
              <a:spcAft>
                <a:spcPts val="400"/>
              </a:spcAft>
              <a:defRPr sz="1200">
                <a:solidFill>
                  <a:srgbClr val="B4BAAE"/>
                </a:solidFill>
                <a:latin typeface="Aptos"/>
              </a:defRPr>
            </a:pPr>
            <a:r>
              <a:t>2026-07-14 | bc9f4ace | Adding the capability to accept drag and drop image files and Ctrl+v of images in order to Tlamatini know it location placement (Temp) and be able to analize and proceed in consequence, by Tlamatini's-AutoBot.</a:t>
            </a:r>
          </a:p>
          <a:p>
            <a:pPr>
              <a:spcAft>
                <a:spcPts val="400"/>
              </a:spcAft>
              <a:defRPr sz="1200">
                <a:solidFill>
                  <a:srgbClr val="B4BAAE"/>
                </a:solidFill>
                <a:latin typeface="Aptos"/>
              </a:defRPr>
            </a:pPr>
            <a:r>
              <a:t>2026-07-13 | dd20ad10 | Adding just a script to free port 8000, by Tlamatini's-AutoBot.</a:t>
            </a:r>
          </a:p>
          <a:p>
            <a:pPr>
              <a:spcAft>
                <a:spcPts val="400"/>
              </a:spcAft>
              <a:defRPr sz="1200">
                <a:solidFill>
                  <a:srgbClr val="B4BAAE"/>
                </a:solidFill>
                <a:latin typeface="Aptos"/>
              </a:defRPr>
            </a:pPr>
            <a:r>
              <a:t>2026-07-13 | 1033a2f6 | Bumped to version 1.40.1, by angelahack1</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2/3</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2026-07-13 | 4dc1d546 | Making the port of Tlamatini configurable, by Tlamatini's-AutoBot.</a:t>
            </a:r>
          </a:p>
          <a:p>
            <a:pPr>
              <a:spcAft>
                <a:spcPts val="400"/>
              </a:spcAft>
              <a:defRPr sz="1200">
                <a:solidFill>
                  <a:srgbClr val="B4BAAE"/>
                </a:solidFill>
                <a:latin typeface="Aptos"/>
              </a:defRPr>
            </a:pPr>
            <a:r>
              <a:t>2026-07-13 | 3cc3c7b9 | Bumped docs to version 1.40.0, by angelahack1</a:t>
            </a:r>
          </a:p>
          <a:p>
            <a:pPr>
              <a:spcAft>
                <a:spcPts val="400"/>
              </a:spcAft>
              <a:defRPr sz="1200">
                <a:solidFill>
                  <a:srgbClr val="B4BAAE"/>
                </a:solidFill>
                <a:latin typeface="Aptos"/>
              </a:defRPr>
            </a:pPr>
            <a:r>
              <a:t>2026-07-12 | 495d9036 | Bumped to version 1.40.0, by angelahack1</a:t>
            </a:r>
          </a:p>
          <a:p>
            <a:pPr>
              <a:spcAft>
                <a:spcPts val="400"/>
              </a:spcAft>
              <a:defRPr sz="1200">
                <a:solidFill>
                  <a:srgbClr val="B4BAAE"/>
                </a:solidFill>
                <a:latin typeface="Aptos"/>
              </a:defRPr>
            </a:pPr>
            <a:r>
              <a:t>2026-07-12 | ef51a89d | Upgraded to be compatible with Tlamatini's FlowPills, by angelahack1</a:t>
            </a:r>
          </a:p>
          <a:p>
            <a:pPr>
              <a:spcAft>
                <a:spcPts val="400"/>
              </a:spcAft>
              <a:defRPr sz="1200">
                <a:solidFill>
                  <a:srgbClr val="B4BAAE"/>
                </a:solidFill>
                <a:latin typeface="Aptos"/>
              </a:defRPr>
            </a:pPr>
            <a:r>
              <a:t>2026-07-12 | 93c0c42e | Just a comment content added, in Unrealer, by angelahack1</a:t>
            </a:r>
          </a:p>
          <a:p>
            <a:pPr>
              <a:spcAft>
                <a:spcPts val="400"/>
              </a:spcAft>
              <a:defRPr sz="1200">
                <a:solidFill>
                  <a:srgbClr val="B4BAAE"/>
                </a:solidFill>
                <a:latin typeface="Aptos"/>
              </a:defRPr>
            </a:pPr>
            <a:r>
              <a:t>2026-07-12 | 4e501497 | Improving the Unrealer scaffold generation, by angelahack1</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3/3</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2026-07-12 | b197473c | Improving Unrealer and its scaffold prompt, by angelahack1</a:t>
            </a:r>
          </a:p>
          <a:p>
            <a:pPr>
              <a:spcAft>
                <a:spcPts val="400"/>
              </a:spcAft>
              <a:defRPr sz="1200">
                <a:solidFill>
                  <a:srgbClr val="B4BAAE"/>
                </a:solidFill>
                <a:latin typeface="Aptos"/>
              </a:defRPr>
            </a:pPr>
            <a:r>
              <a:t>2026-07-12 | fea3a7ed | Fixing some smoothness tier-2 improvement, by angelahack1</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Tlamatini/
|-- .gitignore
|-- .mcp.json
|-- _acpx_pipeline_demo_report.md
|-- ACPX.md
|-- agents_descriptions.md
|-- apply_update.ps1
|-- BookOfTlamatini.md
|-- build.py
|-- build_all.cmd
|-- build_complete_private_release.py
|-- build_complete_public_release.py
|-- build_installer.py
|-- build_uninstaller.py
|-- check_private_data.py
|-- Claude-Desktop-KALI-MCP-Session.md
|-- CLAUDE.md
|-- copy_source_assets.py
|-- CreateShortcut.json
|-- CreateShortcut.ps1
|-- Discoverier-new-agent.md
|-- eslint.config.mjs
|-- example_of_prompt_to_make_de-compresser_agent.txt
|-- FirstFinalPlanToSpeedUp.md
|-- freeingport8000.ps1
|-- GEMINI.md
|-- git_deny_go.py
|-- install.py
|-- KIMI.md
|-- LICENSE
|-- MessagingConnectorAssistant_Design.md</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OllamaPricing.png
|-- package.json
|-- PIVOT_CHANGES.md
|-- pnpm-lock.yaml
|-- README.md
|-- regen_secrets.py
|-- register_flw.ps1
|-- RemoveShortcut.ps1
|-- requirements.txt
|-- surgical_improving_speed_of_Tlamatini_by_a_factor_of_3X.md
|-- test_author_banner.py
|-- test_check_private_data.py
|-- test_perf_3x_visual.py
|-- test_private_data_guard.py
|-- Tlamatini-Kali-Setup.md
|-- Tlamatini-Moded-For-FlowPills-2nd-Sprint.md
|-- Tlamatini-Moded-For-Flowpills.md
|-- Tlamatini.ico
|-- Tlamatini.jpg
|-- Tlamatini.ps1
|-- tlamatini_acpx.py
|-- tlamatini_app_summary.pdf
|-- Tlamatini_eXtended_Artificial_Intelligence_Humanly_Tempered.pptx
|-- TLAMATINI_MCP.md
|-- tlamatini_mcp_server.py
|-- Tlamatini_NIGHTLY_PERFORMANCE_REPORT.md
|-- TlamatiniJudgementDay.md
|-- uninstall.py
|-- unregister_flw.ps1
|-- VERSIONING.md
|-- versioning.py</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.claude/
|   |-- settings.json
|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
|   |   |-- project_acpx_toggle_skills.md
|   |   |-- project_acpxer_added.md
|   |   |-- project_arduiner_agent.md
|   |   |-- project_ask_execs_feature.md
|   |   |-- project_audioplayer_agent.md
|   |   |-- project_build_concurrency_guard.md
|   |   |-- project_build_tests_and_installer_enterkey.md
|   |   |-- project_camcorder_agent.md
|   |   |-- project_carried_python_for_agents.md
|   |   |-- project_conjunction_parser_fix.md
|   |   |-- project_daily_chat_test_skill.md
|   |   |-- project_desktop_ui_lifecycle.md</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4/34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project_director_virtuoso_demo_prompts.md
|   |   |-- project_doc_refresh_2026_05_06.md
|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project_kalier_agent.md
|   |   |-- project_keyboarder_wrapped_2026_05_07.md
|   |   |-- project_living_canvas_dropped.md
|   |   |-- project_mouser_wrapped_2026_05_07.md
|   |   |-- project_native_picker_tcltk_fix.md
|   |   |-- project_native_toast.md
|   |   |-- project_numpy_pyinstaller.md
|   |   |-- project_ollama_source_build_breaks_embeddings.md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5/34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project_reviewer_committed_secrets_falsepos.md
|   |   |-- project_secret_leak_recovery.md
|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
|   |   |-- project_windower_agent.md
|   |   `-- user_profile.md
|   `-- skills/
|       |-- tlamatini-agent-creation/
|       |   `-- SKILL.md
|       |-- tlamatini-agent-naming/
|       |   `-- SKILL.md
|       |-- tlamatini-daily-chat-test/
|       |   |-- .gitignore
|       |   |-- SKILL.md
|       |   `-- harness/
|       |       |-- ask_execs_regression.py
|       |       |-- cancel_regression.py
|       |       |-- config.py
|       |       |-- cyber_watchdog_test.py</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6/34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discoverer_1000.py
|       |       |-- mcp_playwright_suite.py
|       |       |-- qualify.py
|       |       |-- questions.py
|       |       |-- README.md
|       |       |-- requirements.txt
|       |       |-- run_test.py
|       |       |-- talk_test.py
|       |       `-- wrapped_questions.py
|       |-- tlamatini-self-modify-inclusion/
|       |   |-- SKILL.md
|       |   `-- scripts/
|       |       `-- sweep_self_modify.py
|       `-- tlamatini-self-update-inclusion/
|           |-- SKILL.md
|           `-- scripts/
|               `-- sweep_self_update.py
|-- .codex/
|   `-- skills/
|       |-- full-project-pdf-dossier/
|       |   `-- SKILL.md
|       `-- overlap-safe-pptx-dossier/
|           `-- SKILL.md
|-- .github/
|   `-- workflows/
|       `-- name-guard.yml
|-- .scanning/
|   `-- finding-policy.json
|-- AuxTests/
|   `-- mypdf2.py
|-- demo_flows/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7/34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demo1_globber_to_parametrizer_to_zavuerer.flw
|   |-- demo2_apirer_to_parametrizer_to_zavuerer.flw
|   `-- demo3_zavuerer_health_to_parametrizer_to_filecreator.flw
|-- docs/
|   |-- companion-app-discovery.md
|   `-- claude/
|       |-- acpx.md
|       |-- agents.md
|       |-- architecture.md
|       |-- exec-report.md
|       |-- frontend.md
|       |-- gotchas.md
|       |-- INDEX.md
|       |-- mcp-tools.md
|       |-- multi-turn.md
|       `-- recent-fixes.md
|-- pyinstaller_hooks/
|   |-- hook-numpy.py
|   `-- hook-torch.py
|-- Tests/
|   |-- test_about_window_name_visible.py
|   `-- test_perf_3x_visual.py
`-- Tlamatini/
    |-- cat_art.py
    |-- manage.py
    |-- .agents/
    |   `-- workflows/
    |       `-- create_new_agent.md
    |-- .mcps/
    |   `-- create_new_mcp.md
    |-- .skills/</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8/34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create_new_skill.md
    |-- agent/
    |   |-- __init__.py
    |   |-- access_key_wizard.py
    |   |-- admin.py
    |   |-- agent_manifest.py
    |   |-- apps.py
    |   |-- cancellation.py
    |   |-- capability_registry.py
    |   |-- chain_files_search_lcel.py
    |   |-- chain_system_lcel.py
    |   |-- chat_agent_registry.py
    |   |-- chat_agent_runtime.py
    |   |-- chat_history_loader.py
    |   |-- command_togen_pb2.txt
    |   |-- command_watchdog.py
    |   |-- config.json
    |   |-- config_loader.py
    |   |-- constants.py
    |   |-- consumers.py
    |   |-- contacts.py
    |   |-- embedding_memory_guard.py
    |   |-- exec_permission.py
    |   |-- external_mcp_manager.py
    |   |-- filesearch.proto
    |   |-- filesearch_pb2.py
    |   |-- filesearch_pb2_grpc.py
    |   |-- global_execution_planner.py
    |   |-- global_state.py
    |   |-- gpu_perf.py
    |   |-- inet_determiner.py</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9/34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llm_timing.py
    |   |-- mcp_agent.py
    |   |-- mcp_files_search_client.py
    |   |-- mcp_files_search_server.py
    |   |-- mcp_system_client.py
    |   |-- mcp_system_server.py
    |   |-- models.py
    |   |-- native_dialogs.py
    |   |-- orphan_reaper.py
    |   |-- path_guard.py
    |   |-- prompt.pmt
    |   |-- rag_enhancements.py
    |   |-- routing.py
    |   |-- self_healing.py
    |   |-- self_update.py
    |   |-- test_access_key_wizard.py
    |   |-- test_agent_manifest.py
    |   |-- test_arduiner_agent.py
    |   |-- test_ask_execs_allowlist.py
    |   |-- test_audioplayer_agent.py
    |   |-- test_blenderer_agent.py
    |   |-- test_build_scripts.py
    |   |-- test_camcorder_agent.py
    |   |-- test_cancellation.py
    |   |-- test_chat_bridge_bots.py
    |   |-- test_chat_history_window.py
    |   |-- test_command_watchdog.py
    |   |-- test_contacts.py
    |   |-- test_crawler_agent.py
    |   |-- test_createsuperuser_wizard.py
    |   |-- test_de_compresser.py</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10/34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test_discoverer_agent.py
    |   |-- test_discoverer_thousand.py
    |   |-- test_django_port_config.py
    |   |-- test_editor_agent.py
    |   |-- test_embedding_memory_guard.py
    |   |-- test_esp32er_agent.py
    |   |-- test_esphomer_agent.py
    |   |-- test_execute_command_bounded.py
    |   |-- test_external_mcp_add_flow.py
    |   |-- test_external_mcp_e2e.py
    |   |-- test_external_mcp_transports.py
    |   |-- test_external_mcp_universal.py
    |   |-- test_file_extractor_reader.py
    |   |-- test_flow_contracts.py
    |   |-- test_frontend_mutable_state.py
    |   |-- test_globber_agent.py
    |   |-- test_googler_agent.py
    |   |-- test_grepper_agent.py
    |   |-- test_image_interpreter_agent.py
    |   |-- test_instant_messaging_doctor.py
    |   |-- test_j_decompiler_agent.py
    |   |-- test_kalier_agent.py
    |   |-- test_native_dialogs.py
    |   |-- test_nmapper_agent.py
    |   |-- test_orphan_reaper.py
    |   |-- test_parametrizer_mcp_doctor.py
    |   |-- test_password_quoting.py
    |   |-- test_playwrighter_agent.py
    |   |-- test_recorder_agent.py
    |   |-- test_self_healing.py
    |   |-- test_self_update.py</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11/34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test_step_by_step_mode.py
    |   |-- test_stm32er_agent.py
    |   |-- test_talker_agent.py
    |   |-- test_telegrammer_identity.py
    |   |-- test_temp_dir_policy.py
    |   |-- test_unrealer_agent.py
    |   |-- test_video_analyzer_agent.py
    |   |-- test_videoplayer_agent.py
    |   |-- test_watchdog_foreground_exemption.py
    |   |-- test_whatsapper_identity.py
    |   |-- test_whisperer_agent.py
    |   |-- test_windower_agent.py
    |   |-- test_windows_app_registration.py
    |   |-- test_zavuerer_agent.py
    |   |-- tests.py
    |   |-- tests_perf_3x.py
    |   |-- Tlamatini.md
    |   |-- tools.py
    |   |-- urls.py
    |   |-- version.py
    |   |-- views.py
    |   |-- web_search_llm.py
    |   |-- window_flash.py
    |   |-- windows_app_registration.py
    |   |-- acpx/
    |   |   |-- __init__.py
    |   |   |-- agent_registry.py
    |   |   |-- config.py
    |   |   |-- permissions.py
    |   |   |-- runtime.py
    |   |   |-- service.py</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12/34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session_store.py
    |   |   |-- tests.py
    |   |   |-- tools.py
    |   |   `-- windows_spawn.py
    |   |-- agents/
    |   |   |-- acpxer/
    |   |   |   |-- acpxer.py
    |   |   |   `-- config.yaml
    |   |   |-- analyzer/
    |   |   |   |-- analyzer.py
    |   |   |   `-- config.yaml
    |   |   |-- and/
    |   |   |   |-- and.py
    |   |   |   `-- config.yaml
    |   |   |-- apirer/
    |   |   |   |-- apirer.py
    |   |   |   `-- config.yaml
    |   |   |-- arduiner/
    |   |   |   |-- arduiner.py
    |   |   |   |-- config.yaml
    |   |   |   `-- ArduinoTemplateProject/
    |   |   |       |-- ArduinoTemplateProject.ino
    |   |   |       |-- README.md
    |   |   |       |-- sketch.yaml
    |   |   |       `-- src/
    |   |   |           |-- Heartbeat.cpp
    |   |   |           `-- Heartbeat.h
    |   |   |-- asker/
    |   |   |   |-- asker.py
    |   |   |   `-- config.yaml
    |   |   |-- audioplayer/</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audioplayer.py
    |   |   |   `-- config.yaml
    |   |   |-- barrier/
    |   |   |   |-- barrier.py
    |   |   |   |-- config.yaml
    |   |   |   `-- test_barrier.py
    |   |   |-- blenderer/
    |   |   |   |-- blenderer.py
    |   |   |   `-- config.yaml
    |   |   |-- camcorder/
    |   |   |   |-- camcorder.py
    |   |   |   `-- config.yaml
    |   |   |-- cleaner/
    |   |   |   |-- __init__.py
    |   |   |   |-- cleaner.py
    |   |   |   `-- config.yaml
    |   |   |-- counter/
    |   |   |   |-- config.yaml
    |   |   |   `-- counter.py
    |   |   |-- crawler/
    |   |   |   |-- config.yaml
    |   |   |   `-- crawler.py
    |   |   |-- croner/
    |   |   |   |-- config.yaml
    |   |   |   `-- croner.py
    |   |   |-- de_compresser/
    |   |   |   |-- config.yaml
    |   |   |   `-- de_compresser.py
    |   |   |-- deleter/
    |   |   |   |-- config.yaml
    |   |   |   `-- deleter.py</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14/34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discoverer/
    |   |   |   |-- config.yaml
    |   |   |   `-- discoverer.py
    |   |   |-- dockerer/
    |   |   |   |-- config.yaml
    |   |   |   `-- dockerer.py
    |   |   |-- editor/
    |   |   |   |-- config.yaml
    |   |   |   `-- editor.py
    |   |   |-- emailer/
    |   |   |   |-- config.yaml
    |   |   |   `-- emailer.py
    |   |   |-- ender/
    |   |   |   |-- config.yaml
    |   |   |   `-- ender.py
    |   |   |-- esp32er/
    |   |   |   |-- config.yaml
    |   |   |   `-- esp32er.py
    |   |   |-- esphomer/
    |   |   |   |-- config.yaml
    |   |   |   |-- esphomer.py
    |   |   |   `-- ESPHomeTemplateProject/
    |   |   |       |-- README.md
    |   |   |       `-- tlamatini-light.yaml
    |   |   |-- executer/
    |   |   |   |-- config.yaml
    |   |   |   `-- executer.py
    |   |   |-- file_creator/
    |   |   |   |-- config.yaml
    |   |   |   `-- file_creator.py
    |   |   |-- file_extractor/</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15/34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file_extractor.py
    |   |   |-- file_interpreter/
    |   |   |   |-- config.yaml
    |   |   |   `-- file_interpreter.py
    |   |   |-- flowbacker/
    |   |   |   |-- config.yaml
    |   |   |   `-- flowbacker.py
    |   |   |-- flowcreator/
    |   |   |   |-- agentic_skill.md
    |   |   |   |-- config.yaml
    |   |   |   `-- flowcreator.py
    |   |   |-- flowhypervisor/
    |   |   |   |-- config.yaml
    |   |   |   |-- flowhypervisor.py
    |   |   |   |-- hypervisor_alert.wav
    |   |   |   `-- monitoring-prompt.pmt
    |   |   |-- forker/
    |   |   |   |-- config.yaml
    |   |   |   `-- forker.py
    |   |   |-- gateway_relayer/
    |   |   |   |-- config.yaml
    |   |   |   |-- gateway_relayer.md
    |   |   |   `-- gateway_relayer.py
    |   |   |-- gatewayer/
    |   |   |   |-- config.yaml
    |   |   |   |-- gatewayer.md
    |   |   |   |-- gatewayer.py
    |   |   |   `-- gatewayer_explanation.md
    |   |   |-- gitter/
    |   |   |   |-- config.yaml</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16/34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gitter.py
    |   |   |-- globber/
    |   |   |   |-- config.yaml
    |   |   |   `-- globber.py
    |   |   |-- googler/
    |   |   |   |-- config.yaml
    |   |   |   `-- googler.py
    |   |   |-- grepper/
    |   |   |   |-- config.yaml
    |   |   |   `-- grepper.py
    |   |   |-- image_interpreter/
    |   |   |   |-- config.yaml
    |   |   |   `-- image_interpreter.py
    |   |   |-- instant_messaging_doctor/
    |   |   |   |-- config.yaml
    |   |   |   `-- instant_messaging_doctor.py
    |   |   |-- j_decompiler/
    |   |   |   |-- config.yaml
    |   |   |   `-- j_decompiler.py
    |   |   |-- jenkinser/
    |   |   |   |-- config.yaml
    |   |   |   `-- jenkinser.py
    |   |   |-- kalier/
    |   |   |   |-- config.yaml
    |   |   |   `-- kalier.py
    |   |   |-- keyboarder/
    |   |   |   |-- config.yaml
    |   |   |   `-- keyboarder.py
    |   |   |-- kuberneter/
    |   |   |   |-- config.yaml
    |   |   |   `-- kuberneter.py</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17/34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kyber_cipher/
    |   |   |   |-- config.yaml
    |   |   |   `-- kyber_cipher.py
    |   |   |-- kyber_decipher/
    |   |   |   |-- config.yaml
    |   |   |   `-- kyber_decipher.py
    |   |   |-- kyber_keygen/
    |   |   |   |-- config.yaml
    |   |   |   `-- kyber_keygen.py
    |   |   |-- mcp_doctor/
    |   |   |   |-- config.yaml
    |   |   |   `-- mcp_doctor.py
    |   |   |-- mongoxer/
    |   |   |   |-- config.yaml
    |   |   |   `-- mongoxer.py
    |   |   |-- monitor_log/
    |   |   |   |-- config.yaml
    |   |   |   `-- monitor_log.py
    |   |   |-- monitor_netstat/
    |   |   |   |-- config.yaml
    |   |   |   `-- monitor_netstat.py
    |   |   |-- mouser/
    |   |   |   |-- config.yaml
    |   |   |   `-- mouser.py
    |   |   |-- mover/
    |   |   |   |-- config.yaml
    |   |   |   `-- mover.py
    |   |   |-- nmapper/
    |   |   |   |-- config.yaml
    |   |   |   `-- nmapper.py
    |   |   |-- node_manager/</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18/34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node_manager.md
    |   |   |   |-- node_manager.py
    |   |   |   |-- nodes_example.json
    |   |   |   `-- nodes_example.yaml
    |   |   |-- notifier/
    |   |   |   |-- config.yaml
    |   |   |   `-- notifier.py
    |   |   |-- or/
    |   |   |   |-- config.yaml
    |   |   |   `-- or.py
    |   |   |-- parametrizer/
    |   |   |   |-- config.yaml
    |   |   |   `-- parametrizer.py
    |   |   |-- playwrighter/
    |   |   |   |-- config.yaml
    |   |   |   `-- playwrighter.py
    |   |   |-- prompter/
    |   |   |   |-- config.yaml
    |   |   |   `-- prompter.py
    |   |   |-- pser/
    |   |   |   |-- config.yaml
    |   |   |   `-- pser.py
    |   |   |-- pythonxer/
    |   |   |   |-- config.yaml
    |   |   |   `-- pythonxer.py
    |   |   |-- raiser/
    |   |   |   |-- config.yaml
    |   |   |   `-- raiser.py
    |   |   |-- recmailer/
    |   |   |   |-- config.yaml</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19/34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recmailer.py
    |   |   |-- recorder/
    |   |   |   |-- config.yaml
    |   |   |   `-- recorder.py
    |   |   |-- reviewer/
    |   |   |   |-- config.yaml
    |   |   |   `-- reviewer.py
    |   |   |-- scper/
    |   |   |   |-- config.yaml
    |   |   |   `-- scper.py
    |   |   |-- shoter/
    |   |   |   |-- config.yaml
    |   |   |   `-- shoter.py
    |   |   |-- sleeper/
    |   |   |   |-- config.yaml
    |   |   |   `-- sleeper.py
    |   |   |-- sqler/
    |   |   |   |-- config.yaml
    |   |   |   `-- sqler.py
    |   |   |-- ssher/
    |   |   |   |-- config.yaml
    |   |   |   `-- ssher.py
    |   |   |-- starter/
    |   |   |   |-- config.yaml
    |   |   |   `-- starter.py
    |   |   |-- stm32er/
    |   |   |   |-- config.yaml
    |   |   |   `-- stm32er.py
    |   |   |-- stopper/
    |   |   |   |-- config.yaml
    |   |   |   `-- stopper.py</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20/34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summarizer/
    |   |   |   |-- config.yaml
    |   |   |   `-- summarizer.py
    |   |   |-- talker/
    |   |   |   |-- config.yaml
    |   |   |   `-- talker.py
    |   |   |-- telegrammer/
    |   |   |   |-- config.yaml
    |   |   |   |-- HOW_TO_GET_YOUR_TELEGRAM_ASSETS.md
    |   |   |   |-- telegrammer.py
    |   |   |   `-- guide_assets/
    |   |   |       |-- telegram_01_botfather_search.jpg
    |   |   |       |-- telegram_02_newbot_token.jpg
    |   |   |       |-- telegram_03_start_bot_getupdates.jpg
    |   |   |       `-- telegram_04_tlamatini_contacts.jpg
    |   |   |-- teletlamatini/
    |   |   |   |-- config.yaml
    |   |   |   `-- teletlamatini.py
    |   |   |-- unrealer/
    |   |   |   |-- config.yaml
    |   |   |   `-- unrealer.py
    |   |   |-- video_analyzer/
    |   |   |   |-- config.yaml
    |   |   |   `-- video_analyzer.py
    |   |   |-- videoplayer/
    |   |   |   |-- config.yaml
    |   |   |   `-- videoplayer.py
    |   |   |-- whatsapper/
    |   |   |   |-- config.yaml
    |   |   |   |-- HOW_TO_GET_YOUR_WHATSAPP_ASSETS.md
    |   |   |   |-- whatsapper.py</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21/34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guide_assets/
    |   |   |       |-- whatsapp_01_meta_create_app.jpg
    |   |   |       |-- whatsapp_02_api_setup_keys.jpg
    |   |   |       |-- whatsapp_03_test_recipient_send.jpg
    |   |   |       |-- whatsapp_04_system_user_token.jpg
    |   |   |       `-- whatsapp_05_tlamatini_contacts.jpg
    |   |   |-- whisperer/
    |   |   |   |-- config.yaml
    |   |   |   `-- whisperer.py
    |   |   |-- windower/
    |   |   |   |-- config.yaml
    |   |   |   `-- windower.py
    |   |   `-- zavuerer/
    |   |       |-- config.yaml
    |   |       `-- zavuerer.py
    |   |-- doc_generation/
    |   |   |-- complete_project_docs.py
    |   |   |-- mardown_to_pdf.py
    |   |   |-- refresh_project_docs.py
    |   |   `-- test_output.pdf
    |   |-- images/
    |   |   |-- HiIamTlamatini.png
    |   |   |-- mockup.jpg
    |   |   |-- Modify_the_last_video_keepi.mp4
    |   |   |-- RealisticTlamatini.png
    |   |   |-- ShouldersUoTlamatini.png
    |   |   |-- Tlamatini AI Agentic Advisor Video.mp4
    |   |   |-- TlamatiniAndKyber.mp4
    |   |   |-- TlamatiniDrawings.png
    |   |   |-- TlammatiniLetsMakeSomeMagic.mp4
    |   |   |-- TorsoTlamatini.png</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22/34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XAIHT-Tlamatini.mp4
    |   |-- imaging/
    |   |   |-- converter.py
    |   |   |-- image_interpreter.py
    |   |   `-- screenshot.py
    |   |-- management/
    |   |   |-- __init__.py
    |   |   `-- commands/
    |   |       |-- acpx_lint.py
    |   |       `-- startserver.py
    |   |-- migrations/
    |   |   |-- 0001_initial.py
    |   |   |-- 0002_populate_db.py
    |   |   |-- 0003_add_cleaner.py
    |   |   |-- 0004_add_deleter.py
    |   |   |-- 0005_add_executer.py
    |   |   |-- 0006_add_notifier.py
    |   |   |-- 0007_add_stopper.py
    |   |   |-- 0008_add_recmailer.py
    |   |   |-- 0009_add_whatsapper.py
    |   |   |-- 0010_add_pythonxer.py
    |   |   |-- 0011_add_asker.py
    |   |   |-- 0012_repopulate_all_agents.py
    |   |   |-- 0013_add_forker.py
    |   |   |-- 0014_repopulate_all_agents.py
    |   |   |-- 0015_add_shoter.py
    |   |   |-- 0016_repopulate_all_agents.py
    |   |   |-- 0017_add_ssher.py
    |   |   |-- 0018_repopulate_all_agents.py
    |   |   |-- 0019_add_scper.py
    |   |   |-- 0020_repopulate_all_agents.py</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|-- 0021_add_telegramrx.py
    |   |   |-- 0022_repopulate_all_agents.py
    |   |   |-- 0023_add_mongoxer.py
    |   |   |-- 0024_repopulate_all_agents.py
    |   |   |-- 0025_add_telegramer.py
    |   |   |-- 0026_repopulate_all_agents.py
    |   |   |-- 0027_add_sqler.py
    |   |   |-- 0028_repopulate_all_agents.py
    |   |   |-- 0029_add_prompter.py
    |   |   |-- 0030_repopulate_all_agents.py
    |   |   |-- 0031_add_flowcreator.py
    |   |   |-- 0032_repopulate_all_agents.py
    |   |   |-- 0033_add_gitter.py
    |   |   |-- 0034_add_dockerer.py
    |   |   |-- 0035_add_pser.py
    |   |   |-- 0036_add_kuberneter.py
    |   |   |-- 0037_add_apirer.py
    |   |   |-- 0038_add_jenkinser.py
    |   |   |-- 0039_add_crawler.py
    |   |   |-- 0040_add_summarizer.py
    |   |   |-- 0041_add_flowhypervisor.py
    |   |   |-- 0042_add_mouser.py
    |   |   |-- 0043_agentmessage_conversation_user.py
    |   |   |-- 0044_add_counter.py
    |   |   |-- 0045_add_file_interpreter.py
    |   |   |-- 0046_add_image_interpreter.py
    |   |   |-- 0047_add_gatewayer.py
    |   |   |-- 0048_add_gateway_relayer.py
    |   |   |-- 0049_add_node_manager.py
    |   |   |-- 0050_add_file_creator.py
    |   |   |-- 0051_add_file_extractor.py</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24/34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|-- 0052_add_kyber_keygen.py
    |   |   |-- 0053_add_kyber_cipher.py
    |   |   |-- 0054_add_kyber_decipher.py
    |   |   |-- 0055_fix_kyber_cipher_names.py
    |   |   |-- 0056_add_parametrizer.py
    |   |   |-- 0057_add_flowbacker.py
    |   |   |-- 0058_add_barrier.py
    |   |   |-- 0059_add_j_decompiler.py
    |   |   |-- 0060_add_agent_parametrizer_tool.py
    |   |   |-- 0061_add_agent_starter_tool.py
    |   |   |-- 0062_sync_agent_control_tools_and_prompts.py
    |   |   |-- 0063_add_agent_parametrizer_prompt.py
    |   |   |-- 0064_add_chat_agent_run_model.py
    |   |   |-- 0065_add_chat_wrapped_agent_tools.py
    |   |   |-- 0066_add_keyboarder.py
    |   |   |-- 0067_add_multi_turn_demo_prompts.py
    |   |   |-- 0068_add_googler_tool.py
    |   |   |-- 0069_add_googler_agent.py
    |   |   |-- 0070_add_teletlamatini.py
    |   |   |-- 0071_acpx_skills.py
    |   |   |-- 0072_add_acpx_demo_prompts.py
    |   |   |-- 0073_acpx_demo_gemini_uplift.py
    |   |   |-- 0074_simplify_demo_prompts.py
    |   |   |-- 0075_add_acpx_tool_surface.py
    |   |   |-- 0076_add_acpxer.py
    |   |   |-- 0077_add_whatstlamatini.py
    |   |   |-- 0078_add_chat_agent_keyboarder_tool.py
    |   |   |-- 0079_add_chat_agent_mouser_tool.py
    |   |   |-- 0080_add_chat_agent_sleeper_tool.py
    |   |   |-- 0081_add_window_present_and_run_wait_tools.py
    |   |   |-- 0082_add_chat_agent_j_decompiler_tool.py</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25/34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|-- 0083_add_de_compresser.py
    |   |   |-- 0084_add_chat_agent_de_compresser_tool.py
    |   |   |-- 0085_add_unrealer.py
    |   |   |-- 0086_add_chat_agent_unrealer_tool.py
    |   |   |-- 0087_add_unrealer_demo_prompt.py
    |   |   |-- 0088_add_reviewer.py
    |   |   |-- 0089_add_analyzer.py
    |   |   |-- 0090_add_reviewer_analyzer_demo_prompts.py
    |   |   |-- 0091_add_playwrighter.py
    |   |   |-- 0092_add_chat_agent_playwrighter_tool.py
    |   |   |-- 0093_add_windower.py
    |   |   |-- 0094_add_chat_agent_windower_tool.py
    |   |   |-- 0095_add_windower_playwrighter_demo_prompts.py
    |   |   |-- 0096_add_director_virtuoso_demo_prompts.py
    |   |   |-- 0097_add_kalier.py
    |   |   |-- 0098_add_chat_agent_kalier_tool.py
    |   |   |-- 0099_add_kalier_demo_prompts.py
    |   |   |-- 0100_add_unrealer_extended_demo_prompts.py
    |   |   |-- 0101_add_stm32er.py
    |   |   |-- 0102_add_chat_agent_stm32er_tool.py
    |   |   |-- 0103_add_stm32er_demo_prompts.py
    |   |   |-- 0104_fix_stm32er_hil_serial_proof.py
    |   |   |-- 0105_add_esp32er.py
    |   |   |-- 0106_add_chat_agent_esp32er_tool.py
    |   |   |-- 0107_add_esp32er_demo_prompts.py
    |   |   |-- 0108_add_flow_making_demo_prompt.py
    |   |   |-- 0109_add_arduiner.py
    |   |   |-- 0110_add_chat_agent_arduiner_tool.py
    |   |   |-- 0111_add_arduiner_demo_prompts.py
    |   |   |-- 0112_add_camcorder.py
    |   |   |-- 0113_add_chat_agent_camcorder_tool.py</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26/34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|-- 0114_add_recorder.py
    |   |   |-- 0115_add_chat_agent_recorder_tool.py
    |   |   |-- 0116_add_audioplayer.py
    |   |   |-- 0117_add_chat_agent_audioplayer_tool.py
    |   |   |-- 0118_add_videoplayer.py
    |   |   |-- 0119_add_chat_agent_videoplayer_tool.py
    |   |   |-- 0120_add_talker.py
    |   |   |-- 0121_add_chat_agent_talker_tool.py
    |   |   |-- 0122_add_talker_demo_prompt.py
    |   |   |-- 0123_add_whisperer.py
    |   |   |-- 0124_add_chat_agent_whisperer_tool.py
    |   |   |-- 0125_add_whisperer_demo_prompt.py
    |   |   |-- 0126_add_blenderer.py
    |   |   |-- 0127_add_chat_agent_blenderer_tool.py
    |   |   |-- 0128_add_blenderer_demo_prompts.py
    |   |   |-- 0129_add_editor.py
    |   |   |-- 0130_add_chat_agent_editor_tool.py
    |   |   |-- 0131_add_editor_demo_prompts.py
    |   |   |-- 0132_add_grepper.py
    |   |   |-- 0133_add_chat_agent_grepper_tool.py
    |   |   |-- 0134_add_grepper_demo_prompts.py
    |   |   |-- 0135_add_globber.py
    |   |   |-- 0136_add_chat_agent_globber_tool.py
    |   |   |-- 0137_add_globber_demo_prompts.py
    |   |   |-- 0138_add_esphomer.py
    |   |   |-- 0139_add_chat_agent_esphomer_tool.py
    |   |   |-- 0140_add_esphomer_demo_prompts.py
    |   |   |-- 0141_add_mcp_doctor.py
    |   |   |-- 0142_add_chat_agent_mcp_doctor_tool.py
    |   |   |-- 0143_add_mcp_doctor_demo_prompt.py
    |   |   |-- 0144_insert_java17_maven_demo_prompt_at_5.py</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27/34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|-- 0145_insert_createsuperuser_wizard_prompt_at_1.py
    |   |   |-- 0146_update_createsuperuser_wizard_continuation.py
    |   |   |-- 0147_add_unreal_game_demo_prompts.py
    |   |   |-- 0148_add_discoverer_demo_prompts.py
    |   |   |-- 0149_add_discoverer.py
    |   |   |-- 0150_add_chat_agent_discoverer_tool.py
    |   |   |-- 0151_retire_old_messaging_add_telegrammer.py
    |   |   |-- 0152_add_instant_messaging_doctor.py
    |   |   |-- 0153_add_chat_agent_instant_messaging_doctor_tool.py
    |   |   |-- 0154_add_instant_messaging_doctor_demo_prompt.py
    |   |   |-- 0155_add_contact_scaffold_demo_prompt.py
    |   |   |-- 0156_add_telegrammer_identity_demo_prompts.py
    |   |   |-- 0157_add_whatsapper_identity_demo_prompt.py
    |   |   |-- 0158_redesign_messaging_demo_prompts.py
    |   |   |-- 0159_add_zavuerer.py
    |   |   |-- 0160_add_chat_agent_zavuerer_tool.py
    |   |   |-- 0161_add_zavuerer_demo_prompts.py
    |   |   |-- 0162_add_zavuerer_catalog_prompts.py
    |   |   |-- 0163_add_zavuerer_get_key_wizard_prompt.py
    |   |   |-- 0164_dedup_zavuerer_setup_wizards.py
    |   |   |-- 0165_add_image_interpreter_triple_model_demo_prompt.py
    |   |   |-- 0166_add_video_analyzer.py
    |   |   |-- 0167_add_chat_agent_video_analyzer_tool.py
    |   |   |-- 0168_add_video_analyzer_demo_prompt.py
    |   |   |-- 0169_add_discoverer_cvemap_latest_demo_prompt.py
    |   |   |-- 0170_add_nmapper.py
    |   |   |-- 0171_add_chat_agent_nmapper_tool.py
    |   |   |-- 0172_add_nmapper_demo_prompts.py
    |   |   |-- 0173_add_unreal_scaffold_demo_prompt.py
    |   |   |-- 0174_unreal_scaffold_build_project_tip.py
    |   |   |-- 0175_prompt_category_and_dedup.py</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28/34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|-- 0176_delete_duplicate_acpx_prompts.py
    |   |   `-- __init__.py
    |   |-- monitors/
    |   |   `-- monitor_sql.py
    |   |-- opus_client/
    |   |   |-- claude_opus_client.py
    |   |   |-- examples.py
    |   |   `-- README.md
    |   |-- rag/
    |   |   |-- __init__.py
    |   |   |-- config.py
    |   |   |-- factory.py
    |   |   |-- interaction.py
    |   |   |-- interface.py
    |   |   |-- loaders.py
    |   |   |-- prompts.py
    |   |   |-- retrieval.py
    |   |   |-- splitters.py
    |   |   |-- utils.py
    |   |   `-- chains/
    |   |       |-- base.py
    |   |       |-- basic.py
    |   |       |-- history_aware.py
    |   |       `-- unified.py
    |   |-- services/
    |   |   |-- __init__.py
    |   |   |-- agent_contracts.py
    |   |   |-- agent_paths.py
    |   |   |-- filesystem.py
    |   |   |-- flow_compiler.py
    |   |   |-- flow_spec.py</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29/34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response_parser.py
    |   |-- skills/
    |   |   |-- __init__.py
    |   |   |-- frontmatter.py
    |   |   |-- harness.py
    |   |   |-- io_contract.py
    |   |   `-- registry.py
    |   |-- skills_pkg/
    |   |   |-- _meta/
    |   |   |   |-- lint.py
    |   |   |   `-- schema.json
    |   |   |-- acp_router/
    |   |   |   `-- SKILL.md
    |   |   |-- code_review/
    |   |   |   `-- SKILL.md
    |   |   |-- create_new_agent/
    |   |   |   `-- SKILL.md
    |   |   |-- create_new_mcp/
    |   |   |   `-- SKILL.md
    |   |   |-- flow_making/
    |   |   |   |-- SKILL.md
    |   |   |   |-- references/
    |   |   |   |   `-- flw_schema.md
    |   |   |   `-- scripts/
    |   |   |       |-- make_flow.py
    |   |   |       `-- result_to_flw.py
    |   |   |-- github/
    |   |   |   `-- SKILL.md
    |   |   |-- gmail/
    |   |   |   `-- SKILL.md
    |   |   |-- hello_world/</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30/34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SKILL.md
    |   |   |-- jira/
    |   |   |   `-- SKILL.md
    |   |   |-- kali_pentest/
    |   |   |   `-- SKILL.md
    |   |   |-- notion/
    |   |   |   `-- SKILL.md
    |   |   |-- security_audit/
    |   |   |   `-- SKILL.md
    |   |   |-- setup_new_acpx_key/
    |   |   |   `-- SKILL.md
    |   |   |-- skill_creator/
    |   |   |   |-- SKILL.md
    |   |   |   `-- scripts/
    |   |   |       `-- quick_validate.py
    |   |   |-- slack/
    |   |   |   `-- SKILL.md
    |   |   |-- summarize/
    |   |   |   `-- SKILL.md
    |   |   |-- tlamatini_allowed_hosts_tighten/
    |   |   |   `-- SKILL.md
    |   |   |-- tlamatini_csrf_exempt_audit/
    |   |   |   `-- SKILL.md
    |   |   |-- tlamatini_exec_report_row_adder/
    |   |   |   `-- SKILL.md
    |   |   |-- tlamatini_flow_from_objective/
    |   |   |   `-- SKILL.md
    |   |   |-- tlamatini_flw_doctor/
    |   |   |   `-- SKILL.md
    |   |   |-- tlamatini_new_acp_agent/
    |   |   |   `-- SKILL.md</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31/34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tlamatini_planner_trace_replay/
    |   |   |   `-- SKILL.md
    |   |   |-- tlamatini_static_version_bumper/
    |   |   |   `-- SKILL.md
    |   |   |-- todoist/
    |   |   |   `-- SKILL.md
    |   |   |-- trello/
    |   |   |   `-- SKILL.md
    |   |   `-- weather/
    |   |       `-- SKILL.md
    |   |-- static/
    |   |   `-- agent/
    |   |       |-- css/
    |   |       |   |-- access_keys_wizard.css
    |   |       |   |-- agent_page.css
    |   |       |   |-- agentic_control_panel.css
    |   |       |   |-- contacts_dialog.css
    |   |       |   |-- external_mcps_dialog.css
    |   |       |   |-- login.css
    |   |       |   |-- skills_dialog.css
    |   |       |   |-- tools_dialog.css
    |   |       |   `-- welcome.css
    |   |       |-- img/
    |   |       |   |-- spinner.svg
    |   |       |   `-- Tlamatini.ico
    |   |       |-- js/
    |   |       |   |-- access_keys_wizard.js
    |   |       |   |-- acp-agent-connectors.js
    |   |       |   |-- acp-canvas-core.js
    |   |       |   |-- acp-canvas-undo.js
    |   |       |   |-- acp-control-buttons.js</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32/34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acp-file-io.js
    |   |       |   |-- acp-flow-snapshot.js
    |   |       |   |-- acp-globals.js
    |   |       |   |-- acp-layout.js
    |   |       |   |-- acp-parametrizer-dialog.js
    |   |       |   |-- acp-running-state.js
    |   |       |   |-- acp-session.js
    |   |       |   |-- acp-undo-manager.js
    |   |       |   |-- acp-validate.js
    |   |       |   |-- agent_page_canvas.js
    |   |       |   |-- agent_page_chat.js
    |   |       |   |-- agent_page_context.js
    |   |       |   |-- agent_page_dialogs.js
    |   |       |   |-- agent_page_init.js
    |   |       |   |-- agent_page_layout.js
    |   |       |   |-- agent_page_state.js
    |   |       |   |-- agent_page_ui.js
    |   |       |   |-- agentic_control_panel.js
    |   |       |   |-- canvas_item_dialog.js
    |   |       |   |-- chat_image_paste.js
    |   |       |   |-- chat_page_runtime_poller.js
    |   |       |   |-- contacts_dialog.js
    |   |       |   |-- contextual_menus.js
    |   |       |   |-- external_mcps_dialog.js
    |   |       |   |-- shared-runtime-dialogs.js
    |   |       |   |-- skills_dialog.js
    |   |       |   `-- tools_dialog.js
    |   |       |-- sounds/
    |   |       |   |-- hypervisor_alert.wav
    |   |       |   `-- notification.wav
    |   |       `-- video/</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33/34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XAIHT-Tlamatini.mp4
    |   |-- templates/
    |   |   `-- agent/
    |   |       |-- agent_page.html
    |   |       |-- agentic_control_panel.html
    |   |       |-- login.html
    |   |       `-- welcome.html
    |   |-- test_fixtures/
    |   |   `-- talker_orpheus_tokens.txt
    |   `-- TlamatiniSourceCode/
    |       `-- README.md
    |-- DB/
    |   |-- Older/
    |   |   `-- README.md
    |   `-- ToLoad/
    |       `-- README.md
    |-- jd-cli/
    |   |-- jd-cli.bat
    |   `-- jd-cli.jar
    |-- tests_e2e/
    |   |-- README.md
    |   |-- test_create_flow_visual.py
    |   `-- test_self_healing_visual.py
    `-- tlamatini/
        |-- __init__.py
        |-- asgi.py
        |-- context_processors.py
        |-- logging_filters.py
        |-- middleware.py
        |-- settings.py
        |-- urls.py</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34/34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wsgi.py</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a:sp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