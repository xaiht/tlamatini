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IT DOES, HOW IT WORKS, HOW TO USE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Local AI developer assistant with RAG, Multi-Turn orchestration, 65 agents, ACPX delegation, visual workflows, and Windows packaging.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469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101,827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May 21, 2026 07:59 AM UTC-0600 at HEAD 172df1e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Tlamatini is a local-first AI developer assistant built with Django, Django Channels, LangChain, LangGraph, FAISS/BM25 retrieval, and a large in-repository agent application.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It combines a browser chat surface, a Retrieval-Augmented Generation stack, a Multi-Turn tool executor, MCP-backed context providers, wrapped chat-agent runtimes, and a visual Agentic Control Panel for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platform is designed for development operations: codebase analysis, file and directory context, command execution, Python execution, screenshots, web/search helpers, notifications, DevOps tools, local model operation, and Windows packaging.</a:t>
            </a:r>
            <a:endParaRPr sz="16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Chat page at `/agent/` for context-grounded Q&amp;A, code generation, tool calls, and Multi-Turn execution.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Agentic Control Panel at `/agentic_control_panel/` for visual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Django admin and config dialogs for MCPs, tools, agents, users, and persistent settings.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3520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Answers codebase questions with loaded file or directory context.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Uses hybrid retrieval to extract metadata, split content, rank source chunks,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Gives operators GUI-first database maintenance through the new DB dropdown for backup and staged database replacement.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443984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4" y="1426464"/>
            <a:ext cx="352044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Warns GPU-host operators before a directory-context load is likely to saturate VRAM and degrade embedding throughput.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Exposes a coherent versioning surface across builds, runtime UI, logs, and an open health-check endpoint.</a:t>
            </a:r>
            <a:endParaRPr sz="1500" b="0" i="0"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29600" y="1426464"/>
            <a:ext cx="3063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426464"/>
            <a:ext cx="3063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1627632"/>
            <a:ext cx="2660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2084832"/>
            <a:ext cx="26609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Can drive a real Playwright browser through scripted interactive steps for logins, forms, assertions, downloads, extraction, and end-to-end UI checks.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Can drive a live Unreal Engine 5 editor through the Unreal MCP plugin, from either Multi-Turn chat or the visual workflow canvas.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Actively reaps orphaned Windows console-host and pool-child processes so long Multi-Turn or ACPX sessions do not leave misleading Tlamatini-icon ghosts in Task Manager.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Runs checked Multi-Turn requests through request-scoped planning, capability selection, tool calls, observations, monitoring, and final synthesis.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Launches wrapped copies of selected workflow agents in isolated runtime folders without mutating templates.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Lets users design, validate, save, pause, resume, and stop visual workflows through the Agentic Control Panel.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Turns successful Multi-Turn tool executions into starter `.flw` workflows that can be inspected and validated in ACP.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Packages the project into a distributable Windows release with installer and uninstaller tooling.</a:t>
            </a:r>
            <a:endParaRPr sz="1100" b="0" i="0"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086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7751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60903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7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2569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675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6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3952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2971800"/>
            <a:ext cx="534924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297180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17296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630168"/>
            <a:ext cx="494690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Browser UI sends chat and workflow requests through Django views and Channels WebSockets.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RAG chains load selected file/directory context, retrieve relevant chunks, and build answer prompts.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DB-menu actions validate directories or SQLite files in the browser, then call Django views that either copy the live database out or stage a replacement into `DB/ToLoad/db.sqlite3`.</a:t>
            </a:r>
            <a:endParaRPr sz="1500" b="0" i="0">
              <a:latin typeface="Calibr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327648" y="2971800"/>
            <a:ext cx="507492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27648" y="297180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8816" y="317296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28816" y="3630168"/>
            <a:ext cx="467258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Before a heavy directory embedding run on supported NVIDIA hosts, a fail-open pre-flight guard can estimate VRAM pressure and surface a non-blocking warning in chat.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Version resolution now flows through git tags, a runtime resolver module, generated build artefacts, and an open `/agent/version/` endpoint.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When Multi-Turn is enabled, the global planner selects context and tool stages before the executor binds only the relevant tools, including wrapped deterministic agents such as De-Compresser.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The Playwrighter path loads a declarative step list, drives Playwright against Chromium/Firefox/WebKit, and emits one atomic `INI_SECTION_PLAYWRIGHTER` block with status, assertions, extracted values, and the final URL.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The Unrealer path opens a TCP socket to the Unreal MCP plugin, sends one `{"type": command, "params": {...}}` payload, captures the JSON reply, and emits one `INI_SECTION_UNREALER` block for downstream logic.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After spawn-capable tool calls and again after the final answer, the orphan reaper can sweep dead descendants, orphaned `conhost.exe` companions, and stale pool-linked processes without ever raising into the chat path.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Tool calls execute in the backend, append observations, and may create wrapped runtime copies under `agent/agents/pools/_chat_runs_/`.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On the next full start-up, `manage.py` can swap a staged database into place before Django imports, while archiving the previous live database under `DB/Older/&lt;timestamp&gt;/`.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ACP flows deploy session-scoped pool instances, wire config values, validate NxN graph rules, and execute through Starter-driven flow semantics.</a:t>
            </a:r>
            <a:endParaRPr sz="8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800" b="0" i="0">
                <a:latin typeface="Calibri"/>
              </a:rPr>
              <a:t>Build scripts collect static assets, bundle Django/Python resources, add agent templates, and assemble `pkg.zip`, `Uninstaller.exe`, and `dist/Tlamatini_Release/`.</a:t>
            </a:r>
            <a:endParaRPr sz="800" b="0" i="0"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Evidence-first answers: Tlamatini grounds responses in selected project context and hybrid retrieval rather than freeform model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Explicit orchestration: checked Multi-Turn uses a visible tool loop, capability scoring, and staged planning instead of a single opaque call.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Operational reversibility: risky changes such as database replacement are staged, archived, and delayed to the only safe window instead of hot-swapped mid-session.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Fail-open diagnostics: GPU pressure probes and session-restore safeguards warn early without breaking CPU-only or degraded environments.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Runtime isolation: wrapped chat-agent copies run in session-scoped folders so template agents remain pristine while live runs stay inspectable.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Operator truth over vibes: Exec Report tables, tlamatini.log, skill audits, and ACPX transcripts make the system auditable after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Load selected file or directory context from the chat interface.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Extract metadata, split text, rank chunks with hybrid retrieval,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Fallback to explicit loaded files when retrieval cannot provide enough memory.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Preserve the difference between direct one-shot chat and checked Multi-Turn orchestration.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assistant answers from project evidence instead of generic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Large codebases remain navigable without injecting the whole repository into every prompt.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Multi-Turn can prefetch only the contexts required by the current execution plan.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Capability registry scores context providers, tools, and wrapped agents for the current request.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Global planner builds prefetch, execute, monitor, and answer stages.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Explicit tool loop runs tool calls, appends observations, and asks again until final answer or limit.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 Analizer classifies success so the UI can expose Create Flow only when useful.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Keeps the original prompt validation and legacy prefetch behavior.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Maintains compatibility for fast Q&amp;A and simple context-grounded answers.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Avoids forcing every chat request into agentic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Drag prebuilt agents onto the canvas and connect them visually.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Configure deployed pool instances, not only static template folders.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Validate structural rules before execution.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 through Starter, pause/resume through reanimation state, and stop through Ender semantics.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Workflows save and load as `.flw` files.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Generated flows from chat are starter drafts, not a replacement for ACP validation.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LED indicators and logs show runtime health across the session pool.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65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Control: starter, ender, stopper, cleaner, barrier, flowbacker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Execution and files: executer, pythonxer, pser, file_creator, file_extractor, file_interpreter, de_compresser, playwrighter, unrealer, mover, deleter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DevOps and infra: gitter, dockerer, kuberneter, jenkinser, ssher, scper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Data and APIs: sqler, mongoxer, apirer, crawler, googler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Monitoring and routing: monitor_log, monitor_netstat, flowhypervisor, forker, asker, counter, and, or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Communication: notifier, emailer, recmailer, telegramer, telegramrx, teletlamatini, whatsapper, whatstlamatini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Security and media: kyber_keygen, kyber_cipher, kyber_decipher, image_interpreter, shoter, j_decompiler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Workflow intelligence: flowcreator, gatewayer, gateway_relayer, node_manager, parametrizer, prompter, summarizer, acpxer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COUNT AND DESCRIPTION SOURCE OF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 Catalog Integrity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Count alignment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Templates on disk with config.yaml: 65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Description rows in `agents_descriptions.md`: 65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README and Book bestiary sections align with the same 65-agent inventory.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Description source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authoritative human-readable source for workflow-agent descriptions is `agents_descriptions.md` at the repo root, not an embedded JavaScript map or a hard-coded Django list.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Current validation compares live template directories, `agents_descriptions.md` rows, and the README / Book bestiary counts so the generated dossier stays aligned with the running product.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 sidebar hover tooltip and the right-click Description dialog both resolve through that markdown file first; `README.md` is only a legacy fallback when the dedicated description file is absent.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NEW REVIEW AND SECURITY SURFACES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And Analyzer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they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workflow catalog now includes two new high-value specialists: Reviewer and Analyzer, lifting the canvas inventory to 64 agents and the seed-skill catalog to 23 SKILL.md packages.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Reviewer is LLM-powered: it resolves a git diff for `repo_path`, reviews it with a senior-engineer prompt, and emits an `INI_SECTION_REVIEWER` block whose first routable field is `verdict = APPROVE | REQUEST_CHANGES | COMMENT`.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Analyzer is deterministic and scanner-driven: it runs whichever of `bandit`, `semgrep`, `ruff`, `eslint`, `gitleaks`, and `pip-audit` are installed on PATH over `target_path`, then emits an `INI_SECTION_ANALYZER` block with `status` and `total_findings` for downstream routing.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How operators reach them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Both agents always trigger `target_agents`, so a downstream Forker can branch on `{verdict}`, `{status}`, or `{total_findings}` instead of scraping prose.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They are intentionally canvas-only workflow agents: there is no wrapped `chat_agent_reviewer` or `chat_agent_analyzer`, and therefore no duplicate Exec Report row family for those names.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chat-side counterparts live in the ACPX skill catalog instead: `code-review` exposes senior-engineer git-diff review, while `security-audit` exposes the deterministic multi-scanner sweep.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README HEADER AND PLANNER-FACING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Operator Surface Counts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Current counts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current README header now advertises the operator surface more explicitly: 65 workflow agents, 72 Multi-Turn tools, 12 ACPX tools, and 23 skills.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72-tool figure is documented as 20 core Python tools, 40 wrapped chat-agent tools, and 12 ACPX/Skill tools bound selectively by the planner per request.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matters operationally because the planner never binds everything at once: the documented default `max_selected_tools` cap stays at 20, so breadth of capability does not mean uncontrolled tool sprawl per turn.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the counts matter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README now surfaces the same operator picture the app exposes in practice: broad capability, selective planner binding, and a capped tool budget per request.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Those counts complement the 65-agent bestiary instead of replacing it: skills, wrapped tools, and ACPX tools are different layers of the same operating surface.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For dossier readers, this closes a gap between the capability narrative and the quick-glance repo badges at the top of the handbook.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REAL-BROWSER AUTOMATION FOR CHAT AND CANVAS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Playwrighter In v1.5.0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Playwrighter is the new 65th workflow agent in `v1.5.0`: a deterministic Playwright-powered browser automator for Chromium, Firefox, or WebKit that executes ordered interactive steps instead of static fetches.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covers the gap between Crawler and Googler: logins, multi-step forms, wizard clicks, JS-rendered SPA scraping, screenshots after interaction, assertions, downloads, and authenticated end-to-end UI checks.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agent emits `INI_SECTION_PLAYWRIGHTER` with `start_url`, `final_url`, `status`, `steps_run`, `assert_result`, and extracted values so downstream Forker or Parametrizer logic can branch on pass/fail or reuse scraped data.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operators reach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Two operator surfaces ship in lock-step: the wrapped Multi-Turn tool `chat_agent_playwrighter` takes the whole script as `steps_json`, while the visual Playwrighter canvas node stores the same declarative step list in YAML.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Session continuity is built in: `headless: false` lets operators watch it drive, and `storage_state_in` / `storage_state_out` carry login state across runs without forcing a manual browser setup each time.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Because Playwrighter is state-changing, its executions appear in Exec Report and it always triggers `target_agents` whether the run succeeds or fails.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COMMIT-STATE AND SECRET-HANDLING REFINEMENT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Reviewer Precision In v1.4.1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Behavioral accuracy patch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`v1.4.1` Reviewer refinement tightened accuracy rather than adding a new surface: when `diff_ref` is empty, the review prompt labels the diff as the uncommitted working tree plus staged area, so the model must not describe those findings as already committed or pushed.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same patch teaches the model Tlamatini’s managed-secret convention: `agent/config.json` and selected `agent/agents/*/config.yaml` files can hold live local credentials in a keyed working copy, while `regen_secrets.py --mode push-able` scrubs them back to placeholders before commit.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That guidance is mirrored into the `code-review` SKILL.md package too, keeping the chat-surface review behavior and the canvas Reviewer agent aligned on commit-state wording and secret-severity expectations.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Local working-copy credentials in managed config files are no longer described as already committed when the diff is still uncommitted or only staged.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Review findings stay stricter on true secrets in source code or outside the managed scrub-path set, so the patch reduces noise without weakening real security findings.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same rules apply in both the canvas Reviewer agent and the `code-review` skill, keeping the two review surfaces behaviorally aligned.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TKINTER REMOVED FROM THE UNSTABLE RUNTIME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Native Dialogs In v1.4.2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What changed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current tagged release `v1.4.2` removes Tkinter from the unstable runtime-facing dialog path and replaces it with `Tlamatini/agent/native_dialogs.py`, a native Windows dialog bridge used by browser-triggered pickers.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change pairs with the existing DB and operator dialogs: file and folder selection still feels local and GUI-first, but the fragile Tkinter dependency is no longer part of the interactive runtime path that users trigger from chat or ACP surfaces.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patch arrived with dedicated tests (`test_native_dialogs.py`) and with follow-up orphan-reaper/runtime adjustments, so the release reads as a stability pass rather than a cosmetic refactor.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Release meaning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This stability-focused patch sits immediately before the current `v1.5.0` Playwrighter release and remains part of the current operator/runtime story.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It preserves the operator experience of Browse-driven file and folder picking while removing a UI technology that was destabilizing the application.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Because the fix landed with tests and runtime cleanup updates, it belongs in the technical dossier even though the markdown handbook has not yet been fully rewritten around it.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Receives HTTP webhook events or optional folder-drop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Normalizes, persists, queues, and dispatches events into downstream workflow agents.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Supports bearer/HMAC-style auth patterns, IP allowlists, dedup files, and crash recovery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Gatewayer is a workflow trigger, not a chat-router clone.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Declared config fields are now documented with clear caveats where enforcement is not complete.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Stable log markers let Monitor Log and Summarizer watch gateway health.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3949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49926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 from source: create a virtual environment, install requirements, migrate, create a superuser, collect static files, and start Django.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`/agent/` for chat. Load a file or directory context before asking codebase-specific questions.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Keep Multi-Turn unchecked for direct Q&amp;A; enable Multi-Turn for tasks that need tools, wrapped agents, monitoring, or workflow seeding.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For interactive web automation, call `chat_agent_playwrighter` from Multi-Turn with a `steps_json` script, or author the same step list visually with the Playwrighter node on the canvas.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For Unreal Engine work, enable the Unreal MCP plugin inside a live UE5 project first, then call `chat_agent_unrealer` from Multi-Turn or use the visual Unrealer node on the canvas.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Archive jobs can now be described directly in Multi-Turn or modeled visually in ACP: De-Compresser infers compress vs decompress from the `input` or `output` extension.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a second post-answer warning bubble ever lists surviving `name + PID` entries, treat it as an honest cleanup report and end the listed processes manually from Task Manager if needed.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Use the `ACPX-Skills` navbar menu when you need to browse, enable/disable, diagnose, or reload the shipped SKILL.md catalog without asking the LLM to be your admin surface.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Use the DB dropdown when you need a safe database snapshot or want to stage a different `db.sqlite3` for the next start-up without hot-swapping the live SQLite file.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Open `/agentic_control_panel/` to drag agents, connect them, configure each node, validate, start, pause/resume, stop, and save `.flw` workflows.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Use `python build.py`, `python build_uninstaller.py`, and `python build_installer.py` only when producing a packaged Windows release.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Open the browser, log in with your source-mode superuser, load a context path, and decide whether the task needs Multi-Turn.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3.12.10 is the strongly recommended source-mode version in the README, and the codebase has been tested most deeply there.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installs require a clone, virtual environment, dependency install from `requirements.txt`, migrations, a superuser, static collection, and then the web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You can run either the checked-in cloud/back-end defaults from `Tlamatini/agent/config.json` or a local Ollama-backed configuration with matching model names.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Packaged Windows installs create a default `user / changeme` account; manual source installs use your own `createsuperuser` account instead.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mode resolves `Tlamatini/agent/config.json`; frozen builds resolve `config.json` next to the executable; `CONFIG_PATH` overrides both.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Core keys include `embeding-model`, `chained-model`, `ollama_base_url`, `ollama_token`, `enable_unified_agent`, `unified_agent_model`, and `unified_agent_max_iterations`.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chat-side Config -&gt; Models and Config -&gt; URLs dialogs are now first-class configuration surfaces, and they can explicitly ask the operator to reconnect when saved values change live-session assumptions.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separate DB dropdown is not a config editor: it is a maintenance surface for copying the live SQLite database out or staging a replacement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is toggled from the chat toolbar, but it depends on the unified-agent configuration and the selected model/base-url pairing being valid.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Image interpretation can run through Claude-backed cloud paths or Qwen/Ollama-backed local paths, and remote Ollama can be protected with a bearer token.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OPERATOR-SURFACE DOCUMENTATION UPDATES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ACPX-Skills And Prompts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ACPX-Skills menu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new `ACPX-Skills` navbar menu gives operators four direct actions over the skill catalog: Browse Skills, Configure Skills, Diagnostics, and Reload Registry.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`Configure Skills` flips `Skill.enabled` exactly the way MCPs and Tools are toggled, so disabled skills disappear from `list_skills` and reject `invoke_skill` with `SKILL_DISABLED` instead of silently half-working.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diagnostics view cross-checks skill dependencies against disabled tools, disabled MCPs, missing ACPX agents, and orphan database rows whose SKILL.md disappeared from disk.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Prompt catalog and readability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Version `1.3.2` tightened the HTML answer contract with a Prime Directive on visual readability: explicit background and text color, no grey-on-dark body text, and safer table-body defaults.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The seeded `Prompts` dropdown was also re-sorted into a learner path: context-only Q&amp;A first, then metrics, files search, shell, code generation, vision, specialized single-tool actions, agent control, Unrealer, and heavier Multi-Turn/ACPX demos last.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Those readability rules remain in force in the current documentation set, and the newer `v1.5.0` release state keeps the version badge, runtime surfaces, and operator handbook aligned.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OPERATOR SURFACE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DB Menu And Startup Swap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Backup and Set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new DB dropdown gives operators two GUI-first maintenance paths: `Backup database` copies the live SQLite file out, and `Set DB` stages a chosen `db.sqlite3`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Both dialogs are live-validated in the browser and now expose Browse buttons that open native host-side pickers for folders or `db.sqlite3`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Backup is read-only and uses the currently live database path; Set DB never hot-swaps the file mid-session because Django already holds SQLite open.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happens on next start-up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Set DB writes the selected file to `DB/ToLoad/db.sqlite3`; the real swap happens only at the top of `manage.py` before Django imports anything.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When that swap runs, the previous live database is moved into `DB/Older/&lt;timestamp&gt;/db.sqlite3`, creating a built-in rollback trail instead of overwriting history.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Reconnect is not enough for this path: the operator must fully restart Tlamatini so the pre-Django swap window opens again.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the staged file is bad or locked, startup fails open: Tlamatini logs the error and continues with the previous live database.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RELEASE-IDENTITY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Versioning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SemVer and resolver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Tlamatini now follows Semantic Versioning 2.0.0 with git tags as the single source of truth: you tag, then you build, instead of hand-editing version strings across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build path resolves a version once and propagates it into generated runtime metadata, Win32 VERSIONINFO resources, and the release-folder naming convention.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On untagged commits the resolver falls back honestly to a git-derived development version instead of failing the build or lying about the release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Where version appears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Operators can now see the running version in the About dialog, the startup banner, the open `GET /agent/version/` health-check endpoint, and Windows file properties on the built executables.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runtime resolver lives in `Tlamatini/agent/version.py`, while the build-oriented coordination logic lives in the repo-root `versioning.py` and the longer policy notes live in `VERSIONING.md`.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Build overrides are supported in a predictable order: CLI `--version`, then `TLAMATINI_VERSION`, then git describe, then the sentinel `0.0.0+unknown`.</a:t>
            </a:r>
            <a:endParaRPr sz="1400" b="0" i="0"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248" y="5797296"/>
            <a:ext cx="10149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Cascadia Mono"/>
              </a:rPr>
              <a:t>Resolved current version: 1.5.0 | build: 1.5.0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ARCHIVE 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De-Compresser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De-Compresser is the deterministic archive worker for compression and decompression tasks, deciding direction from whichever side exposes a recognized archive extension.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Supported archive families are `.gz`, `.zip`, `.7z`, `.tar.gz`, and `.gz.tar`; file-to-folder extraction and file-or-directory packing are both documented in the README and Book.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Password handling is explicit: `passwordless=true` skips it, while `passwordless=false` requires the `DE_COMPRESSER_PWD` environment variable and fails fast if the secret is missing.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Integration and fallbacks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agent is reachable from both operator surfaces: ACP canvas nodes wire through dedicated connection-update views, and checked Multi-Turn can invoke it through `chat_agent_de_compresser`.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Format engines are practical rather than magical: stdlib `gzip` and `zipfile` cover core cases, `7z` is preferred for encrypted `7z` or `zip`, and `py7zr` was added to `requirements.txt` as the Python fallback.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Every run emits an `INI_SECTION_DE_COMPRESSER&lt;&lt;&lt; ... &gt;&gt;&gt;END_SECTION_DE_COMPRESSER` block and still triggers `target_agents`, so downstream Parametrizer or Raiser logic can branch on `success=true|false` instead of guessing from prose.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TODAY'S UE5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Unreal MCP And Unrealer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it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Unreal MCP is a UE5 plugin that runs inside the editor and listens on `127.0.0.1:55557` for one JSON command per TCP connection; Tlamatini is the client side of that link, not the plugin host.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Unrealer workflow agent exposes the upstream 28-command surface: actor manipulation, Blueprint authoring and node wiring, input mappings, and UMG widget building.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same integration is available in both operator surfaces: checked Multi-Turn via `chat_agent_unrealer`, and ACP canvas flows via the visual Unrealer node plus Parametrizer chaining.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Install and runtime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Install the upstream plugin into `&lt;YourProject&gt;/Plugins/UnrealMCP/`, enable it from `Edit -&gt; Plugins`, restart UE5, and confirm the Output Log says `UnrealMCP listening on 127.0.0.1:55557`.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Tlamatini does not compile or embed the plugin; the Unreal editor must already be running with the listener bound before any Unrealer call can succeed.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A seeded smoke test ships in the Prompts table: `Unreal MCP End-to-End Editor Drive` walks through sanity-check, actor spawn, Blueprint creation/compile, and UMG widget assembly.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Each Unrealer run is one command: load `config.yaml`, open a fresh TCP socket, send `{"type": command, "params": params}`, read until valid JSON arrives, and log one atomic `INI_SECTION_UNREALER&lt;&lt;&lt; ... &gt;&gt;&gt;END_SECTION_UNREALER` block.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WINDOWS PROCESS-HYGIENE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Orphan-Process Cleanup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Three-tier reaper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Tlamatini now ships a three-tier orphan reaper in `Tlamatini/agent/orphan_reaper.py` focused on Windows console-host leftovers such as `conhost.exe` and `openconsole.exe`.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Tier 1 runs after spawn-capable Multi-Turn tool calls, Tier 2 runs once after the final answer in a background thread, and Tier 3 runs again during application shutdown through the same cleanup path that already tears down pools.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candidate set stays narrow on purpose: dead descendants of the current process tree, orphaned console hosts tied to that tree, and pool-linked processes whose `cmdline` still points into `agents/pools/...` even though tracking records are gone.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Prevention and survivor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Prevention landed alongside cleanup: Windows spawn sites now use `CREATE_NO_WINDOW | DETACHED_PROCESS | CREATE_NEW_PROCESS_GROUP` with stdio piped to `DEVNULL`, so the console host is usually never allocated in the first place.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ACPX runtime now kills full process trees instead of only top-level wrappers, and pool-agent scripts gained a conservative `subprocess.Popen` guard so forgotten descendants still inherit `CREATE_NO_WINDOW`.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something survives both cleanup tiers, Tlamatini sends a second chat bubble listing each surviving `name + PID`; the reaper never raises into the user path because a cleanup crash would be worse than the leftovers it tried to remove.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glm-5:cloud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864608"/>
            <a:ext cx="10561320" cy="914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86460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506577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522976"/>
            <a:ext cx="10158984" cy="109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Open a normal PowerShell window, not an elevated one, for the safest no-admin Windows installation path.</a:t>
            </a:r>
            <a:endParaRPr sz="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Install into `%LOCALAPPDATA%\Programs\Ollama` with the official PowerShell installer script and then reopen PowerShell so PATH updates are visible.</a:t>
            </a:r>
            <a:endParaRPr sz="400" b="0" i="0">
              <a:latin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Verify the CLI with `ollama --version`, start `ollama serve` if the background service is not already active, and confirm `http://127.0.0.1:11434/api/tags` responds.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Pull the default repository model tags exactly as written if you want the shipped config and agent templates to work unchanged.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qwen3-embedding:8b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glm-5:cloud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gpt-oss:120b-cloud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qwen3.5:397b-cloud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llama3.2-vision:11b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README AND BOOK DRIVEN OPERATOR SAFEGUARDS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GPU Guard And Reconnect 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Embedding-memory pre-flight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README and BookOfTlamatini now document an embedding-memory pre-flight guard for GPU hosts before a directory-context load starts its FAISS embedding burst.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On supported NVIDIA hosts it estimates embedding-model VRAM pressure, and when the projected load is too high it emits a non-blocking warning chat bubble instead of silently letting RAM&lt;-&gt;VRAM thrash surprise the operator.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CPU-only, AMD, and Apple-Silicon hosts stay fail-open: the guard becomes a no-op when the NVIDIA probe does not apply.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practical operator response is straightforward: switch to a smaller embedding model, reconnect if needed, or proceed knowingly with the heavier model.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Reconnect and restart safeguards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Config -&gt; Models and Config -&gt; URLs dialogs now track their pre-edit baseline and can show a reconnect-required dialog when the saved values change what the live chat session should trust.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restored-session autoload path now buffers early WebSocket frames so context-loading spinners and disabled-input state are not lost during automatic reconnect/restore flows.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Startup and restart behavior now also re-apply GPU performance and Ollama keep-alive hooks in the background on supported NVIDIA Windows hosts, improving warm-model readiness without blocking Django boot.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Windows process hygiene is now part of that safety story too: detached no-window spawns and the three-tier orphan reaper reduce the chance that Task Manager shows stale Tlamatini-icon console helpers after long runs.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Development server: `python Tlamatini/manage.py runserver --noreload`.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Preferred async/dev bootstrap: `python Tlamatini/manage.py startserver`, which starts MCP services before the Django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Production-style ASGI entrypoint: `daphne -b 127.0.0.1 -p 8000 tlamatini.asgi:application`.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Current startup also re-applies GPU-performance / Ollama-pinning hooks in the background on supported NVIDIA Windows hosts, so restart-time behavior stays closer to the tuned development baseline.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That same early startup window is also where a staged `DB/ToLoad/db.sqlite3` file is promoted into the live database path, before Django opens SQLite.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now also prints a `--- [VERSION] Tlamatini ...` banner, making the running build visible in both the console and `tlamatini.log` without an HTTP call.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cleans pool state, repopulates the agent registry, launches MCP metrics/file-search servers, and then serves HTTP plus WebSocket traffic.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Initializes Django and runtime guards in manage.py.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Cleans pool state and repopulates the Agent table from current disk templates.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MCP metrics and gRPC file-search servers before steady-state traffic.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Handles shutdown by killing tracked/untracked agent processes and clearing pool artifacts.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 packaging only when preparing a Windows distribution.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final distributable is the full `dist/Tlamatini_Release/` folder, not one executable copied out of context.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Installer scripts register shortcuts and `.flw` file associations and place the uninstaller next to the app.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Exec Report is a Multi-Turn-only transparency layer that appends one operation table per state-changing agent family to the final answer.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Rows are recorded from the live tool-call stream rather than guessed from the LLM prose, so the report is the operational ground truth.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Each row receives a SUCCESS/FAILURE verdict from raw tool returns, making long installs, deployments, and remediations inspectable after the fact.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Tables appear only for state-changing agent families that actually fired.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Verdicts are derived from real tool returns, not inferred from prose summaries.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This is the audit surface that makes long jobs debuggable from the chat output itself.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ACPX lets Tlamatini spawn external coding-agent CLIs such as Codex, Claude Code, Cursor, Gemini, Qwen, and others as managed child processes.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It pairs those agents with markdown-driven `SKILL.md` packages, validated I/O contracts, permission gating, and append-only audit logs.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Transport-aware drain rules and bounded event bodies reduce latency while protecting the LLM context budget during external-agent relays.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operator-facing references are `README.md` and `ACPX.md`, while the implementation lives under `agent/acpx/`, `agent/skills/`, and `agent/skills_pkg/`.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`agent/acpx/` hosts the runtime, permission gate, registry, and tools.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`agent/skills/` and `agent/skills_pkg/` host the in-process skill harness and markdown catalog.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Transcripts and audit logs are persisted so external delegation stays replayable.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The built-in `tlamatini.log` file captures both stdout and stderr through a tee stream initialized in `manage.py` before Django starts.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In source mode the log sits next to `manage.py`; in frozen mode it lives next to the executable.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Immediate flush behavior makes the log the primary forensic artifact for startup problems, warnings, tracebacks, and runtime diagnostics.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469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92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246120"/>
            <a:ext cx="9921240" cy="1874519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324612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44728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904487"/>
            <a:ext cx="9518904" cy="10698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172df1e - Bump version-string surfaces to 1.5.0 (badge + release/runtime examples)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Resolved version: 1.5.0 (git)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Generated on May 21, 2026 07:59 AM UTC-0600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requirements: 69; authoritative agent-description rows: 65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Binary or asset tracked files skipped from line count: 15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101,827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138,714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272      68,322     95,416  67.1%
JavaScript                28      12,978     16,337  12.7%
Markdown                  52      12,016     15,442  11.8%
CSS                        6       3,382      4,256   3.3%
YAML                      69       1,420      2,879   1.4%
HTML                       4         823        841   0.8%
Other text                 3         789        967   0.8%
Prompt template            2         604        716   0.6%
PowerShell                 5         506        752   0.5%
JavaScript module          1         392        459   0.4%
JSON                       5         383        383   0.4%
Text                       5         179        209   0.2%
Protocol Buffers           1          20         33   0.0%
Batch                      1          13         24   0.0%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7,108  10,248
Tlamatini/agent/tests.py                                Python         4,034   5,153
Tlamatini/agent/tools.py                                Python         2,201   3,121
BookOfTlamatini.md                                      Markdown       1,894   2,670
Tlamatini/agent/agents/flowcreator/agentic_skill.md     Markdown       1,876   2,085
Tlamatini/agent/doc_generation/complete_project_docs.py Python         1,732   1,954
...ini/agent/static/agent/css/agentic_control_panel.css CSS            1,689   2,241
Tlamatini/agent/static/agent/js/agent_page_init.js      JavaScript     1,374   1,591
Tlamatini/agent/static/agent/js/acp-canvas-core.js      JavaScript     1,291   1,601
Tlamatini/agent/consumers.py                            Python         1,240   1,545
README.md                                               Markdown       1,174   1,648
Tlamatini/agent/static/agent/css/agent_page.css         CSS            1,163   1,399
Tlamatini/agent/static/agent/js/acp-agent-connectors.js JavaScript     1,163   1,306
Tlamatini/agent/agents/whatstlamatini/whatstlamatini.py Python         1,059   1,323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 In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today's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Git history today shows focused maintenance across the operator surface, release mechanics, and runtime behavior.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_acpx_pipeline_demo_report.md
|-- ACPX.md
|-- agents_descriptions.md
|-- BookOfTlamatini.md
|-- build.py
|-- build_installer.py
|-- build_uninstaller.py
|-- CLAUDE.md
|-- CreateShortcut.json
|-- CreateShortcut.ps1
|-- eslint.config.mjs
|-- example_of_prompt_to_make_de-compresser_agent.txt
|-- install.py
|-- KIMI.md
|-- LICENSE
|-- OllamaPricing.png
|-- package.json
|-- pnpm-lock.yaml
|-- prompt_example_2_create_agent.txt
|-- README.md
|-- regen_secrets.py
|-- register_flw.ps1
|-- RemoveShortcut.ps1
|-- requirements.txt
|-- Tlamatini.ico
|-- Tlamatini.jpg
|-- Tlamatini.ps1
|-- tlamatini_app_summary.pdf
|-- Tlamatini_eXtended_Artificial_Intelligence_Humanly_Tempered.pptx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|-- uninstall.py
|-- unregister_flw.ps1
|-- VERSIONING.md
|-- versioning.py
|-- .codex/
|   `-- skills/
|       |-- full-project-pdf-dossier/
|       |   `-- SKILL.md
|       `-- overlap-safe-pptx-dossier/
|           `-- SKILL.md
|-- .github/
|   `-- workflows/
|       `-- name-guard.yml
|-- docs/
|   `-- claude/
|       |-- acpx.md
|       |-- agents.md
|       |-- architecture.md
|       |-- exec-report.md
|       |-- frontend.md
|       |-- gotchas.md
|       |-- INDEX.md
|       |-- mcp-tools.md
|       `-- multi-turn.md
|-- pyinstaller_hooks/
|   `-- hook-numpy.py
`-- Tlamatini/
    |-- cat_art.py
    |-- manage.py
    |-- .agents/
    |   `-- workflows/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    `-- create_new_agent.md
    |-- .mcps/
    |   `-- create_new_mcp.md
    |-- agent/
    |   |-- __init__.py
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config.json
    |   |-- config_loader.py
    |   |-- constants.py
    |   |-- consumers.py
    |   |-- embedding_memory_guard.py
    |   |-- filesearch.proto
    |   |-- filesearch_pb2.py
    |   |-- filesearch_pb2_grpc.py
    |   |-- global_execution_planner.py
    |   |-- global_state.py
    |   |-- gpu_perf.py
    |   |-- inet_determiner.py
    |   |-- mcp_agent.py
    |   |-- mcp_files_search_client.py
    |   |-- mcp_files_search_server.py
    |   |-- mcp_system_client.py
    |   |-- mcp_system_server.py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models.py
    |   |-- native_dialogs.py
    |   |-- orphan_reaper.py
    |   |-- path_guard.py
    |   |-- prompt.pmt
    |   |-- rag_enhancements.py
    |   |-- routing.py
    |   |-- test_de_compresser.py
    |   |-- test_embedding_memory_guard.py
    |   |-- test_flow_contracts.py
    |   |-- test_native_dialogs.py
    |   |-- test_orphan_reaper.py
    |   |-- test_password_quoting.py
    |   |-- tests.py
    |   |-- tools.py
    |   |-- urls.py
    |   |-- version.py
    |   |-- views.py
    |   |-- web_search_llm.py
    |   |-- acpx/
    |   |   |-- __init__.py
    |   |   |-- agent_registry.py
    |   |   |-- config.py
    |   |   |-- permissions.py
    |   |   |-- runtime.py
    |   |   |-- service.py
    |   |   |-- session_store.py
    |   |   |-- tests.py
    |   |   |-- tools.py
    |   |   `-- windows_spawn.py
    |   |-- agents/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acpxer/
    |   |   |   |-- acpxer.py
    |   |   |   `-- config.yaml
    |   |   |-- analyzer/
    |   |   |   |-- analyzer.py
    |   |   |   `-- config.yaml
    |   |   |-- and/
    |   |   |   |-- and.py
    |   |   |   `-- config.yaml
    |   |   |-- apirer/
    |   |   |   |-- apirer.py
    |   |   |   `-- config.yaml
    |   |   |-- asker/
    |   |   |   |-- asker.py
    |   |   |   `-- config.yaml
    |   |   |-- barrier/
    |   |   |   |-- barrier.py
    |   |   |   |-- config.yaml
    |   |   |   `-- test_barrier.py
    |   |   |-- cleaner/
    |   |   |   |-- __init__.py
    |   |   |   |-- cleaner.py
    |   |   |   `-- config.yaml
    |   |   |-- counter/
    |   |   |   |-- config.yaml
    |   |   |   `-- counter.py
    |   |   |-- crawler/
    |   |   |   |-- config.yaml
    |   |   |   `-- crawler.py
    |   |   |-- croner/
    |   |   |   |-- config.yaml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croner.py
    |   |   |-- de_compresser/
    |   |   |   |-- config.yaml
    |   |   |   `-- de_compresser.py
    |   |   |-- deleter/
    |   |   |   |-- config.yaml
    |   |   |   `-- deleter.py
    |   |   |-- dockerer/
    |   |   |   |-- config.yaml
    |   |   |   `-- dockerer.py
    |   |   |-- emailer/
    |   |   |   |-- config.yaml
    |   |   |   `-- emailer.py
    |   |   |-- ender/
    |   |   |   |-- config.yaml
    |   |   |   `-- ender.py
    |   |   |-- executer/
    |   |   |   |-- config.yaml
    |   |   |   `-- executer.py
    |   |   |-- file_creator/
    |   |   |   |-- config.yaml
    |   |   |   `-- file_creator.py
    |   |   |-- file_extractor/
    |   |   |   |-- config.yaml
    |   |   |   `-- file_extractor.py
    |   |   |-- file_interpreter/
    |   |   |   |-- config.yaml
    |   |   |   `-- file_interpreter.py
    |   |   |-- flowbacker/
    |   |   |   |-- config.yaml
    |   |   |   `-- flowbacker.py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flowcreator/
    |   |   |   |-- agentic_skill.md
    |   |   |   |-- config.yaml
    |   |   |   `-- flowcreator.py
    |   |   |-- flowhypervisor/
    |   |   |   |-- config.yaml
    |   |   |   |-- flowhypervisor.py
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
    |   |   |-- gatewayer/
    |   |   |   |-- config.yaml
    |   |   |   |-- gatewayer.md
    |   |   |   |-- gatewayer.py
    |   |   |   `-- gatewayer_explanation.md
    |   |   |-- gitter/
    |   |   |   |-- config.yaml
    |   |   |   `-- gitter.py
    |   |   |-- googler/
    |   |   |   |-- config.yaml
    |   |   |   `-- googler.py
    |   |   |-- image_interpreter/
    |   |   |   |-- config.yaml
    |   |   |   `-- image_interpreter.py
    |   |   |-- j_decompiler/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j_decompiler.py
    |   |   |-- jenkinser/
    |   |   |   |-- config.yaml
    |   |   |   `-- jenkinser.py
    |   |   |-- keyboarder/
    |   |   |   |-- config.yaml
    |   |   |   `-- keyboarder.py
    |   |   |-- kuberneter/
    |   |   |   |-- config.yaml
    |   |   |   `-- kuberneter.py
    |   |   |-- kyber_cipher/
    |   |   |   |-- config.yaml
    |   |   |   `-- kyber_cipher.py
    |   |   |-- kyber_decipher/
    |   |   |   |-- config.yaml
    |   |   |   `-- kyber_decipher.py
    |   |   |-- kyber_keygen/
    |   |   |   |-- config.yaml
    |   |   |   `-- kyber_keygen.py
    |   |   |-- mongoxer/
    |   |   |   |-- config.yaml
    |   |   |   `-- mongoxer.py
    |   |   |-- monitor_log/
    |   |   |   |-- config.yaml
    |   |   |   `-- monitor_log.py
    |   |   |-- monitor_netstat/
    |   |   |   |-- config.yaml
    |   |   |   `-- monitor_netstat.py
    |   |   |-- mouser/
    |   |   |   |-- config.yaml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mouser.py
    |   |   |-- mover/
    |   |   |   |-- config.yaml
    |   |   |   `-- mover.py
    |   |   |-- node_manager/
    |   |   |   |-- config.yaml
    |   |   |   |-- node_manager.md
    |   |   |   |-- node_manager.py
    |   |   |   |-- nodes_example.json
    |   |   |   `-- nodes_example.yaml
    |   |   |-- notifier/
    |   |   |   |-- config.yaml
    |   |   |   `-- notifier.py
    |   |   |-- or/
    |   |   |   |-- config.yaml
    |   |   |   `-- or.py
    |   |   |-- parametrizer/
    |   |   |   |-- config.yaml
    |   |   |   `-- parametrizer.py
    |   |   |-- playwrighter/
    |   |   |   |-- config.yaml
    |   |   |   `-- playwrighter.py
    |   |   |-- prompter/
    |   |   |   |-- config.yaml
    |   |   |   `-- prompter.py
    |   |   |-- pser/
    |   |   |   |-- config.yaml
    |   |   |   `-- pser.py
    |   |   |-- pythonxer/
    |   |   |   |-- config.yaml
    |   |   |   `-- pythonxer.py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raiser/
    |   |   |   |-- config.yaml
    |   |   |   `-- raiser.py
    |   |   |-- recmailer/
    |   |   |   |-- config.yaml
    |   |   |   `-- recmailer.py
    |   |   |-- reviewer/
    |   |   |   |-- config.yaml
    |   |   |   `-- reviewer.py
    |   |   |-- scper/
    |   |   |   |-- config.yaml
    |   |   |   `-- scper.py
    |   |   |-- shoter/
    |   |   |   |-- config.yaml
    |   |   |   `-- shoter.py
    |   |   |-- sleeper/
    |   |   |   |-- config.yaml
    |   |   |   `-- sleeper.py
    |   |   |-- sqler/
    |   |   |   |-- config.yaml
    |   |   |   `-- sqler.py
    |   |   |-- ssher/
    |   |   |   |-- config.yaml
    |   |   |   `-- ssher.py
    |   |   |-- starter/
    |   |   |   |-- config.yaml
    |   |   |   `-- starter.py
    |   |   |-- stopper/
    |   |   |   |-- config.yaml
    |   |   |   `-- stopper.py
    |   |   |-- summarizer/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summarizer.py
    |   |   |-- telegramer/
    |   |   |   |-- config.yaml
    |   |   |   `-- telegramer.py
    |   |   |-- telegramrx/
    |   |   |   |-- config.yaml
    |   |   |   `-- telegramrx.py
    |   |   |-- teletlamatini/
    |   |   |   |-- config.yaml
    |   |   |   `-- teletlamatini.py
    |   |   |-- unrealer/
    |   |   |   |-- config.yaml
    |   |   |   `-- unrealer.py
    |   |   |-- whatsapper/
    |   |   |   |-- config.yaml
    |   |   |   `-- whatsapper.py
    |   |   `-- whatstlamatini/
    |   |       |-- config.yaml
    |   |       `-- whatstlamatini.py
    |   |-- doc_generation/
    |   |   |-- complete_project_docs.py
    |   |   |-- mardown_to_pdf.py
    |   |   |-- refresh_project_docs.py
    |   |   `-- test_output.pdf
    |   |-- images/
    |   |   |-- mockup.jpg
    |   |   |-- TlamatiniAbout.jpg
    |   |   `-- XAIHT-Tlamatini.mp4
    |   |-- imaging/
    |   |   |-- converter.py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image_interpreter.py
    |   |   `-- screenshot.py
    |   |-- management/
    |   |   |-- __init__.py
    |   |   `-- commands/
    |   |       |-- acpx_lint.py
    |   |       `-- startserver.py
    |   |-- migrations/
    |   |   |-- 0001_initial.py
    |   |   |-- 0002_populate_db.py
    |   |   |-- 0003_add_cleaner.py
    |   |   |-- 0004_add_deleter.py
    |   |   |-- 0005_add_executer.py
    |   |   |-- 0006_add_notifier.py
    |   |   |-- 0007_add_stopper.py
    |   |   |-- 0008_add_recmailer.py
    |   |   |-- 0009_add_whatsapper.py
    |   |   |-- 0010_add_pythonxer.py
    |   |   |-- 0011_add_asker.py
    |   |   |-- 0012_repopulate_all_agents.py
    |   |   |-- 0013_add_forker.py
    |   |   |-- 0014_repopulate_all_agents.py
    |   |   |-- 0015_add_shoter.py
    |   |   |-- 0016_repopulate_all_agents.py
    |   |   |-- 0017_add_ssher.py
    |   |   |-- 0018_repopulate_all_agents.py
    |   |   |-- 0019_add_scper.py
    |   |   |-- 0020_repopulate_all_agents.py
    |   |   |-- 0021_add_telegramrx.py
    |   |   |-- 0022_repopulate_all_agents.py
    |   |   |-- 0023_add_mongoxer.py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|-- 0024_repopulate_all_agents.py
    |   |   |-- 0025_add_telegramer.py
    |   |   |-- 0026_repopulate_all_agents.py
    |   |   |-- 0027_add_sqler.py
    |   |   |-- 0028_repopulate_all_agents.py
    |   |   |-- 0029_add_prompter.py
    |   |   |-- 0030_repopulate_all_agents.py
    |   |   |-- 0031_add_flowcreator.py
    |   |   |-- 0032_repopulate_all_agents.py
    |   |   |-- 0033_add_gitter.py
    |   |   |-- 0034_add_dockerer.py
    |   |   |-- 0035_add_pser.py
    |   |   |-- 0036_add_kuberneter.py
    |   |   |-- 0037_add_apirer.py
    |   |   |-- 0038_add_jenkinser.py
    |   |   |-- 0039_add_crawler.py
    |   |   |-- 0040_add_summarizer.py
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
    |   |   |-- 0053_add_kyber_cipher.py
    |   |   |-- 0054_add_kyber_decipher.py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|-- 0055_fix_kyber_cipher_names.py
    |   |   |-- 0056_add_parametrizer.py
    |   |   |-- 0057_add_flowbacker.py
    |   |   |-- 0058_add_barrier.py
    |   |   |-- 0059_add_j_decompiler.py
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
    |   |   |-- 0066_add_keyboarder.py
    |   |   |-- 0067_add_multi_turn_demo_prompts.py
    |   |   |-- 0068_add_googler_tool.py
    |   |   |-- 0069_add_googler_agent.py
    |   |   |-- 0070_add_teletlamatini.py
    |   |   |-- 0071_acpx_skills.py
    |   |   |-- 0072_add_acpx_demo_prompts.py
    |   |   |-- 0073_acpx_demo_gemini_uplift.py
    |   |   |-- 0074_simplify_demo_prompts.py
    |   |   |-- 0075_add_acpx_tool_surface.py
    |   |   |-- 0076_add_acpxer.py
    |   |   |-- 0077_add_whatstlamatini.py
    |   |   |-- 0078_add_chat_agent_keyboarder_tool.py
    |   |   |-- 0079_add_chat_agent_mouser_tool.py
    |   |   |-- 0080_add_chat_agent_sleeper_tool.py
    |   |   |-- 0081_add_window_present_and_run_wait_tools.py
    |   |   |-- 0082_add_chat_agent_j_decompiler_tool.py
    |   |   |-- 0083_add_de_compresser.py
    |   |   |-- 0084_add_chat_agent_de_compresser_tool.py
    |   |   |-- 0085_add_unrealer.py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|-- 0086_add_chat_agent_unrealer_tool.py
    |   |   |-- 0087_add_unrealer_demo_prompt.py
    |   |   |-- 0088_add_reviewer.py
    |   |   |-- 0089_add_analyzer.py
    |   |   |-- 0090_add_reviewer_analyzer_demo_prompts.py
    |   |   |-- 0091_add_playwrighter.py
    |   |   |-- 0092_add_chat_agent_playwrighter_tool.py
    |   |   `-- __init__.py
    |   |-- monitors/
    |   |   `-- monitor_sql.py
    |   |-- opus_client/
    |   |   |-- claude_opus_client.py
    |   |   |-- examples.py
    |   |   `-- README.md
    |   |-- rag/
    |   |   |-- __init__.py
    |   |   |-- config.py
    |   |   |-- factory.py
    |   |   |-- interaction.py
    |   |   |-- interface.py
    |   |   |-- loaders.py
    |   |   |-- prompts.py
    |   |   |-- retrieval.py
    |   |   |-- splitters.py
    |   |   |-- utils.py
    |   |   `-- chains/
    |   |       |-- base.py
    |   |       |-- basic.py
    |   |       |-- history_aware.py
    |   |       `-- unified.py
    |   |-- services/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__init__.py
    |   |   |-- agent_contracts.py
    |   |   |-- agent_paths.py
    |   |   |-- answer_analizer.py
    |   |   |-- filesystem.py
    |   |   |-- flow_compiler.py
    |   |   |-- flow_spec.py
    |   |   `-- response_parser.py
    |   |-- skills/
    |   |   |-- __init__.py
    |   |   |-- frontmatter.py
    |   |   |-- harness.py
    |   |   |-- io_contract.py
    |   |   `-- registry.py
    |   |-- skills_pkg/
    |   |   |-- _meta/
    |   |   |   |-- lint.py
    |   |   |   `-- schema.json
    |   |   |-- acp_router/
    |   |   |   `-- SKILL.md
    |   |   |-- code_review/
    |   |   |   `-- SKILL.md
    |   |   |-- github/
    |   |   |   `-- SKILL.md
    |   |   |-- gmail/
    |   |   |   `-- SKILL.md
    |   |   |-- hello_world/
    |   |   |   `-- SKILL.md
    |   |   |-- jira/
    |   |   |   `-- SKILL.md
    |   |   |-- notion/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SKILL.md
    |   |   |-- security_audit/
    |   |   |   `-- SKILL.md
    |   |   |-- setup_new_acpx_key/
    |   |   |   `-- SKILL.md
    |   |   |-- skill_creator/
    |   |   |   |-- SKILL.md
    |   |   |   `-- scripts/
    |   |   |       `-- quick_validate.py
    |   |   |-- slack/
    |   |   |   `-- SKILL.md
    |   |   |-- summarize/
    |   |   |   `-- SKILL.md
    |   |   |-- tlamatini_allowed_hosts_tighten/
    |   |   |   `-- SKILL.md
    |   |   |-- tlamatini_csrf_exempt_audit/
    |   |   |   `-- SKILL.md
    |   |   |-- tlamatini_exec_report_row_adder/
    |   |   |   `-- SKILL.md
    |   |   |-- tlamatini_flow_from_objective/
    |   |   |   `-- SKILL.md
    |   |   |-- tlamatini_flw_doctor/
    |   |   |   `-- SKILL.md
    |   |   |-- tlamatini_new_acp_agent/
    |   |   |   `-- SKILL.md
    |   |   |-- tlamatini_planner_trace_replay/
    |   |   |   `-- SKILL.md
    |   |   |-- tlamatini_static_version_bumper/
    |   |   |   `-- SKILL.md
    |   |   |-- todoist/
    |   |   |   `-- SKILL.md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trello/
    |   |   |   `-- SKILL.md
    |   |   `-- weather/
    |   |       `-- SKILL.md
    |   |-- static/
    |   |   `-- agent/
    |   |       |-- css/
    |   |       |   |-- agent_page.css
    |   |       |   |-- agentic_control_panel.css
    |   |       |   |-- login.css
    |   |       |   |-- skills_dialog.css
    |   |       |   |-- tools_dialog.css
    |   |       |   `-- welcome.css
    |   |       |-- img/
    |   |       |   |-- spinner.svg
    |   |       |   `-- Tlamatini.ico
    |   |       |-- js/
    |   |       |   |-- acp-agent-connectors.js
    |   |       |   |-- acp-canvas-core.js
    |   |       |   |-- acp-canvas-undo.js
    |   |       |   |-- acp-control-buttons.js
    |   |       |   |-- acp-file-io.js
    |   |       |   |-- acp-flow-snapshot.js
    |   |       |   |-- acp-globals.js
    |   |       |   |-- acp-layout.js
    |   |       |   |-- acp-parametrizer-dialog.js
    |   |       |   |-- acp-running-state.js
    |   |       |   |-- acp-session.js
    |   |       |   |-- acp-undo-manager.js
    |   |       |   |-- acp-validate.js
    |   |       |   |-- agent_page_canvas.js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19/20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agent_page_chat.js
    |   |       |   |-- agent_page_context.js
    |   |       |   |-- agent_page_dialogs.js
    |   |       |   |-- agent_page_init.js
    |   |       |   |-- agent_page_layout.js
    |   |       |   |-- agent_page_state.js
    |   |       |   |-- agent_page_ui.js
    |   |       |   |-- agentic_control_panel.js
    |   |       |   |-- canvas_item_dialog.js
    |   |       |   |-- chat_page_runtime_poller.js
    |   |       |   |-- contextual_menus.js
    |   |       |   |-- shared-runtime-dialogs.js
    |   |       |   |-- skills_dialog.js
    |   |       |   `-- tools_dialog.js
    |   |       |-- sounds/
    |   |       |   |-- hypervisor_alert.wav
    |   |       |   `-- notification.wav
    |   |       `-- video/
    |   |           `-- XAIHT-Tlamatini.mp4
    |   |-- telegram/
    |   |   |-- AztecTlamatini.txt
    |   |   |-- config.yaml
    |   |   `-- telegram_receiver.py
    |   `-- templates/
    |       `-- agent/
    |           |-- agent_page.html
    |           |-- agentic_control_panel.html
    |           |-- login.html
    |           `-- welcome.html
    |-- DB/
    |   |-- Older/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20/20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`-- README.md
    |   `-- ToLoad/
    |       `-- README.md
    |-- jd-cli/
    |   |-- jd-cli.bat
    |   `-- jd-cli.jar
    `-- tlamatini/
        |-- __init__.py
        |-- asgi.py
        |-- context_processors.py
        |-- logging_filters.py
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Regenerate the PDF and deck whenever README, architecture, agent catalog, line inventory, or packaging behavior changes.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Keep the PDF exhaustive and evidence-heavy; keep the PPT visual, split dense appendices, and audit geometry before delivery.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Use the new Skills in `.codex/skills/` so future refreshes follow the same no-overlap and full-dossier rules.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