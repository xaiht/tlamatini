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87,317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09, 2026 12:34 PM UTC-0600 at HEAD 0bea21d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0bea21d - Implementing flow Compiler, agent'ss Contracts, and README update,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09, 2026 12:34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14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87,317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118,411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245      59,224     82,116  67.8%
JavaScript                27      11,098     14,053  12.7%
Markdown                  47      10,045     12,799  11.5%
CSS                        5       2,882      3,604   3.3%
YAML                      63         911      2,057   1.0%
Other text                 3         780        957   0.9%
HTML                       4         614        632   0.7%
PowerShell                 5         506        752   0.6%
Prompt template            2         403        477   0.5%
JSON                       5         381        381   0.4%
JavaScript module          1         325        392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6,226   8,964
Tlamatini/agent/tests.py                                Python         3,886   4,963
Tlamatini/agent/tools.py                                Python         2,201   3,094
Tlamatini/agent/agents/flowcreator/agentic_skill.md     Markdown       1,778   1,981
...ini/agent/static/agent/css/agentic_control_panel.css CSS            1,631   2,140
BookOfTlamatini.md                                      Markdown       1,456   2,010
Tlamatini/agent/doc_generation/complete_project_docs.py Python         1,276   1,455
Tlamatini/agent/static/agent/js/acp-canvas-core.js      JavaScript     1,256   1,566
Tlamatini/agent/consumers.py                            Python         1,095   1,307
Tlamatini/agent/static/agent/js/acp-agent-connectors.js JavaScript     1,073   1,211
Tlamatini/agent/agents/whatstlamatini/whatstlamatini.py Python         1,044   1,300
Tlamatini/agent/acpx/tests.py                           Python         1,035   1,299
Tlamatini/agent/static/agent/js/acp-control-buttons.js  JavaScript     1,016   1,320
Tlamatini/agent/static/agent/css/agent_page.css         CSS              998   1,173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Last 3 Weeks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3-week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advanced significantly during the last 3 weeks: runtime scaffolding, tool surface, skills, transport-aware execution, and enable/disable behavior were all touched.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Windows deployment hardening continued with CreateShortcut fixes and improved behavior on restricted-policy machines.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TeleTlamatini grew throughout the window, including agent/runtime updates, config movement, FlowCreator/ACPX integration, and related documentation changes.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most recent changes introduced a flow compiler / agent-contract direction, extending the system design beyond chat and visual orchestration alone.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 surface evolved too: ACP/ACPX visual mechanics, canvas scrolling, icons, and page framing all received polish.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Execution observability improved through persistent execution tables, summarizer work, and the broader reportability push around agent runs.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during the week, so the regenerated dossier must be treated as part of the tracked operator surface.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1/10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2026-05-09 | 0bea21d | Implementing flow Compiler, agent'ss Contracts, and README update,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2026-05-08 | 1287e56 | Enabling TeleTlamatini with ACPX execution chain,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2026-05-08 | 88dd99b | Refactoring the grabbing of agents descriptions, adding tests accordingly,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2026-05-08 | 5586cf8 | Making ACPX disabled by default,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2026-05-08 | 16b789a | Scrub API key placeholders into several fil,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84de29b | Improving autonomous action in Multi-turn mode,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2/10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1bc0030 | Just a little improvement, by Tlamatini's-AAutoBot.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4eb6fc7 | Enabling mouser agent to be used in Multi-turn,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8bb4047 | Imrproving disappearing boring log lines, by Tñamatini's-AutoBot.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93804e7 | Implementing Keyboarder/Shoter in Multi-turn,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f7f4567 | Fixing build.py, by Tlamatini's-AutoBot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2026-05-07 | 90ba76d | Erasing the stuborn line of HTTP GET from log, unless it throws an error,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3/10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172bdec | Just improving the visualization of diagramas in mark-down in Tlamatini's chat,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1bcc54d | Updating doc generation asset, and documentation,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df083e0 | Updating prompts, skill, and general documentation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9205bb3 | Erasing garbage,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166cb09 | Way too improved ACPX scheme enabling/disabling it, and summarizer improved,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228529d | Optimization to CreateShorcut under non-resctricted machine, and creation of setting new api keys (setup_new_acpx_key),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e24222a | Refix CreateShortcut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5e5abba | Fixing CreateShortcut, by Tlamatinis-Autobot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c8214cd | Improving the mechanics under machines with restrictive policies, by Tlamatinis-AutoBot.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37d21fb | Improving the icons, an the console window, and the web pages, by Tlamatini-AutoBot.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7576c57 | Fixing automated re-parametrization,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2177f8b | Issuing some cleaning,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5/10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840a040 | Improving prompt.pmt for ACPX xcheme,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a1c2a99 | Improving damn a lot the ACPX x-agentic mechanics and the execution flow scheme,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7130272 | Implementing ACPXer agent!! in Tlamatini,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7acc9b4 | ACPX reliability pass: tool surface + transport-aware drain + docs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f567b0d | Simplifying catalog of prompts content and improved,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a1c4b30 | ACPX runtime + Skills + secrets-toggle scaffolding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6/10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2026-04-30 | e50709e | ACPX Implemented om Tlamatini!,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2026-04-28 | 1ad4fb0 | Cleaning some k's,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2026-04-28 | 7ae69e5 | TeleTlamatini updates: config, agent script, FlowCreator skill, views.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2026-04-28 | c49a6ba | Drop OpenClaw comparison section from Gatewayer docs.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2026-04-28 | 147a784 | Improving TeleTlamatini, by Tlamatini-auto-bot.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2026-04-28 | 09451c2 | Just a couple of addings, by auto-bot-Tlamatini.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7/10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2026-04-27 | 4867781 | Url intro in intro.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2026-04-27 | e3677e9 | Some adjustments to TeleTlamatini, by New Angy's bot!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2026-04-26 | 7b33f36 | Just improving config.yaml in Tele-Tlamatini,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2026-04-26 | 0e59935 | Implementing TeleTlamatini!,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2026-04-24 | eb2eb55 | Yaet another and another  improvement lastly works for Multi-turn, by angelahack1.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2026-04-24 | fd1fc52 | Yaet another improvement lastly works for Multi-turn, by angelahack1.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8/10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2026-04-24 | b4061b5 | Improving tool quota limits on Multi-turn,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2026-04-23 | 4bc6576 | Hope this improvement lastly works for Multi-turn....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2026-04-23 | 0c0f48d | Add name-guard workflow: auto-scrub disallowed name references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2026-04-23 | ff324ed | Remove incorrect name reference from developer documentation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2026-04-22 | 0b62027 | Just a KIMI.md to use Kimi in further changes and improvements.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2026-04-22 | 28e60c1 | Upgrading to glm-5.1 preconfigured demo mode of Tlamatini.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9/10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2026-04-20 | 1edc78e | Adding a video of the first flow with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2026-04-20 | d08a3bc | Spliting CLAUDE.md in order to make it more eatable by LLMs.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2026-04-20 | da626e8 | Just linting.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2026-04-19 | d230270 | Added the video of Tlamatini uninstalling Poco and showing the power of execution report and flow discovery,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2026-04-19 | 162dd23 | Udating PPTX and PDF general documentation,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2026-04-19 | b7c0146 | Updating documentation,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LAST-3-WEEKS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3-Week Commit Appendix 10/10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2026-04-18 | 63492f8 | Implementing scrolling in agentic_control_panel.html's canvas,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2026-04-18 | c5aefca | Making Multi-turn execution tables persistent,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2026-04-18 | fa4d60f | Just sompptx framing,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install.py
|-- KIMI.md
|-- LICENSE
|-- package.json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
|-- unregister_flw.ps1
|-- .codex/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
    |-- .mcps/
    |   `-- create_new_mcp.md
    |-- agent/
    |   |-- __init__.py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
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test_flow_contracts.py
    |   |-- tests.py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tools.py
    |   |-- urls.py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`-- __init__.py
    |   |-- monitors/
    |   |   `-- monitor_sql.py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