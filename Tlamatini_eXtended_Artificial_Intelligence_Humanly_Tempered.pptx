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85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961</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173,619</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12, 2026 11:45 PM UTC-0600 at HEAD 495d9036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V1.40.0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V1.40.0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V1.40.0 — COMPANION DISCOVERY, UNREAL SCAFFOLDING, AND BOUNDED RUNTIME WORK</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repository currently resolves to `v1.40.0`: local HEAD `495d9036` is one static-version-alignment commit ahead of tagged/remote `ef51a89d`, and the live source tree remains the authority for every generated count.</a:t>
            </a:r>
          </a:p>
          <a:p>
            <a:pPr>
              <a:spcAft>
                <a:spcPts val="400"/>
              </a:spcAft>
              <a:defRPr sz="1000">
                <a:solidFill>
                  <a:srgbClr val="B4BAAE"/>
                </a:solidFill>
                <a:latin typeface="Aptos"/>
              </a:defRPr>
            </a:pPr>
            <a:r>
              <a:t>`v1.40.0` makes Tlamatini discoverable to companion applications such as Tlamatini-FlowPills without importing Python, launching her runtime, or scanning whole drives.</a:t>
            </a:r>
          </a:p>
          <a:p>
            <a:pPr>
              <a:spcAft>
                <a:spcPts val="400"/>
              </a:spcAft>
              <a:defRPr sz="1000">
                <a:solidFill>
                  <a:srgbClr val="B4BAAE"/>
                </a:solidFill>
                <a:latin typeface="Aptos"/>
              </a:defRPr>
            </a:pPr>
            <a:r>
              <a:t>A six-value, per-user `HKCU\Software\XAIHT\Tlamatini` contract publishes the exact `AgentsRoot`, manifest path, install/source locations, version, and agent-catalog identity without requiring administrator rights.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Reliability and flow</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`_tlamatini_agents_manifest.json` catalogs every complete agent template (`&lt;type&gt;.py` plus `config.yaml`) with per-file SHA-256 values; filesystem validation remains authoritative and the manifest rewrites only when meaningful content changes.</a:t>
            </a:r>
          </a:p>
          <a:p>
            <a:pPr>
              <a:spcAft>
                <a:spcPts val="400"/>
              </a:spcAft>
              <a:defRPr sz="1000">
                <a:solidFill>
                  <a:srgbClr val="B4BAAE"/>
                </a:solidFill>
                <a:latin typeface="Aptos"/>
              </a:defRPr>
            </a:pPr>
            <a:r>
              <a:t>Discovery is scheduled first on every launch, also runs at install/build time, and survives an agents-preserving uninstall through a marker plus intentionally retained discovery metadata; all paths are idempotent and fail-open.</a:t>
            </a:r>
          </a:p>
          <a:p>
            <a:pPr>
              <a:spcAft>
                <a:spcPts val="400"/>
              </a:spcAft>
              <a:defRPr sz="1000">
                <a:solidFill>
                  <a:srgbClr val="B4BAAE"/>
                </a:solidFill>
                <a:latin typeface="Aptos"/>
              </a:defRPr>
            </a:pPr>
            <a:r>
              <a:t>Seventeen focused manifest/discovery tests cover source, frozen, preserved, BOM, hashing, stale-value, registration, and failure paths without modifying tracked configuration files.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FLOWPILLS DISCOVERY, UNREAL 5.8, AND SMOOTHNESS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Context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Flow and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wave adds a two-marker Catalog-of-Prompts route that scaffolds a ready-to-build Unreal Engine 5.8 C++ project with UnrealMCP and Visual Studio 2026 guidance.</a:t>
            </a:r>
          </a:p>
          <a:p>
            <a:pPr>
              <a:spcAft>
                <a:spcPts val="400"/>
              </a:spcAft>
              <a:defRPr sz="1000">
                <a:solidFill>
                  <a:srgbClr val="B4BAAE"/>
                </a:solidFill>
                <a:latin typeface="Aptos"/>
              </a:defRPr>
            </a:pPr>
            <a:r>
              <a:t>Unrealer now sends `assign_material` with the plugin's actual `slot_index` key and normalizes `/Content/...` material/content paths to Unreal's `/Game/...` virtual root.</a:t>
            </a:r>
          </a:p>
          <a:p>
            <a:pPr>
              <a:spcAft>
                <a:spcPts val="400"/>
              </a:spcAft>
              <a:defRPr sz="1000">
                <a:solidFill>
                  <a:srgbClr val="B4BAAE"/>
                </a:solidFill>
                <a:latin typeface="Aptos"/>
              </a:defRPr>
            </a:pPr>
            <a:r>
              <a:t>The smoothness pass bounds image-model, system-metrics, subprocess, and scan I/O; improves background External MCP supervision; and prevents a stalled dependency from freezing a whole chat indefinitely.</a:t>
            </a:r>
          </a:p>
          <a:p>
            <a:pPr>
              <a:spcAft>
                <a:spcPts val="400"/>
              </a:spcAft>
              <a:defRPr sz="1000">
                <a:solidFill>
                  <a:srgbClr val="B4BAAE"/>
                </a:solidFill>
                <a:latin typeface="Aptos"/>
              </a:defRPr>
            </a:pPr>
            <a:r>
              <a:t>Nmapper slow scans receive per-host budgets and collision-proof output names, preserve partial XML results, and distinguish a timeout from a legitimate zero-open-port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Security and source control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ACPX and command subprocesses decode UTF-8 with replacement, request-scoped orphan survivors cannot cross users, and deferred completion deliverables survive every terminal Multi-Turn exit path.</a:t>
            </a:r>
          </a:p>
          <a:p>
            <a:pPr>
              <a:spcAft>
                <a:spcPts val="400"/>
              </a:spcAft>
              <a:defRPr sz="1000">
                <a:solidFill>
                  <a:srgbClr val="B4BAAE"/>
                </a:solidFill>
                <a:latin typeface="Aptos"/>
              </a:defRPr>
            </a:pPr>
            <a:r>
              <a:t>Agent contracts now redact URI userinfo as well as ordinary secret fields, preserving useful MongoDB host/database context in exported `.flw` files without retaining credentials.</a:t>
            </a:r>
          </a:p>
          <a:p>
            <a:pPr>
              <a:spcAft>
                <a:spcPts val="400"/>
              </a:spcAft>
              <a:defRPr sz="1000">
                <a:solidFill>
                  <a:srgbClr val="B4BAAE"/>
                </a:solidFill>
                <a:latin typeface="Aptos"/>
              </a:defRPr>
            </a:pPr>
            <a:r>
              <a:t>The earlier `v1.39.3` Nmapper release and `v1.39.4` startup-dialog/prompt-catalog fixes remain carried product behavior, alongside the self-healing, Create Flow, robotic-loop, firmware, media, External MCP, and deterministic-file waves.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earlier `v1.39.3` Nmapper release and `v1.39.4` startup-dialog/prompt-catalog fixes remain carried product behavior, alongside the self-healing, Create Flow, robotic-loop, firmware, media, External MCP, and deterministic-file waves.</a:t>
            </a:r>
          </a:p>
          <a:p>
            <a:pPr>
              <a:spcAft>
                <a:spcPts val="400"/>
              </a:spcAft>
              <a:defRPr sz="1100">
                <a:solidFill>
                  <a:srgbClr val="B4BAAE"/>
                </a:solidFill>
                <a:latin typeface="Aptos"/>
              </a:defRPr>
            </a:pPr>
            <a:r>
              <a:t>The pre-refresh local delta contains eight operator configuration files; the dossier counts their physical/effective lines from disk but does not reproduce private values or mislabel them as a tagged feature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1100">
                <a:solidFill>
                  <a:srgbClr val="B4BAAE"/>
                </a:solidFill>
                <a:latin typeface="Aptos"/>
              </a:defRPr>
            </a:pPr>
            <a:r>
              <a:t>The resulting PDF/PPTX refresh treats `v1.40.0` as the current product snapshot while preserving the historical context for Nmapper, the robotic-arm loop, frontend recovery, self-update, media agents, deterministic file tools, firmware agents, External MCPs, ACPX skills, Zavuerer, and Image-Interpreter.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`v1.40.0`.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`idPrompt`, while the legacy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current public tag `v1.40.0` at `ef51a89d`, with local HEAD `495d9036` one static-version-alignment commit ahead; the earlier Video-Analyzer, Nmapper, and startup-dialog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substring matches, word-start matches, fuzzy scoring, and mode badges make the full seeded prompt catalog navigable.</a:t>
            </a:r>
          </a:p>
          <a:p>
            <a:pPr>
              <a:spcAft>
                <a:spcPts val="400"/>
              </a:spcAft>
              <a:defRPr sz="1300">
                <a:solidFill>
                  <a:srgbClr val="B4BAAE"/>
                </a:solidFill>
                <a:latin typeface="Aptos"/>
              </a:defRPr>
            </a:pPr>
            <a:r>
              <a:t>The prompt-card rendering work was validated against the seeded catalog so one-shot, Multi-Turn, ACPX, Exec Report, and Step-by-Step prompt families remain distinguishable while searching.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`v1.40.0` companion-discovery wave adds `agent_manifest.py`, `test_agent_manifest.py`, `docs/companion-app-discovery.md`, launch wiring in `apps.py`, registry writers in `windows_app_registration.py`/`install.py`, build-time manifest creation, preserved-agent uninstall metadata, and two FlowPills design-sprint documents.</a:t>
            </a:r>
          </a:p>
          <a:p>
            <a:pPr>
              <a:spcAft>
                <a:spcPts val="400"/>
              </a:spcAft>
              <a:defRPr sz="1000">
                <a:solidFill>
                  <a:srgbClr val="B4BAAE"/>
                </a:solidFill>
                <a:latin typeface="Aptos"/>
              </a:defRPr>
            </a:pPr>
            <a:r>
              <a:t>The `v1.39.5` Unreal scaffold wave adds migrations `0173`-`0174`, Unrealer path/slot correctness changes, prompt/config guidance, and a deterministic route into the external `XaihtUnrealEngineMCP` scaffold/template for UE 5.8 plus Visual Studio 2026.</a:t>
            </a:r>
          </a:p>
          <a:p>
            <a:pPr>
              <a:spcAft>
                <a:spcPts val="400"/>
              </a:spcAft>
              <a:defRPr sz="1000">
                <a:solidFill>
                  <a:srgbClr val="B4BAAE"/>
                </a:solidFill>
                <a:latin typeface="Aptos"/>
              </a:defRPr>
            </a:pPr>
            <a:r>
              <a:t>The same smoothness window hardens `acpx/runtime.py`, Nmapper, `consumers.py`, `external_mcp_manager.py`, Image-Interpreter, `mcp_agent.py`, `mcp_system_client.py`, `agent_contracts.py`, and `tools.py` around bounded waits, UTF-8 output, request isolation, partial results, and secret-safe exports.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Nmapper wave adds `agent/agents/nmapper/`, migrations `0170`-`0172`, `test_nmapper_agent.py`, `chat_agent_nmapper`, `update_nmapper_connection`, agent contracts/Parametrizer fields, ACP connector assets, FlowCreator/FlowHypervisor catalog entries, and docs across README, Book, `agents_descriptions.md`, and `docs/claude`.</a:t>
            </a:r>
          </a:p>
          <a:p>
            <a:pPr>
              <a:spcAft>
                <a:spcPts val="400"/>
              </a:spcAft>
              <a:defRPr sz="1000">
                <a:solidFill>
                  <a:srgbClr val="B4BAAE"/>
                </a:solidFill>
                <a:latin typeface="Aptos"/>
              </a:defRPr>
            </a:pPr>
            <a:r>
              <a:t>The earlier flow-security assets add background External MCP supervision in `external_mcp_manager.py`, lossless `.flw` secret redaction through `redact_flow_snapshot()` plus `/agent/redact_flow_snapshot/`, browser Save redaction in `acp-file-io.js`, route/view wiring, and an IMAP timeout in `recmailer.py`; the smoothness wave extends that contract to URI-embedded credentials.</a:t>
            </a:r>
          </a:p>
          <a:p>
            <a:pPr>
              <a:spcAft>
                <a:spcPts val="400"/>
              </a:spcAft>
              <a:defRPr sz="1000">
                <a:solidFill>
                  <a:srgbClr val="B4BAAE"/>
                </a:solidFill>
                <a:latin typeface="Aptos"/>
              </a:defRPr>
            </a:pPr>
            <a:r>
              <a:t>The newest committed reliability assets include `agent/self_healing.py`, `agent/test_self_healing.py`, `Tlamatini/tests_e2e/test_self_healing_visual.py`, `Tlamatini/tests_e2e/test_create_flow_visual.py`, and coordinated changes in `mcp_agent.py`, `consumers.py`, `response_parser.py`, and the chat frontend.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Agent and cleanup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earlier `v1.33.2` wave adds or updates concrete assets too: `agent/agents/zavuerer/`, migrations `0159`-`0164`, Zavu Access Keys Wizard fields, planner hints, wrapped-tool registration, and the latest messaging-agent config defaults.</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WHY THE INVENTORY AND LINE COUNTS CHANGED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10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10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10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10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85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85</a:t>
            </a:r>
          </a:p>
          <a:p>
            <a:pPr>
              <a:spcAft>
                <a:spcPts val="400"/>
              </a:spcAft>
              <a:defRPr sz="1500">
                <a:solidFill>
                  <a:srgbClr val="B4BAAE"/>
                </a:solidFill>
                <a:latin typeface="Aptos"/>
              </a:defRPr>
            </a:pPr>
            <a:r>
              <a:t>Description rows in `agents_descriptions.md`: 86</a:t>
            </a:r>
          </a:p>
          <a:p>
            <a:pPr>
              <a:spcAft>
                <a:spcPts val="400"/>
              </a:spcAft>
              <a:defRPr sz="1500">
                <a:solidFill>
                  <a:srgbClr val="B4BAAE"/>
                </a:solidFill>
                <a:latin typeface="Aptos"/>
              </a:defRPr>
            </a:pPr>
            <a:r>
              <a:t>This dossier reconciles README and Book wording back to the same 85-agent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85 workflow agents, 94 Multi-Turn tools, 12 ACPX tools, and 27 skills.</a:t>
            </a:r>
          </a:p>
          <a:p>
            <a:pPr>
              <a:spcAft>
                <a:spcPts val="400"/>
              </a:spcAft>
              <a:defRPr sz="1000">
                <a:solidFill>
                  <a:srgbClr val="B4BAAE"/>
                </a:solidFill>
                <a:latin typeface="Aptos"/>
              </a:defRPr>
            </a:pPr>
            <a:r>
              <a:t>Source inspection confirms the total: 62 distinct wrapped chat-agent tools bound from `chat_agent_registry.py`, which combines with 20 core Python tools and 12 ACPX/Skill tools for 94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85-agent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the current `v1.40.0` release state keeps runtime surfaces, self-knowledge wording, companion discovery, Unreal scaffolding, firmware/External-MCP demos, ACPX skills, Zavuerer messaging, Video-Analyzer, Robotic-Loop-Training, Nmapper recon, generated `.flw` layout, and operator handbook aligned.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1.40.0 | build: 1.40.0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961</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85</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174</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495d9036 - Bumped to version 1.40.0, by angelahack1</a:t>
            </a:r>
          </a:p>
          <a:p>
            <a:pPr>
              <a:spcAft>
                <a:spcPts val="400"/>
              </a:spcAft>
              <a:defRPr sz="1500">
                <a:solidFill>
                  <a:srgbClr val="B4BAAE"/>
                </a:solidFill>
                <a:latin typeface="Aptos"/>
              </a:defRPr>
            </a:pPr>
            <a:r>
              <a:t>Resolved version: 1.40.0 (git)</a:t>
            </a:r>
          </a:p>
          <a:p>
            <a:pPr>
              <a:spcAft>
                <a:spcPts val="400"/>
              </a:spcAft>
              <a:defRPr sz="1500">
                <a:solidFill>
                  <a:srgbClr val="B4BAAE"/>
                </a:solidFill>
                <a:latin typeface="Aptos"/>
              </a:defRPr>
            </a:pPr>
            <a:r>
              <a:t>Generated on July 12, 2026 11:45 PM UTC-0600</a:t>
            </a:r>
          </a:p>
          <a:p>
            <a:pPr>
              <a:spcAft>
                <a:spcPts val="400"/>
              </a:spcAft>
              <a:defRPr sz="1500">
                <a:solidFill>
                  <a:srgbClr val="B4BAAE"/>
                </a:solidFill>
                <a:latin typeface="Aptos"/>
              </a:defRPr>
            </a:pPr>
            <a:r>
              <a:t>Inventory scope: 961 files = 829 tracked + 132 git-unignored working-tree additions</a:t>
            </a:r>
          </a:p>
          <a:p>
            <a:pPr>
              <a:spcAft>
                <a:spcPts val="400"/>
              </a:spcAft>
              <a:defRPr sz="1500">
                <a:solidFill>
                  <a:srgbClr val="B4BAAE"/>
                </a:solidFill>
                <a:latin typeface="Aptos"/>
              </a:defRPr>
            </a:pPr>
            <a:r>
              <a:t>Multi-Turn tools: 94; wrapped chat-agent tools: 62; skills: 27</a:t>
            </a:r>
          </a:p>
          <a:p>
            <a:pPr>
              <a:spcAft>
                <a:spcPts val="400"/>
              </a:spcAft>
              <a:defRPr sz="1500">
                <a:solidFill>
                  <a:srgbClr val="B4BAAE"/>
                </a:solidFill>
                <a:latin typeface="Aptos"/>
              </a:defRPr>
            </a:pPr>
            <a:r>
              <a:t>Python requirements: 79; authoritative agent-description rows: 86</a:t>
            </a:r>
          </a:p>
          <a:p>
            <a:pPr>
              <a:spcAft>
                <a:spcPts val="400"/>
              </a:spcAft>
              <a:defRPr sz="1500">
                <a:solidFill>
                  <a:srgbClr val="B4BAAE"/>
                </a:solidFill>
                <a:latin typeface="Aptos"/>
              </a:defRPr>
            </a:pPr>
            <a:r>
              <a:t>Binary or asset inventory files skipped from line count: 167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588bf77b on 2026-07-11</a:t>
            </a:r>
          </a:p>
          <a:p>
            <a:pPr>
              <a:spcAft>
                <a:spcPts val="400"/>
              </a:spcAft>
              <a:defRPr sz="1300">
                <a:solidFill>
                  <a:srgbClr val="B4BAAE"/>
                </a:solidFill>
                <a:latin typeface="Aptos"/>
              </a:defRPr>
            </a:pPr>
            <a:r>
              <a:t>Updating visual documentation and soem sec tier-2 fixes, by angelahack1</a:t>
            </a:r>
          </a:p>
          <a:p>
            <a:pPr>
              <a:spcAft>
                <a:spcPts val="400"/>
              </a:spcAft>
              <a:defRPr sz="1300">
                <a:solidFill>
                  <a:srgbClr val="B4BAAE"/>
                </a:solidFill>
                <a:latin typeface="Aptos"/>
              </a:defRPr>
            </a:pPr>
            <a:r>
              <a:t>Commits since then: 7</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Since the last committed PDF/PPTX refresh, the repository advanced through `v1.39.5` and `v1.40.0`: long-running/concurrent operations were hardened, the Unreal Engine 5.8 one-prompt scaffold path landed, and Tlamatini began publishing a hashed, HKCU-discoverable agent-template catalog for FlowPills.</a:t>
            </a:r>
          </a:p>
          <a:p>
            <a:pPr>
              <a:spcAft>
                <a:spcPts val="400"/>
              </a:spcAft>
              <a:defRPr sz="1000">
                <a:solidFill>
                  <a:srgbClr val="B4BAAE"/>
                </a:solidFill>
                <a:latin typeface="Aptos"/>
              </a:defRPr>
            </a:pPr>
            <a:r>
              <a:t>The current visual-doc delta covers `agent_manifest.py`, `test_agent_manifest.py`, the companion-discovery contract and lifecycle wiring, migrations `0173`-`0174`, Unrealer correctness updates, and the smoothness changes across Nmapper, External MCPs, model/metrics I/O, subprocess decoding, request isolation, and `.flw` redaction.</a:t>
            </a:r>
          </a:p>
          <a:p>
            <a:pPr>
              <a:spcAft>
                <a:spcPts val="400"/>
              </a:spcAft>
              <a:defRPr sz="10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a:p>
            <a:pPr>
              <a:spcAft>
                <a:spcPts val="400"/>
              </a:spcAft>
              <a:defRPr sz="1000">
                <a:solidFill>
                  <a:srgbClr val="B4BAAE"/>
                </a:solidFill>
                <a:latin typeface="Aptos"/>
              </a:defRPr>
            </a:pPr>
            <a:r>
              <a:t>Unrealer advanced substantially too: the docs now point at the public `XAIHT/XaihtUnrealEngineMCP` fork and the full 53-command Unreal MCP surface, with new demos and better parameter-path guidance.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THROUGH THE V1.40.0 RELEASE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FlowPills discovery (v1.40.0): HKCU lookup plus a hashed agent manifest, launch/install/build publication, and preserved-agent metadata.</a:t>
            </a:r>
          </a:p>
          <a:p>
            <a:pPr>
              <a:spcAft>
                <a:spcPts val="400"/>
              </a:spcAft>
              <a:defRPr sz="1000">
                <a:solidFill>
                  <a:srgbClr val="B4BAAE"/>
                </a:solidFill>
                <a:latin typeface="Aptos"/>
              </a:defRPr>
            </a:pPr>
            <a:r>
              <a:t>Unreal scaffold (v1.39.5): two prompt markers create a ready-to-build UE 5.8 C++ project with UnrealMCP and VS 2026 guidance.</a:t>
            </a:r>
          </a:p>
          <a:p>
            <a:pPr>
              <a:spcAft>
                <a:spcPts val="400"/>
              </a:spcAft>
              <a:defRPr sz="1000">
                <a:solidFill>
                  <a:srgbClr val="B4BAAE"/>
                </a:solidFill>
                <a:latin typeface="Aptos"/>
              </a:defRPr>
            </a:pPr>
            <a:r>
              <a:t>Runtime hardening: bounded I/O, partial Nmapper results, UTF-8 subprocess output, request-isolated orphan evidence, and URI-safe `.flw` redaction.</a:t>
            </a:r>
          </a:p>
          <a:p>
            <a:pPr>
              <a:spcAft>
                <a:spcPts val="400"/>
              </a:spcAft>
              <a:defRPr sz="1000">
                <a:solidFill>
                  <a:srgbClr val="B4BAAE"/>
                </a:solidFill>
                <a:latin typeface="Aptos"/>
              </a:defRPr>
            </a:pPr>
            <a:r>
              <a:t>Image-Interpreter: triple-model still-image analysis with independent interpreters and a merger model.</a:t>
            </a:r>
          </a:p>
          <a:p>
            <a:pPr>
              <a:spcAft>
                <a:spcPts val="400"/>
              </a:spcAft>
              <a:defRPr sz="1000">
                <a:solidFill>
                  <a:srgbClr val="B4BAAE"/>
                </a:solidFill>
                <a:latin typeface="Aptos"/>
              </a:defRPr>
            </a:pPr>
            <a:r>
              <a:t>Zavuerer: unified Zavu messaging for SMS, WhatsApp, Telegram, Email, and Voice.</a:t>
            </a:r>
          </a:p>
          <a:p>
            <a:pPr>
              <a:spcAft>
                <a:spcPts val="400"/>
              </a:spcAft>
              <a:defRPr sz="1000">
                <a:solidFill>
                  <a:srgbClr val="B4BAAE"/>
                </a:solidFill>
                <a:latin typeface="Aptos"/>
              </a:defRPr>
            </a:pPr>
            <a:r>
              <a:t>Prompt search and generated `.flw` files: fuzzy prompt cards plus serpentine successful-only flow downloads.</a:t>
            </a:r>
          </a:p>
          <a:p>
            <a:pPr>
              <a:spcAft>
                <a:spcPts val="400"/>
              </a:spcAft>
              <a:defRPr sz="1000">
                <a:solidFill>
                  <a:srgbClr val="B4BAAE"/>
                </a:solidFill>
                <a:latin typeface="Aptos"/>
              </a:defRPr>
            </a:pPr>
            <a:r>
              <a:t>Media/voice and firmware lanes remain active: Talker, Whisperer, Camcorder, Recorder, STM32er, ESP32er, Arduiner, ESPHomer, Blenderer, and Unrealer.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`v1.40.0` is the current tag at remote `ef51a89d`; local HEAD `495d9036` carries the matching static version surfaces.</a:t>
            </a:r>
          </a:p>
          <a:p>
            <a:pPr>
              <a:spcAft>
                <a:spcPts val="400"/>
              </a:spcAft>
              <a:defRPr sz="1000">
                <a:solidFill>
                  <a:srgbClr val="B4BAAE"/>
                </a:solidFill>
                <a:latin typeface="Aptos"/>
              </a:defRPr>
            </a:pPr>
            <a:r>
              <a:t>Create Flow now follows successful tool calls instead of the removed `answer_success` classifier.</a:t>
            </a:r>
          </a:p>
          <a:p>
            <a:pPr>
              <a:spcAft>
                <a:spcPts val="400"/>
              </a:spcAft>
              <a:defRPr sz="1000">
                <a:solidFill>
                  <a:srgbClr val="B4BAAE"/>
                </a:solidFill>
                <a:latin typeface="Aptos"/>
              </a:defRPr>
            </a:pPr>
            <a:r>
              <a:t>Frontend recovery controls keep live self-healing status frames in Cancel/busy state until the true final answer.</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Delegation baseline: ACPX, Skills, External MCPs, MCP Doctor, `tlamatini_acpx.py`, and `tlamatini_mcp_server.py` remain first-class surfaces.</a:t>
            </a:r>
          </a:p>
          <a:p>
            <a:pPr>
              <a:spcAft>
                <a:spcPts val="400"/>
              </a:spcAft>
              <a:defRPr sz="1000">
                <a:solidFill>
                  <a:srgbClr val="B4BAAE"/>
                </a:solidFill>
                <a:latin typeface="Aptos"/>
              </a:defRPr>
            </a:pPr>
            <a:r>
              <a:t>Catalog now stands at 85 workflow agents and 94 Multi-Turn tools (62 wrapped chat-agent + 12 ACPX/Skill + 20 core), with 27 skills.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173,619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244,232</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468     124,443    178,590  71.7%
Markdown                 160      20,911     27,770  12.0%
JavaScript                31      16,123     20,542   9.3%
CSS                        9       5,677      7,193   3.3%
YAML                      90       1,981      4,963   1.1%
HTML                       4       1,055      1,073   0.6%
Prompt template            2       1,035      1,155   0.6%
PowerShell                 6         672        987   0.4%
JSON                       8         544        544   0.3%
Other text                 8         510        612   0.3%
JavaScript module          1         418        499   0.2%
Text                       5         215        242   0.1%
Protocol Buffers           1          20         33   0.0%
Batch                      1          15         29   0.0%</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8,330  12,138
Tlamatini/agent/tests.py                                Python         5,510   7,166
Tlamatini/agent/doc_generation/complete_project_docs.py Python         3,400   3,791
Tlamatini/agent/tools.py                                Python         3,084   4,498
BookOfTlamatini.md                                      Markdown       2,494   3,532
Tlamatini/agent/agents/flowcreator/agentic_skill.md     Markdown       2,281   2,520
...ini/agent/static/agent/css/agentic_control_panel.css CSS            2,041   2,724
Tlamatini/agent/external_mcp_manager.py                 Python         1,860   2,298
Tlamatini/agent/chat_agent_registry.py                  Python         1,728   1,765
Tlamatini/agent/static/agent/js/agent_page_chat.js      JavaScript     1,664   2,298
Tlamatini/agent/static/agent/css/agent_page.css         CSS            1,608   2,001
Tlamatini/agent/static/agent/js/acp-agent-connectors.js JavaScript     1,523   1,698
Tlamatini/agent/static/agent/js/agent_page_init.js      JavaScript     1,462   1,728
Tlamatini/agent/static/agent/js/acp-canvas-core.js      JavaScript     1,385   1,707</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`v1.40.0`: local HEAD `495d9036` carries the static version alignment one commit beyond tagged/remote `ef51a89d`, while README.md, BookOfTlamatini.md, Git history, source inspection, and generated inventory tables confirm the current workflow-agent, Multi-Turn-tool, skill, asset, and effective-line totals.</a:t>
            </a:r>
          </a:p>
          <a:p>
            <a:pPr>
              <a:spcAft>
                <a:spcPts val="400"/>
              </a:spcAft>
              <a:defRPr sz="900">
                <a:solidFill>
                  <a:srgbClr val="B4BAAE"/>
                </a:solidFill>
                <a:latin typeface="Aptos"/>
              </a:defRPr>
            </a:pPr>
            <a:r>
              <a:t>The current release wave is broader than a badge bump: `v1.39.3` shipped Nmapper for authorized local recon, `v1.39.4` restored startup-dialog closeability, `v1.39.5` hardened long-running and concurrent work while adding the one-prompt Unreal Engine 5.8 scaffold path, and `v1.40.0` publishes a hashed agent-template catalog for Tlamatini-FlowPills through a fail-open HKCU discovery contract.</a:t>
            </a:r>
          </a:p>
          <a:p>
            <a:pPr>
              <a:spcAft>
                <a:spcPts val="400"/>
              </a:spcAft>
              <a:defRPr sz="900">
                <a:solidFill>
                  <a:srgbClr val="B4BAAE"/>
                </a:solidFill>
                <a:latin typeface="Aptos"/>
              </a:defRPr>
            </a:pPr>
            <a:r>
              <a:t>The `v1.40.0` companion-app contract adds `agent_manifest.py`, a six-value `HKCU\Software\XAIHT\Tlamatini` discovery key, `_tlamatini_agents_manifest.json` with per-file SHA-256 values, preserved-agent uninstall metadata, launch/install/build integration, and 17 focused tests so FlowPills can locate valid agent templates without importing Tlamatini or scanning drives.</a:t>
            </a:r>
          </a:p>
          <a:p>
            <a:pPr>
              <a:spcAft>
                <a:spcPts val="400"/>
              </a:spcAft>
              <a:defRPr sz="900">
                <a:solidFill>
                  <a:srgbClr val="B4BAAE"/>
                </a:solidFill>
                <a:latin typeface="Aptos"/>
              </a:defRPr>
            </a:pPr>
            <a:r>
              <a:t>The Unrealer wave adds a two-field Catalog-of-Prompts route to a ready-to-build Unreal Engine 5.8 C++ project, including plugin wiring and Visual Studio 2026 guidance, while normalizing `/Content` paths to `/Game` and sending `assign_material` through the plugin's real `slot_index` wire key.</a:t>
            </a:r>
          </a:p>
          <a:p>
            <a:pPr>
              <a:spcAft>
                <a:spcPts val="400"/>
              </a:spcAft>
              <a:defRPr sz="900">
                <a:solidFill>
                  <a:srgbClr val="B4BAAE"/>
                </a:solidFill>
                <a:latin typeface="Aptos"/>
              </a:defRPr>
            </a:pPr>
            <a:r>
              <a:t>The `v1.39.5` smoothness pass bounds previously open-ended I/O, preserves partial Nmapper results, makes subprocess decoding UTF-8-safe, hardens background External MCP supervision, keeps deferred deliverables and request-scoped orphan evidence, and improves `.flw` secret redaction without weakening runtime behavior.</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latest documentation pass aligns the handbook and source with `v1.40.0`, including FlowPills companion discovery, Unreal Engine 5.8 scaffolding, the `v1.39.5` smoothness wave, Nmapper, prompt/startup fixes, live line-count inventory, and the Agent-directory responsibility boundary instead of stale release prose.</a:t>
            </a:r>
          </a:p>
          <a:p>
            <a:pPr>
              <a:spcAft>
                <a:spcPts val="400"/>
              </a:spcAft>
              <a:defRPr sz="900">
                <a:solidFill>
                  <a:srgbClr val="B4BAAE"/>
                </a:solidFill>
                <a:latin typeface="Aptos"/>
              </a:defRPr>
            </a:pPr>
            <a:r>
              <a:t>Unrealer kept growing across the same window: the docs now point at the public `XAIHT/XaihtUnrealEngineMCP` fork and the full 53-command, nine-category Unreal MCP surface it exposes to chat and canvas.</a:t>
            </a:r>
          </a:p>
          <a:p>
            <a:pPr>
              <a:spcAft>
                <a:spcPts val="400"/>
              </a:spcAft>
              <a:defRPr sz="900">
                <a:solidFill>
                  <a:srgbClr val="B4BAAE"/>
                </a:solidFill>
                <a:latin typeface="Aptos"/>
              </a:defRPr>
            </a:pPr>
            <a:r>
              <a:t>A still-relevant platform branch remains the Kali Linux bridge: Kalier behaves as the embedded MCP-Kali-Server client, so the Kali box URL is configured once in `Config -&gt; URLs` and auto-injected into `chat_agent_kalier` runs.</a:t>
            </a:r>
          </a:p>
          <a:p>
            <a:pPr>
              <a:spcAft>
                <a:spcPts val="400"/>
              </a:spcAft>
              <a:defRPr sz="900">
                <a:solidFill>
                  <a:srgbClr val="B4BAAE"/>
                </a:solidFill>
                <a:latin typeface="Aptos"/>
              </a:defRPr>
            </a:pPr>
            <a:r>
              <a:t>Unreal MCP support remains part of the broader platform story: the Unrealer agent, its chat-wrapped tool, canvas wiring, seeded prompts, and the direct TCP bridge into a live Unreal Engine 5 editor.</a:t>
            </a:r>
          </a:p>
          <a:p>
            <a:pPr>
              <a:spcAft>
                <a:spcPts val="400"/>
              </a:spcAft>
              <a:defRPr sz="900">
                <a:solidFill>
                  <a:srgbClr val="B4BAAE"/>
                </a:solidFill>
                <a:latin typeface="Aptos"/>
              </a:defRPr>
            </a:pPr>
            <a:r>
              <a:t>Release-identity work also remains relevant: the SemVer policy, git-tag sourcing, runtime version surfaces, and build-time embedding across the Windows artefacts now define how Tlamatini reports her version.</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495d9036 | Bumped to version 1.40.0, by angelahack1</a:t>
            </a:r>
          </a:p>
          <a:p>
            <a:pPr>
              <a:spcAft>
                <a:spcPts val="400"/>
              </a:spcAft>
              <a:defRPr sz="1200">
                <a:solidFill>
                  <a:srgbClr val="B4BAAE"/>
                </a:solidFill>
                <a:latin typeface="Aptos"/>
              </a:defRPr>
            </a:pPr>
            <a:r>
              <a:t>2026-07-12 | ef51a89d | Upgraded to be compatible with Tlamatini's FlowPills, by angelahack1</a:t>
            </a:r>
          </a:p>
          <a:p>
            <a:pPr>
              <a:spcAft>
                <a:spcPts val="400"/>
              </a:spcAft>
              <a:defRPr sz="1200">
                <a:solidFill>
                  <a:srgbClr val="B4BAAE"/>
                </a:solidFill>
                <a:latin typeface="Aptos"/>
              </a:defRPr>
            </a:pPr>
            <a:r>
              <a:t>2026-07-12 | 93c0c42e | Just a comment content added, in Unrealer, by angelahack1</a:t>
            </a:r>
          </a:p>
          <a:p>
            <a:pPr>
              <a:spcAft>
                <a:spcPts val="400"/>
              </a:spcAft>
              <a:defRPr sz="1200">
                <a:solidFill>
                  <a:srgbClr val="B4BAAE"/>
                </a:solidFill>
                <a:latin typeface="Aptos"/>
              </a:defRPr>
            </a:pPr>
            <a:r>
              <a:t>2026-07-12 | 4e501497 | Improving the Unrealer scaffold generation, by angelahack1</a:t>
            </a:r>
          </a:p>
          <a:p>
            <a:pPr>
              <a:spcAft>
                <a:spcPts val="400"/>
              </a:spcAft>
              <a:defRPr sz="1200">
                <a:solidFill>
                  <a:srgbClr val="B4BAAE"/>
                </a:solidFill>
                <a:latin typeface="Aptos"/>
              </a:defRPr>
            </a:pPr>
            <a:r>
              <a:t>2026-07-12 | b197473c | Improving Unrealer and its scaffold prompt, by angelahack1</a:t>
            </a:r>
          </a:p>
          <a:p>
            <a:pPr>
              <a:spcAft>
                <a:spcPts val="400"/>
              </a:spcAft>
              <a:defRPr sz="1200">
                <a:solidFill>
                  <a:srgbClr val="B4BAAE"/>
                </a:solidFill>
                <a:latin typeface="Aptos"/>
              </a:defRPr>
            </a:pPr>
            <a:r>
              <a:t>2026-07-12 | fea3a7ed | Fixing some smoothness tier-2 improvement, by angelahack1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c92ef940 | Fixing some smoothness improvement, by angelahack1</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495d9036 | Bumped to version 1.40.0, by angelahack1</a:t>
            </a:r>
          </a:p>
          <a:p>
            <a:pPr>
              <a:spcAft>
                <a:spcPts val="400"/>
              </a:spcAft>
              <a:defRPr sz="1200">
                <a:solidFill>
                  <a:srgbClr val="B4BAAE"/>
                </a:solidFill>
                <a:latin typeface="Aptos"/>
              </a:defRPr>
            </a:pPr>
            <a:r>
              <a:t>2026-07-12 | ef51a89d | Upgraded to be compatible with Tlamatini's FlowPills, by angelahack1</a:t>
            </a:r>
          </a:p>
          <a:p>
            <a:pPr>
              <a:spcAft>
                <a:spcPts val="400"/>
              </a:spcAft>
              <a:defRPr sz="1200">
                <a:solidFill>
                  <a:srgbClr val="B4BAAE"/>
                </a:solidFill>
                <a:latin typeface="Aptos"/>
              </a:defRPr>
            </a:pPr>
            <a:r>
              <a:t>2026-07-12 | 93c0c42e | Just a comment content added, in Unrealer, by angelahack1</a:t>
            </a:r>
          </a:p>
          <a:p>
            <a:pPr>
              <a:spcAft>
                <a:spcPts val="400"/>
              </a:spcAft>
              <a:defRPr sz="1200">
                <a:solidFill>
                  <a:srgbClr val="B4BAAE"/>
                </a:solidFill>
                <a:latin typeface="Aptos"/>
              </a:defRPr>
            </a:pPr>
            <a:r>
              <a:t>2026-07-12 | 4e501497 | Improving the Unrealer scaffold generation, by angelahack1</a:t>
            </a:r>
          </a:p>
          <a:p>
            <a:pPr>
              <a:spcAft>
                <a:spcPts val="400"/>
              </a:spcAft>
              <a:defRPr sz="1200">
                <a:solidFill>
                  <a:srgbClr val="B4BAAE"/>
                </a:solidFill>
                <a:latin typeface="Aptos"/>
              </a:defRPr>
            </a:pPr>
            <a:r>
              <a:t>2026-07-12 | b197473c | Improving Unrealer and its scaffold prompt, by angelahack1</a:t>
            </a:r>
          </a:p>
          <a:p>
            <a:pPr>
              <a:spcAft>
                <a:spcPts val="400"/>
              </a:spcAft>
              <a:defRPr sz="1200">
                <a:solidFill>
                  <a:srgbClr val="B4BAAE"/>
                </a:solidFill>
                <a:latin typeface="Aptos"/>
              </a:defRPr>
            </a:pPr>
            <a:r>
              <a:t>2026-07-12 | fea3a7ed | Fixing some smoothness tier-2 improvement, by angelahack1</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2026-07-12 | c92ef940 | Fixing some smoothness improvement, by angelahack1</a:t>
            </a:r>
          </a:p>
          <a:p>
            <a:pPr>
              <a:spcAft>
                <a:spcPts val="400"/>
              </a:spcAft>
              <a:defRPr sz="1200">
                <a:solidFill>
                  <a:srgbClr val="B4BAAE"/>
                </a:solidFill>
                <a:latin typeface="Aptos"/>
              </a:defRPr>
            </a:pPr>
            <a:r>
              <a:t>2026-07-11 | 588bf77b | Updating visual documentation and soem sec tier-2 fixes, by angelahack1</a:t>
            </a:r>
          </a:p>
          <a:p>
            <a:pPr>
              <a:spcAft>
                <a:spcPts val="400"/>
              </a:spcAft>
              <a:defRPr sz="1200">
                <a:solidFill>
                  <a:srgbClr val="B4BAAE"/>
                </a:solidFill>
                <a:latin typeface="Aptos"/>
              </a:defRPr>
            </a:pPr>
            <a:r>
              <a:t>2026-07-11 | a45fe0e0 | Updated version to 1.39.4, by angelahack1</a:t>
            </a:r>
          </a:p>
          <a:p>
            <a:pPr>
              <a:spcAft>
                <a:spcPts val="400"/>
              </a:spcAft>
              <a:defRPr sz="1200">
                <a:solidFill>
                  <a:srgbClr val="B4BAAE"/>
                </a:solidFill>
                <a:latin typeface="Aptos"/>
              </a:defRPr>
            </a:pPr>
            <a:r>
              <a:t>2026-07-11 | 139d6e50 | Fixing catalog of prompts localization, by angelahack1</a:t>
            </a:r>
          </a:p>
          <a:p>
            <a:pPr>
              <a:spcAft>
                <a:spcPts val="400"/>
              </a:spcAft>
              <a:defRPr sz="1200">
                <a:solidFill>
                  <a:srgbClr val="B4BAAE"/>
                </a:solidFill>
                <a:latin typeface="Aptos"/>
              </a:defRPr>
            </a:pPr>
            <a:r>
              <a:t>2026-07-11 | f8a7c237 | Fixing the startup dialog not being closeable, by angelahack1</a:t>
            </a:r>
          </a:p>
          <a:p>
            <a:pPr>
              <a:spcAft>
                <a:spcPts val="400"/>
              </a:spcAft>
              <a:defRPr sz="1200">
                <a:solidFill>
                  <a:srgbClr val="B4BAAE"/>
                </a:solidFill>
                <a:latin typeface="Aptos"/>
              </a:defRPr>
            </a:pPr>
            <a:r>
              <a:t>2026-07-11 | 2b22fef4 | Implemented agent Nmapper for pentestings, and general cyber-sec. improvements, by angelahack1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git_deny_go.py
|-- install.py
|-- KIMI.md
|-- LICENSE
|-- MessagingConnectorAssistant_Design.md
|-- OllamaPricing.png</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discoverer_1000.py
|       |       |-- mcp_playwright_suite.py
|       |       |-- qualify.py</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questions.py
|       |       |-- README.md
|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docs/
|   |-- companion-app-discovery.md
|   `-- claude/
|       |-- acpx.md
|       |-- agents.md
|       |-- architecture.md
|       |-- exec-report.md
|       |-- frontend.md
|       |-- gotchas.md
|       |-- INDEX.md
|       |-- mcp-tools.md
|       |-- multi-turn.md
|       `-- recent-fixes.md
|-- pyinstaller_hooks/
|   |-- hook-numpy.py
|   `-- hook-torch.py
|-- Tests/
|   |-- test_about_window_name_visible.py
|   `-- test_perf_3x_visual.py
|-- Tlamatini/
|   |-- cat_art.py
|   |-- manage.py
|   |-- .agents/
|   |   `-- workflows/
|   |       `-- create_new_agent.md
|   |-- .mcps/
|   |   `-- create_new_mcp.md
|   |-- .skills/
|   |   `-- create_new_skill.md
|   |-- agent/
|   |   |-- __init__.py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access_key_wizard.py
|   |   |-- admin.py
|   |   |-- agent_manifest.py
|   |   |-- apps.py
|   |   |-- capability_registry.py
|   |   |-- chain_files_search_lcel.py
|   |   |-- chain_system_lcel.py
|   |   |-- chat_agent_registry.py
|   |   |-- chat_agent_runtime.py
|   |   |-- chat_history_loader.py
|   |   |-- command_togen_pb2.txt
|   |   |-- command_watchdog.py
|   |   |-- config.json
|   |   |-- config_loader.py
|   |   |-- constants.py
|   |   |-- consumers.py
|   |   |-- contacts.py
|   |   |-- embedding_memory_guard.py
|   |   |-- exec_permission.py
|   |   |-- external_mcp_manager.py
|   |   |-- filesearch.proto
|   |   |-- filesearch_pb2.py
|   |   |-- filesearch_pb2_grpc.py
|   |   |-- global_execution_planner.py
|   |   |-- global_state.py
|   |   |-- gpu_perf.py
|   |   |-- inet_determiner.py
|   |   |-- llm_timing.py
|   |   |-- mcp_agent.py
|   |   |-- mcp_files_search_client.py
|   |   |-- mcp_files_search_server.py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mcp_system_client.py
|   |   |-- mcp_system_server.py
|   |   |-- models.py
|   |   |-- native_dialogs.py
|   |   |-- orphan_reaper.py
|   |   |-- path_guard.py
|   |   |-- prompt.pmt
|   |   |-- rag_enhancements.py
|   |   |-- routing.py
|   |   |-- self_healing.py
|   |   |-- self_update.py
|   |   |-- test_access_key_wizard.py
|   |   |-- test_agent_manifest.py
|   |   |-- test_arduiner_agent.py
|   |   |-- test_audioplayer_agent.py
|   |   |-- test_blenderer_agent.py
|   |   |-- test_build_scripts.py
|   |   |-- test_camcorder_agent.py
|   |   |-- test_chat_bridge_bots.py
|   |   |-- test_chat_history_window.py
|   |   |-- test_command_watchdog.py
|   |   |-- test_contacts.py
|   |   |-- test_crawler_agent.py
|   |   |-- test_createsuperuser_wizard.py
|   |   |-- test_de_compresser.py
|   |   |-- test_discoverer_agent.py
|   |   |-- test_discoverer_thousand.py
|   |   |-- test_editor_agent.py
|   |   |-- test_embedding_memory_guard.py
|   |   |-- test_esp32er_agent.py
|   |   |-- test_esphomer_agent.py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test_execute_command_bounded.py
|   |   |-- test_external_mcp_add_flow.py
|   |   |-- test_external_mcp_e2e.py
|   |   |-- test_external_mcp_transports.py
|   |   |-- test_external_mcp_universal.py
|   |   |-- test_file_extractor_reader.py
|   |   |-- test_flow_contracts.py
|   |   |-- test_frontend_mutable_state.py
|   |   |-- test_globber_agent.py
|   |   |-- test_googler_agent.py
|   |   |-- test_grepper_agent.py
|   |   |-- test_image_interpreter_agent.py
|   |   |-- test_instant_messaging_doctor.py
|   |   |-- test_j_decompiler_agent.py
|   |   |-- test_kalier_agent.py
|   |   |-- test_native_dialogs.py
|   |   |-- test_nmapper_agent.py
|   |   |-- test_orphan_reaper.py
|   |   |-- test_parametrizer_mcp_doctor.py
|   |   |-- test_password_quoting.py
|   |   |-- test_playwrighter_agent.py
|   |   |-- test_recorder_agent.py
|   |   |-- test_self_healing.py
|   |   |-- test_self_update.py
|   |   |-- test_step_by_step_mode.py
|   |   |-- test_stm32er_agent.py
|   |   |-- test_talker_agent.py
|   |   |-- test_telegrammer_identity.py
|   |   |-- test_temp_dir_policy.py
|   |   |-- test_unrealer_agent.py
|   |   |-- test_video_analyzer_agent.py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test_videoplayer_agent.py
|   |   |-- test_watchdog_foreground_exemption.py
|   |   |-- test_whatsapper_identity.py
|   |   |-- test_whisperer_agent.py
|   |   |-- test_windower_agent.py
|   |   |-- test_windows_app_registration.py
|   |   |-- test_zavuerer_agent.py
|   |   |-- tests.py
|   |   |-- tests_perf_3x.py
|   |   |-- Tlamatini.md
|   |   |-- tools.py
|   |   |-- urls.py
|   |   |-- version.py
|   |   |-- views.py
|   |   |-- web_search_llm.py
|   |   |-- window_flash.py
|   |   |-- windows_app_registration.py
|   |   |-- acpx/
|   |   |   |-- __init__.py
|   |   |   |-- agent_registry.py
|   |   |   |-- config.py
|   |   |   |-- permissions.py
|   |   |   |-- runtime.py
|   |   |   |-- service.py
|   |   |   |-- session_store.py
|   |   |   |-- tests.py
|   |   |   |-- tools.py
|   |   |   `-- windows_spawn.py
|   |   |-- agents/
|   |   |   |-- acpxer/
|   |   |   |   |-- acpxer.py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analyzer/
|   |   |   |   |-- analyzer.py
|   |   |   |   `-- config.yaml
|   |   |   |-- and/
|   |   |   |   |-- and.py
|   |   |   |   `-- config.yaml
|   |   |   |-- apirer/
|   |   |   |   |-- apirer.py
|   |   |   |   `-- config.yaml
|   |   |   |-- arduiner/
|   |   |   |   |-- arduiner.py
|   |   |   |   |-- config.yaml
|   |   |   |   `-- ArduinoTemplateProject/
|   |   |   |       |-- ArduinoTemplateProject.ino
|   |   |   |       |-- README.md
|   |   |   |       |-- sketch.yaml
|   |   |   |       `-- src/
|   |   |   |           |-- Heartbeat.cpp
|   |   |   |           `-- Heartbeat.h
|   |   |   |-- asker/
|   |   |   |   |-- asker.py
|   |   |   |   `-- config.yaml
|   |   |   |-- audioplayer/
|   |   |   |   |-- audioplayer.py
|   |   |   |   `-- config.yaml
|   |   |   |-- barrier/
|   |   |   |   |-- barrier.py
|   |   |   |   |-- config.yaml
|   |   |   |   `-- test_barrier.py
|   |   |   |-- blenderer/</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blenderer.py
|   |   |   |   `-- config.yaml
|   |   |   |-- camcorder/
|   |   |   |   |-- camcorder.py
|   |   |   |   `-- config.yaml
|   |   |   |-- cleaner/
|   |   |   |   |-- __init__.py
|   |   |   |   |-- cleaner.py
|   |   |   |   `-- config.yaml
|   |   |   |-- counter/
|   |   |   |   |-- config.yaml
|   |   |   |   `-- counter.py
|   |   |   |-- crawler/
|   |   |   |   |-- config.yaml
|   |   |   |   `-- crawler.py
|   |   |   |-- croner/
|   |   |   |   |-- config.yaml
|   |   |   |   `-- croner.py
|   |   |   |-- de_compresser/
|   |   |   |   |-- config.yaml
|   |   |   |   `-- de_compresser.py
|   |   |   |-- deleter/
|   |   |   |   |-- config.yaml
|   |   |   |   `-- deleter.py
|   |   |   |-- discoverer/
|   |   |   |   |-- config.yaml
|   |   |   |   `-- discoverer.py
|   |   |   |-- dockerer/
|   |   |   |   |-- config.yaml
|   |   |   |   `-- dockerer.py
|   |   |   |-- editor/</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 editor.py
|   |   |   |-- emailer/
|   |   |   |   |-- config.yaml
|   |   |   |   `-- emailer.py
|   |   |   |-- ender/
|   |   |   |   |-- config.yaml
|   |   |   |   `-- ender.py
|   |   |   |-- esp32er/
|   |   |   |   |-- config.yaml
|   |   |   |   `-- esp32er.py
|   |   |   |-- esphomer/
|   |   |   |   |-- config.yaml
|   |   |   |   |-- esphomer.py
|   |   |   |   `-- ESPHomeTemplateProject/
|   |   |   |       |-- README.md
|   |   |   |       `-- tlamatini-light.yaml
|   |   |   |-- executer/
|   |   |   |   |-- config.yaml
|   |   |   |   `-- executer.py
|   |   |   |-- file_creator/
|   |   |   |   |-- config.yaml
|   |   |   |   `-- file_creator.py
|   |   |   |-- file_extractor/
|   |   |   |   |-- config.yaml
|   |   |   |   `-- file_extractor.py
|   |   |   |-- file_interpreter/
|   |   |   |   |-- config.yaml
|   |   |   |   `-- file_interpreter.py
|   |   |   |-- flowbacker/
|   |   |   |   |-- config.yaml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flowbacker.py
|   |   |   |-- flowcreator/
|   |   |   |   |-- agentic_skill.md
|   |   |   |   |-- config.yaml
|   |   |   |   `-- flowcreator.py
|   |   |   |-- flowhypervisor/
|   |   |   |   |-- config.yaml
|   |   |   |   |-- flowhypervisor.py
|   |   |   |   |-- hypervisor_alert.wav
|   |   |   |   `-- monitoring-prompt.pmt
|   |   |   |-- forker/
|   |   |   |   |-- config.yaml
|   |   |   |   `-- forker.py
|   |   |   |-- gateway_relayer/
|   |   |   |   |-- config.yaml
|   |   |   |   |-- gateway_relayer.md
|   |   |   |   `-- gateway_relayer.py
|   |   |   |-- gatewayer/
|   |   |   |   |-- config.yaml
|   |   |   |   |-- gatewayer.md
|   |   |   |   |-- gatewayer.py
|   |   |   |   `-- gatewayer_explanation.md
|   |   |   |-- gitter/
|   |   |   |   |-- config.yaml
|   |   |   |   `-- gitter.py
|   |   |   |-- globber/
|   |   |   |   |-- config.yaml
|   |   |   |   `-- globber.py
|   |   |   |-- googler/
|   |   |   |   |-- config.yaml
|   |   |   |   `-- googler.py</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grepper/
|   |   |   |   |-- config.yaml
|   |   |   |   `-- grepper.py
|   |   |   |-- image_interpreter/
|   |   |   |   |-- config.yaml
|   |   |   |   `-- image_interpreter.py
|   |   |   |-- instant_messaging_doctor/
|   |   |   |   |-- config.yaml
|   |   |   |   `-- instant_messaging_doctor.py
|   |   |   |-- j_decompiler/
|   |   |   |   |-- config.yaml
|   |   |   |   `-- j_decompiler.py
|   |   |   |-- jenkinser/
|   |   |   |   |-- config.yaml
|   |   |   |   `-- jenkinser.py
|   |   |   |-- kalier/
|   |   |   |   |-- config.yaml
|   |   |   |   `-- kalier.py
|   |   |   |-- keyboarder/
|   |   |   |   |-- config.yaml
|   |   |   |   `-- keyboarder.py
|   |   |   |-- kuberneter/
|   |   |   |   |-- config.yaml
|   |   |   |   `-- kuberneter.py
|   |   |   |-- kyber_cipher/
|   |   |   |   |-- config.yaml
|   |   |   |   `-- kyber_cipher.py
|   |   |   |-- kyber_decipher/
|   |   |   |   |-- config.yaml
|   |   |   |   `-- kyber_decipher.py
|   |   |   |-- kyber_keygen/</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 kyber_keygen.py
|   |   |   |-- mcp_doctor/
|   |   |   |   |-- config.yaml
|   |   |   |   `-- mcp_doctor.py
|   |   |   |-- mongoxer/
|   |   |   |   |-- config.yaml
|   |   |   |   `-- mongoxer.py
|   |   |   |-- monitor_log/
|   |   |   |   |-- config.yaml
|   |   |   |   `-- monitor_log.py
|   |   |   |-- monitor_netstat/
|   |   |   |   |-- config.yaml
|   |   |   |   `-- monitor_netstat.py
|   |   |   |-- mouser/
|   |   |   |   |-- config.yaml
|   |   |   |   `-- mouser.py
|   |   |   |-- mover/
|   |   |   |   |-- config.yaml
|   |   |   |   `-- mover.py
|   |   |   |-- nmapper/
|   |   |   |   |-- config.yaml
|   |   |   |   `-- nmapper.py
|   |   |   |-- node_manager/
|   |   |   |   |-- config.yaml
|   |   |   |   |-- node_manager.md
|   |   |   |   |-- node_manager.py
|   |   |   |   |-- nodes_example.json
|   |   |   |   `-- nodes_example.yaml
|   |   |   |-- notifier/
|   |   |   |   |-- config.yaml</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notifier.py
|   |   |   |-- or/
|   |   |   |   |-- config.yaml
|   |   |   |   `-- or.py
|   |   |   |-- parametrizer/
|   |   |   |   |-- config.yaml
|   |   |   |   `-- parametrizer.py
|   |   |   |-- playwrighter/
|   |   |   |   |-- config.yaml
|   |   |   |   `-- playwrighter.py
|   |   |   |-- prompter/
|   |   |   |   |-- config.yaml
|   |   |   |   `-- prompter.py
|   |   |   |-- pser/
|   |   |   |   |-- config.yaml
|   |   |   |   `-- pser.py
|   |   |   |-- pythonxer/
|   |   |   |   |-- config.yaml
|   |   |   |   `-- pythonxer.py
|   |   |   |-- raiser/
|   |   |   |   |-- config.yaml
|   |   |   |   `-- raiser.py
|   |   |   |-- recmailer/
|   |   |   |   |-- config.yaml
|   |   |   |   `-- recmailer.py
|   |   |   |-- recorder/
|   |   |   |   |-- config.yaml
|   |   |   |   `-- recorder.py
|   |   |   |-- reviewer/
|   |   |   |   |-- config.yaml
|   |   |   |   `-- reviewer.py</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scper/
|   |   |   |   |-- config.yaml
|   |   |   |   `-- scper.py
|   |   |   |-- shoter/
|   |   |   |   |-- config.yaml
|   |   |   |   `-- shoter.py
|   |   |   |-- sleeper/
|   |   |   |   |-- config.yaml
|   |   |   |   `-- sleeper.py
|   |   |   |-- sqler/
|   |   |   |   |-- config.yaml
|   |   |   |   `-- sqler.py
|   |   |   |-- ssher/
|   |   |   |   |-- config.yaml
|   |   |   |   `-- ssher.py
|   |   |   |-- starter/
|   |   |   |   |-- config.yaml
|   |   |   |   `-- starter.py
|   |   |   |-- stm32er/
|   |   |   |   |-- config.yaml
|   |   |   |   `-- stm32er.py
|   |   |   |-- stopper/
|   |   |   |   |-- config.yaml
|   |   |   |   `-- stopper.py
|   |   |   |-- summarizer/
|   |   |   |   |-- config.yaml
|   |   |   |   `-- summarizer.py
|   |   |   |-- talker/
|   |   |   |   |-- config.yaml
|   |   |   |   `-- talker.py
|   |   |   |-- telegrammer/</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 HOW_TO_GET_YOUR_TELEGRAM_ASSETS.md
|   |   |   |   |-- telegrammer.py
|   |   |   |   `-- guide_assets/
|   |   |   |       |-- telegram_01_botfather_search.jpg
|   |   |   |       |-- telegram_02_newbot_token.jpg
|   |   |   |       |-- telegram_03_start_bot_getupdates.jpg
|   |   |   |       `-- telegram_04_tlamatini_contacts.jpg
|   |   |   |-- teletlamatini/
|   |   |   |   |-- config.yaml
|   |   |   |   `-- teletlamatini.py
|   |   |   |-- unrealer/
|   |   |   |   |-- config.yaml
|   |   |   |   `-- unrealer.py
|   |   |   |-- video_analyzer/
|   |   |   |   |-- config.yaml
|   |   |   |   `-- video_analyzer.py
|   |   |   |-- videoplayer/
|   |   |   |   |-- config.yaml
|   |   |   |   `-- videoplayer.py
|   |   |   |-- whatsapper/
|   |   |   |   |-- config.yaml
|   |   |   |   |-- HOW_TO_GET_YOUR_WHATSAPP_ASSETS.md
|   |   |   |   |-- whatsapper.py
|   |   |   |   `-- guide_assets/
|   |   |   |       |-- whatsapp_01_meta_create_app.jpg
|   |   |   |       |-- whatsapp_02_api_setup_keys.jpg
|   |   |   |       |-- whatsapp_03_test_recipient_send.jpg
|   |   |   |       |-- whatsapp_04_system_user_token.jpg
|   |   |   |       `-- whatsapp_05_tlamatini_contacts.jpg
|   |   |   |-- whisperer/</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 whisperer.py
|   |   |   |-- windower/
|   |   |   |   |-- config.yaml
|   |   |   |   `-- windower.py
|   |   |   `-- zavuerer/
|   |   |       |-- config.yaml
|   |   |       `-- zavuerer.py
|   |   |-- doc_generation/
|   |   |   |-- complete_project_docs.py
|   |   |   |-- mardown_to_pdf.py
|   |   |   |-- refresh_project_docs.py
|   |   |   `-- test_output.pdf
|   |   |-- images/
|   |   |   |-- HiIamTlamatini.png
|   |   |   |-- mockup.jpg
|   |   |   |-- Modify_the_last_video_keepi.mp4
|   |   |   |-- RealisticTlamatini.png
|   |   |   |-- ShouldersUoTlamatini.png
|   |   |   |-- Tlamatini AI Agentic Advisor Video.mp4
|   |   |   |-- TlamatiniAndKyber.mp4
|   |   |   |-- TlamatiniDrawings.png
|   |   |   |-- TlammatiniLetsMakeSomeMagic.mp4
|   |   |   |-- TorsoTlamatini.png
|   |   |   `-- XAIHT-Tlamatini.mp4
|   |   |-- imaging/
|   |   |   |-- converter.py
|   |   |   |-- image_interpreter.py
|   |   |   `-- screenshot.py
|   |   |-- management/
|   |   |   |-- __init__.py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commands/
|   |   |       |-- acpx_lint.py
|   |   |       `-- startserver.py
|   |   |-- migrations/
|   |   |   |-- 0001_initial.py
|   |   |   |-- 0002_populate_db.py
|   |   |   |-- 0003_add_cleaner.py
|   |   |   |-- 0004_add_deleter.py
|   |   |   |-- 0005_add_executer.py
|   |   |   |-- 0006_add_notifier.py
|   |   |   |-- 0007_add_stopper.py
|   |   |   |-- 0008_add_recmailer.py
|   |   |   |-- 0009_add_whatsapper.py
|   |   |   |-- 0010_add_pythonxer.py
|   |   |   |-- 0011_add_asker.py
|   |   |   |-- 0012_repopulate_all_agents.py
|   |   |   |-- 0013_add_forker.py
|   |   |   |-- 0014_repopulate_all_agents.py
|   |   |   |-- 0015_add_shoter.py
|   |   |   |-- 0016_repopulate_all_agents.py
|   |   |   |-- 0017_add_ssher.py
|   |   |   |-- 0018_repopulate_all_agents.py
|   |   |   |-- 0019_add_scper.py
|   |   |   |-- 0020_repopulate_all_agents.py
|   |   |   |-- 0021_add_telegramrx.py
|   |   |   |-- 0022_repopulate_all_agents.py
|   |   |   |-- 0023_add_mongoxer.py
|   |   |   |-- 0024_repopulate_all_agents.py
|   |   |   |-- 0025_add_telegramer.py
|   |   |   |-- 0026_repopulate_all_agents.py
|   |   |   |-- 0027_add_sqler.py</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|-- 0028_repopulate_all_agents.py
|   |   |   |-- 0029_add_prompter.py
|   |   |   |-- 0030_repopulate_all_agents.py
|   |   |   |-- 0031_add_flowcreator.py
|   |   |   |-- 0032_repopulate_all_agents.py
|   |   |   |-- 0033_add_gitter.py
|   |   |   |-- 0034_add_dockerer.py
|   |   |   |-- 0035_add_pser.py
|   |   |   |-- 0036_add_kuberneter.py
|   |   |   |-- 0037_add_apirer.py
|   |   |   |-- 0038_add_jenkinser.py
|   |   |   |-- 0039_add_crawler.py
|   |   |   |-- 0040_add_summarizer.py
|   |   |   |-- 0041_add_flowhypervisor.py
|   |   |   |-- 0042_add_mouser.py
|   |   |   |-- 0043_agentmessage_conversation_user.py
|   |   |   |-- 0044_add_counter.py
|   |   |   |-- 0045_add_file_interpreter.py
|   |   |   |-- 0046_add_image_interpreter.py
|   |   |   |-- 0047_add_gatewayer.py
|   |   |   |-- 0048_add_gateway_relayer.py
|   |   |   |-- 0049_add_node_manager.py
|   |   |   |-- 0050_add_file_creator.py
|   |   |   |-- 0051_add_file_extractor.py
|   |   |   |-- 0052_add_kyber_keygen.py
|   |   |   |-- 0053_add_kyber_cipher.py
|   |   |   |-- 0054_add_kyber_decipher.py
|   |   |   |-- 0055_fix_kyber_cipher_names.py
|   |   |   |-- 0056_add_parametrizer.py
|   |   |   |-- 0057_add_flowbacker.py
|   |   |   |-- 0058_add_barrier.py</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|-- 0059_add_j_decompiler.py
|   |   |   |-- 0060_add_agent_parametrizer_tool.py
|   |   |   |-- 0061_add_agent_starter_tool.py
|   |   |   |-- 0062_sync_agent_control_tools_and_prompts.py
|   |   |   |-- 0063_add_agent_parametrizer_prompt.py
|   |   |   |-- 0064_add_chat_agent_run_model.py
|   |   |   |-- 0065_add_chat_wrapped_agent_tools.py
|   |   |   |-- 0066_add_keyboarder.py
|   |   |   |-- 0067_add_multi_turn_demo_prompts.py
|   |   |   |-- 0068_add_googler_tool.py
|   |   |   |-- 0069_add_googler_agent.py
|   |   |   |-- 0070_add_teletlamatini.py
|   |   |   |-- 0071_acpx_skills.py
|   |   |   |-- 0072_add_acpx_demo_prompts.py
|   |   |   |-- 0073_acpx_demo_gemini_uplift.py
|   |   |   |-- 0074_simplify_demo_prompts.py
|   |   |   |-- 0075_add_acpx_tool_surface.py
|   |   |   |-- 0076_add_acpxer.py
|   |   |   |-- 0077_add_whatstlamatini.py
|   |   |   |-- 0078_add_chat_agent_keyboarder_tool.py
|   |   |   |-- 0079_add_chat_agent_mouser_tool.py
|   |   |   |-- 0080_add_chat_agent_sleeper_tool.py
|   |   |   |-- 0081_add_window_present_and_run_wait_tools.py
|   |   |   |-- 0082_add_chat_agent_j_decompiler_tool.py
|   |   |   |-- 0083_add_de_compresser.py
|   |   |   |-- 0084_add_chat_agent_de_compresser_tool.py
|   |   |   |-- 0085_add_unrealer.py
|   |   |   |-- 0086_add_chat_agent_unrealer_tool.py
|   |   |   |-- 0087_add_unrealer_demo_prompt.py
|   |   |   |-- 0088_add_reviewer.py
|   |   |   |-- 0089_add_analyzer.py</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|-- 0090_add_reviewer_analyzer_demo_prompts.py
|   |   |   |-- 0091_add_playwrighter.py
|   |   |   |-- 0092_add_chat_agent_playwrighter_tool.py
|   |   |   |-- 0093_add_windower.py
|   |   |   |-- 0094_add_chat_agent_windower_tool.py
|   |   |   |-- 0095_add_windower_playwrighter_demo_prompts.py
|   |   |   |-- 0096_add_director_virtuoso_demo_prompts.py
|   |   |   |-- 0097_add_kalier.py
|   |   |   |-- 0098_add_chat_agent_kalier_tool.py
|   |   |   |-- 0099_add_kalier_demo_prompts.py
|   |   |   |-- 0100_add_unrealer_extended_demo_prompts.py
|   |   |   |-- 0101_add_stm32er.py
|   |   |   |-- 0102_add_chat_agent_stm32er_tool.py
|   |   |   |-- 0103_add_stm32er_demo_prompts.py
|   |   |   |-- 0104_fix_stm32er_hil_serial_proof.py
|   |   |   |-- 0105_add_esp32er.py
|   |   |   |-- 0106_add_chat_agent_esp32er_tool.py
|   |   |   |-- 0107_add_esp32er_demo_prompts.py
|   |   |   |-- 0108_add_flow_making_demo_prompt.py
|   |   |   |-- 0109_add_arduiner.py
|   |   |   |-- 0110_add_chat_agent_arduiner_tool.py
|   |   |   |-- 0111_add_arduiner_demo_prompts.py
|   |   |   |-- 0112_add_camcorder.py
|   |   |   |-- 0113_add_chat_agent_camcorder_tool.py
|   |   |   |-- 0114_add_recorder.py
|   |   |   |-- 0115_add_chat_agent_recorder_tool.py
|   |   |   |-- 0116_add_audioplayer.py
|   |   |   |-- 0117_add_chat_agent_audioplayer_tool.py
|   |   |   |-- 0118_add_videoplayer.py
|   |   |   |-- 0119_add_chat_agent_videoplayer_tool.py
|   |   |   |-- 0120_add_talker.py</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|-- 0121_add_chat_agent_talker_tool.py
|   |   |   |-- 0122_add_talker_demo_prompt.py
|   |   |   |-- 0123_add_whisperer.py
|   |   |   |-- 0124_add_chat_agent_whisperer_tool.py
|   |   |   |-- 0125_add_whisperer_demo_prompt.py
|   |   |   |-- 0126_add_blenderer.py
|   |   |   |-- 0127_add_chat_agent_blenderer_tool.py
|   |   |   |-- 0128_add_blenderer_demo_prompts.py
|   |   |   |-- 0129_add_editor.py
|   |   |   |-- 0130_add_chat_agent_editor_tool.py
|   |   |   |-- 0131_add_editor_demo_prompts.py
|   |   |   |-- 0132_add_grepper.py
|   |   |   |-- 0133_add_chat_agent_grepper_tool.py
|   |   |   |-- 0134_add_grepper_demo_prompts.py
|   |   |   |-- 0135_add_globber.py
|   |   |   |-- 0136_add_chat_agent_globber_tool.py
|   |   |   |-- 0137_add_globber_demo_prompts.py
|   |   |   |-- 0138_add_esphomer.py
|   |   |   |-- 0139_add_chat_agent_esphomer_tool.py
|   |   |   |-- 0140_add_esphomer_demo_prompts.py
|   |   |   |-- 0141_add_mcp_doctor.py
|   |   |   |-- 0142_add_chat_agent_mcp_doctor_tool.py
|   |   |   |-- 0143_add_mcp_doctor_demo_prompt.py
|   |   |   |-- 0144_insert_java17_maven_demo_prompt_at_5.py
|   |   |   |-- 0145_insert_createsuperuser_wizard_prompt_at_1.py
|   |   |   |-- 0146_update_createsuperuser_wizard_continuation.py
|   |   |   |-- 0147_add_unreal_game_demo_prompts.py
|   |   |   |-- 0148_add_discoverer_demo_prompts.py
|   |   |   |-- 0149_add_discoverer.py
|   |   |   |-- 0150_add_chat_agent_discoverer_tool.py
|   |   |   |-- 0151_retire_old_messaging_add_telegrammer.py</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|-- 0152_add_instant_messaging_doctor.py
|   |   |   |-- 0153_add_chat_agent_instant_messaging_doctor_tool.py
|   |   |   |-- 0154_add_instant_messaging_doctor_demo_prompt.py
|   |   |   |-- 0155_add_contact_scaffold_demo_prompt.py
|   |   |   |-- 0156_add_telegrammer_identity_demo_prompts.py
|   |   |   |-- 0157_add_whatsapper_identity_demo_prompt.py
|   |   |   |-- 0158_redesign_messaging_demo_prompts.py
|   |   |   |-- 0159_add_zavuerer.py
|   |   |   |-- 0160_add_chat_agent_zavuerer_tool.py
|   |   |   |-- 0161_add_zavuerer_demo_prompts.py
|   |   |   |-- 0162_add_zavuerer_catalog_prompts.py
|   |   |   |-- 0163_add_zavuerer_get_key_wizard_prompt.py
|   |   |   |-- 0164_dedup_zavuerer_setup_wizards.py
|   |   |   |-- 0165_add_image_interpreter_triple_model_demo_prompt.py
|   |   |   |-- 0166_add_video_analyzer.py
|   |   |   |-- 0167_add_chat_agent_video_analyzer_tool.py
|   |   |   |-- 0168_add_video_analyzer_demo_prompt.py
|   |   |   |-- 0169_add_discoverer_cvemap_latest_demo_prompt.py
|   |   |   |-- 0170_add_nmapper.py
|   |   |   |-- 0171_add_chat_agent_nmapper_tool.py
|   |   |   |-- 0172_add_nmapper_demo_prompts.py
|   |   |   |-- 0173_add_unreal_scaffold_demo_prompt.py
|   |   |   |-- 0174_unreal_scaffold_build_project_tip.py
|   |   |   `-- __init__.py
|   |   |-- monitors/
|   |   |   `-- monitor_sql.py
|   |   |-- opus_client/
|   |   |   |-- claude_opus_client.py
|   |   |   |-- examples.py
|   |   |   `-- README.md
|   |   |-- rag/</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   |-- config.py
|   |   |   |-- factory.py
|   |   |   |-- interaction.py
|   |   |   |-- interface.py
|   |   |   |-- loaders.py
|   |   |   |-- prompts.py
|   |   |   |-- retrieval.py
|   |   |   |-- splitters.py
|   |   |   |-- utils.py
|   |   |   `-- chains/
|   |   |       |-- base.py
|   |   |       |-- basic.py
|   |   |       |-- history_aware.py
|   |   |       `-- unified.py
|   |   |-- services/
|   |   |   |-- __init__.py
|   |   |   |-- agent_contracts.py
|   |   |   |-- agent_paths.py
|   |   |   |-- filesystem.py
|   |   |   |-- flow_compiler.py
|   |   |   |-- flow_spec.py
|   |   |   `-- response_parser.py
|   |   |-- skills/
|   |   |   |-- __init__.py
|   |   |   |-- frontmatter.py
|   |   |   |-- harness.py
|   |   |   |-- io_contract.py
|   |   |   `-- registry.py
|   |   |-- skills_pkg/
|   |   |   |-- _meta/</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lint.py
|   |   |   |   `-- schema.json
|   |   |   |-- acp_router/
|   |   |   |   `-- SKILL.md
|   |   |   |-- code_review/
|   |   |   |   `-- SKILL.md
|   |   |   |-- create_new_agent/
|   |   |   |   `-- SKILL.md
|   |   |   |-- create_new_mcp/
|   |   |   |   `-- SKILL.md
|   |   |   |-- flow_making/
|   |   |   |   |-- SKILL.md
|   |   |   |   |-- references/
|   |   |   |   |   `-- flw_schema.md
|   |   |   |   `-- scripts/
|   |   |   |       |-- make_flow.py
|   |   |   |       `-- result_to_flw.py
|   |   |   |-- github/
|   |   |   |   `-- SKILL.md
|   |   |   |-- gmail/
|   |   |   |   `-- SKILL.md
|   |   |   |-- hello_world/
|   |   |   |   `-- SKILL.md
|   |   |   |-- jira/
|   |   |   |   `-- SKILL.md
|   |   |   |-- kali_pentest/
|   |   |   |   `-- SKILL.md
|   |   |   |-- notion/
|   |   |   |   `-- SKILL.md
|   |   |   |-- security_audit/
|   |   |   |   `-- SKILL.md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setup_new_acpx_key/
|   |   |   |   `-- SKILL.md
|   |   |   |-- skill_creator/
|   |   |   |   |-- SKILL.md
|   |   |   |   `-- scripts/
|   |   |   |       `-- quick_validate.py
|   |   |   |-- slack/
|   |   |   |   `-- SKILL.md
|   |   |   |-- summarize/
|   |   |   |   `-- SKILL.md
|   |   |   |-- tlamatini_allowed_hosts_tighten/
|   |   |   |   `-- SKILL.md
|   |   |   |-- tlamatini_csrf_exempt_audit/
|   |   |   |   `-- SKILL.md
|   |   |   |-- tlamatini_exec_report_row_adder/
|   |   |   |   `-- SKILL.md
|   |   |   |-- tlamatini_flow_from_objective/
|   |   |   |   `-- SKILL.md
|   |   |   |-- tlamatini_flw_doctor/
|   |   |   |   `-- SKILL.md
|   |   |   |-- tlamatini_new_acp_agent/
|   |   |   |   `-- SKILL.md
|   |   |   |-- tlamatini_planner_trace_replay/
|   |   |   |   `-- SKILL.md
|   |   |   |-- tlamatini_static_version_bumper/
|   |   |   |   `-- SKILL.md
|   |   |   |-- todoist/
|   |   |   |   `-- SKILL.md
|   |   |   |-- trello/
|   |   |   |   `-- SKILL.md
|   |   |   `-- weather/</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SKILL.md
|   |   |-- static/
|   |   |   `-- agent/
|   |   |       |-- css/
|   |   |       |   |-- access_keys_wizard.css
|   |   |       |   |-- agent_page.css
|   |   |       |   |-- agentic_control_panel.css
|   |   |       |   |-- contacts_dialog.css
|   |   |       |   |-- external_mcps_dialog.css
|   |   |       |   |-- login.css
|   |   |       |   |-- skills_dialog.css
|   |   |       |   |-- tools_dialog.css
|   |   |       |   `-- welcome.css
|   |   |       |-- img/
|   |   |       |   |-- spinner.svg
|   |   |       |   `-- Tlamatini.ico
|   |   |       |-- js/
|   |   |       |   |-- access_keys_wizard.js
|   |   |       |   |-- acp-agent-connectors.js
|   |   |       |   |-- acp-canvas-core.js
|   |   |       |   |-- acp-canvas-undo.js
|   |   |       |   |-- acp-control-buttons.js
|   |   |       |   |-- acp-file-io.js
|   |   |       |   |-- acp-flow-snapshot.js
|   |   |       |   |-- acp-globals.js
|   |   |       |   |-- acp-layout.js
|   |   |       |   |-- acp-parametrizer-dialog.js
|   |   |       |   |-- acp-running-state.js
|   |   |       |   |-- acp-session.js
|   |   |       |   |-- acp-undo-manager.js
|   |   |       |   |-- acp-validate.js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agent_page_canvas.js
|   |   |       |   |-- agent_page_chat.js
|   |   |       |   |-- agent_page_context.js
|   |   |       |   |-- agent_page_dialogs.js
|   |   |       |   |-- agent_page_init.js
|   |   |       |   |-- agent_page_layout.js
|   |   |       |   |-- agent_page_state.js
|   |   |       |   |-- agent_page_ui.js
|   |   |       |   |-- agentic_control_panel.js
|   |   |       |   |-- canvas_item_dialog.js
|   |   |       |   |-- chat_page_runtime_poller.js
|   |   |       |   |-- contacts_dialog.js
|   |   |       |   |-- contextual_menus.js
|   |   |       |   |-- external_mcps_dialog.js
|   |   |       |   |-- shared-runtime-dialogs.js
|   |   |       |   |-- skills_dialog.js
|   |   |       |   `-- tools_dialog.js
|   |   |       |-- sounds/
|   |   |       |   |-- hypervisor_alert.wav
|   |   |       |   `-- notification.wav
|   |   |       `-- video/
|   |   |           `-- XAIHT-Tlamatini.mp4
|   |   |-- templates/
|   |   |   `-- agent/
|   |   |       |-- agent_page.html
|   |   |       |-- agentic_control_panel.html
|   |   |       |-- login.html
|   |   |       `-- welcome.html
|   |   |-- test_fixtures/
|   |   |   `-- talker_orpheus_tokens.txt
|   |   `-- TlamatiniSourceCode/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README.md
|   |-- DB/
|   |   |-- Older/
|   |   |   `-- README.md
|   |   `-- ToLoad/
|   |       `-- README.md
|   |-- jd-cli/
|   |   |-- jd-cli.bat
|   |   `-- jd-cli.jar
|   |-- tests_e2e/
|   |   |-- README.md
|   |   |-- test_create_flow_visual.py
|   |   `-- test_self_healing_visual.py
|   `-- tlamatini/
|       |-- __init__.py
|       |-- asgi.py
|       |-- context_processors.py
|       |-- logging_filters.py
|       |-- middleware.py
|       |-- settings.py
|       |-- urls.py
|       `-- wsgi.py
`-- Tlamatini_eXtended_Artificial_Intelligence_Humanly_Tempered/
    |-- slide-1.png
    |-- slide-10.png
    |-- slide-100.png
    |-- slide-101.png
    |-- slide-102.png
    |-- slide-103.png
    |-- slide-104.png
    |-- slide-105.png</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slide-106.png
    |-- slide-107.png
    |-- slide-108.png
    |-- slide-109.png
    |-- slide-11.png
    |-- slide-110.png
    |-- slide-111.png
    |-- slide-112.png
    |-- slide-113.png
    |-- slide-114.png
    |-- slide-115.png
    |-- slide-116.png
    |-- slide-117.png
    |-- slide-118.png
    |-- slide-119.png
    |-- slide-12.png
    |-- slide-120.png
    |-- slide-121.png
    |-- slide-122.png
    |-- slide-123.png
    |-- slide-124.png
    |-- slide-125.png
    |-- slide-126.png
    |-- slide-127.png
    |-- slide-128.png
    |-- slide-129.png
    |-- slide-13.png
    |-- slide-130.png
    |-- slide-131.png
    |-- slide-132.png
    |-- slide-14.png</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35/37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slide-15.png
    |-- slide-16.png
    |-- slide-17.png
    |-- slide-18.png
    |-- slide-19.png
    |-- slide-2.png
    |-- slide-20.png
    |-- slide-21.png
    |-- slide-22.png
    |-- slide-23.png
    |-- slide-24.png
    |-- slide-25.png
    |-- slide-26.png
    |-- slide-27.png
    |-- slide-28.png
    |-- slide-29.png
    |-- slide-3.png
    |-- slide-30.png
    |-- slide-31.png
    |-- slide-32.png
    |-- slide-33.png
    |-- slide-34.png
    |-- slide-35.png
    |-- slide-36.png
    |-- slide-37.png
    |-- slide-38.png
    |-- slide-39.png
    |-- slide-4.png
    |-- slide-40.png
    |-- slide-41.png
    |-- slide-42.png</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36/37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slide-43.png
    |-- slide-44.png
    |-- slide-45.png
    |-- slide-46.png
    |-- slide-47.png
    |-- slide-48.png
    |-- slide-49.png
    |-- slide-5.png
    |-- slide-50.png
    |-- slide-51.png
    |-- slide-52.png
    |-- slide-53.png
    |-- slide-54.png
    |-- slide-55.png
    |-- slide-56.png
    |-- slide-57.png
    |-- slide-58.png
    |-- slide-59.png
    |-- slide-6.png
    |-- slide-60.png
    |-- slide-61.png
    |-- slide-62.png
    |-- slide-63.png
    |-- slide-64.png
    |-- slide-65.png
    |-- slide-66.png
    |-- slide-67.png
    |-- slide-68.png
    |-- slide-69.png
    |-- slide-7.png
    |-- slide-70.png</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37/37</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slide-71.png
    |-- slide-72.png
    |-- slide-73.png
    |-- slide-74.png
    |-- slide-75.png
    |-- slide-76.png
    |-- slide-77.png
    |-- slide-78.png
    |-- slide-79.png
    |-- slide-8.png
    |-- slide-80.png
    |-- slide-81.png
    |-- slide-82.png
    |-- slide-83.png
    |-- slide-84.png
    |-- slide-85.png
    |-- slide-86.png
    |-- slide-87.png
    |-- slide-88.png
    |-- slide-89.png
    |-- slide-9.png
    |-- slide-90.png
    |-- slide-91.png
    |-- slide-92.png
    |-- slide-93.png
    |-- slide-94.png
    |-- slide-95.png
    |-- slide-96.png
    |-- slide-97.png
    |-- slide-98.png
    `-- slide-99.png</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