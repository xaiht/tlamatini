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1384</c:v>
                </c:pt>
                <c:pt idx="1">
                  <c:v>883</c:v>
                </c:pt>
                <c:pt idx="2">
                  <c:v>1229</c:v>
                </c:pt>
                <c:pt idx="3">
                  <c:v>1388</c:v>
                </c:pt>
                <c:pt idx="4">
                  <c:v>1442</c:v>
                </c:pt>
                <c:pt idx="5">
                  <c:v>2320</c:v>
                </c:pt>
                <c:pt idx="6">
                  <c:v>2357</c:v>
                </c:pt>
                <c:pt idx="7">
                  <c:v>6392</c:v>
                </c:pt>
                <c:pt idx="8">
                  <c:v>10338</c:v>
                </c:pt>
                <c:pt idx="9">
                  <c:v>13544</c:v>
                </c:pt>
                <c:pt idx="10">
                  <c:v>26018</c:v>
                </c:pt>
                <c:pt idx="11">
                  <c:v>35580</c:v>
                </c:pt>
                <c:pt idx="12">
                  <c:v>102470</c:v>
                </c:pt>
                <c:pt idx="13">
                  <c:v>232693</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89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109 built-in tools, self-healing steps and Compact mode for small models.</a:t>
            </a:r>
          </a:p>
          <a:p/>
          <a:p>
            <a:r>
              <a:t>Agentic Control Panel: 89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89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+ 67 wrapped agent launchers + 12 ACPX and Skill tools + 10 External-MCP supervisors = 109 tools. Healthy, active external MCP servers add their own ext__&lt;server&gt;__&lt;tool&gt; tools on top.</a:t>
            </a:r>
          </a:p>
          <a:p/>
          <a:p>
            <a:r>
              <a:t>The application ships 56 JavaScript modules, 20 stylesheets and 6 page templates, 213 database migrations and 87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53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the chat: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Gauge events and visible-dialog refresh; cloud cache lasts 60 seconds.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89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89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4 source changes: .flw opens agents; .fpmt opens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89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67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Gatewayer: Webhook and folder-drop ingress that turns outside events into triggers.</a:t>
            </a:r>
          </a:p>
          <a:p/>
          <a:p>
            <a:r>
              <a:t>Gateway Relayer: Relays GitHub and GitLab webhooks into Gatewayer.</a:t>
            </a:r>
          </a:p>
          <a:p/>
          <a:p>
            <a:r>
              <a:t>Node Manager: Infrastructure registry: discovers nodes, probes heartbeats and capabilities.</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Zavuerer: SMS, WhatsApp, Telegram, email and voice through one Zavu key.</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into one definitive report.</a:t>
            </a:r>
          </a:p>
          <a:p/>
          <a:p>
            <a:r>
              <a:t>Video-Analyzer · robotics: A deterministic motion gate plus two vision models; PASS only when both agree.</a:t>
            </a:r>
          </a:p>
          <a:p/>
          <a:p>
            <a:r>
              <a:t>Video-Analyzer · transcription: Timestamped speech from chosen audio tracks, locally.</a:t>
            </a:r>
          </a:p>
          <a:p/>
          <a:p>
            <a:r>
              <a:t>Video-Analyzer · summary: Speech plus sampled visual evidence: scenes, text, facts, decisions and limits.</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Zavuerer: One Zavu key for SMS, WhatsApp, Telegram, email and voice, with smart routing.</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 static coverage check includes all 89 agents, build helpers, optional imports and tests.</a:t>
            </a:r>
          </a:p>
          <a:p/>
          <a:p>
            <a:r>
              <a:t>The refreshed static guard scanned 762 Python files and 69 directly referenced distributions. The main requirements file contains 87 declarations; missing Autobahn, lxml, six, pip and PlatformIO declarations were added. Existing framework and compatibility pins remain.</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 no missing declarations, syntax errors or unreviewed dynamic imports.</a:t>
            </a:r>
          </a:p>
          <a:p/>
          <a:p>
            <a:r>
              <a:t>Earlier evidence: September 27: main/ESPHome dry runs and temporary-environment dependency smoke checks passed.</a:t>
            </a:r>
          </a:p>
          <a:p/>
          <a:p>
            <a:r>
              <a:t>Limits: Static coverage and selective smoke tests do not certify a clean installation or frozen build.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1.77.0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Version and Release Status. Version v1.77.0,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Usage dialog is an uncommitted source change, not part of the published v1.77.0 binary.</a:t>
            </a:r>
          </a:p>
          <a:p/>
          <a:p>
            <a:r>
              <a:t>The October 10 source campaign passed 18 Usage tests, 202 existing regressions and 24 visible browser checks, plus source/collected-static byte parity. The live Pro account was compared with Ollama Settings before and after a real model request. Usage opened and refreshed while that request ran. Other-plan, failure and account-switch cases used explicitly synthetic fixtures, not live Free, Max or Unlimited subscriptions.</a:t>
            </a:r>
          </a:p>
          <a:p/>
          <a:p>
            <a:r>
              <a:t>UsageDaily, migration 0213, records counters by user/model/UTC day. A bounded worker queue keeps inference independent of writes; it is best-effort telemetry, not a billing ledger. usage_provider.py and usage_views.py provide bounded, authenticated read-only access, credential-safe requests and account-aware stale caching. Build/runtime/source inventories carry the modules, migration, template, JS/CSS and tests together.</a:t>
            </a:r>
          </a:p>
          <a:p/>
          <a:p>
            <a:r>
              <a:t>Both self-modify and self-update source inclusion sweeps passed. No executable build, installer or real update was run for this feature. An unavailable System-Metrics sidecar in the isolated test does not certify the full product; the real model response and Usage checks completed. The dated test record is in docs/usage-dashboard.md. This document refresh does not claim to rerun those browser tests or publish a new version.</a:t>
            </a:r>
          </a:p>
          <a:p/>
          <a:p>
            <a:r>
              <a:t>220 tests: 18 Usage plus 202 existing regressions passed on October 10.</a:t>
            </a:r>
          </a:p>
          <a:p/>
          <a:p>
            <a:r>
              <a:t>24 browser checks: Visible live Pro comparisons plus clearly synthetic edge cases.</a:t>
            </a:r>
          </a:p>
          <a:p/>
          <a:p>
            <a:r>
              <a:t>During a request: Usage opened/refreshed while a real model answer completed.</a:t>
            </a:r>
          </a:p>
          <a:p/>
          <a:p>
            <a:r>
              <a:t>Source carriage: Both inclusion sweeps clean; collected static bytes match source.</a:t>
            </a:r>
          </a:p>
          <a:p/>
          <a:p>
            <a:r>
              <a:t>Release boundary: Rebuild and installed acceptance remain pending.</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9 and published as the current release, so self-update delivers it.</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tag is not a release, and a commit after a tag is not a new tag. This dossier keeps the three apart.</a:t>
            </a:r>
          </a:p>
          <a:p/>
          <a:p>
            <a:r>
              <a:t>The annotated tag v1.77.0 was created on 2026-10-09 and resolves to commit 052bfe0f, and the remote advertises it.</a:t>
            </a:r>
          </a:p>
          <a:p/>
          <a:p>
            <a:r>
              <a:t>Since the tag, 9 more commit(s) went into main (0e6fc72d, 4535154b, 60503722, 2807332a, a0338cb8, 860e1674, 1692af4b, 323b694d, 757a8233). A build of main still reports version 1.77.0, because the version always carries the tag's number and nothing more.</a:t>
            </a:r>
          </a:p>
          <a:p/>
          <a:p>
            <a:r>
              <a:t>The newest release published on GitHub is v1.77.0, published 2026-10-09.</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438,038 effective lines across 1,442 text files; 563,646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complete tracked file tree. Every one of the 1,670 files Git tracks, drawn as a tree.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complete tracked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 Id="rId4" Type="http://schemas.openxmlformats.org/officeDocument/2006/relationships/chart" Target="../charts/char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 Id="rId4" Type="http://schemas.openxmlformats.org/officeDocument/2006/relationships/chart" Target="../charts/char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3.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89</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109</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v1.77.0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10,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a complete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89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and Release Status</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v1.77.0,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complete tracked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Every file Git tracks, drawn as a tree.</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109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89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89</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109</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67</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213</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1,670</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438,038</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67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Zavuerer,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Current source also adds Usage, available while a request runs.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CURRENT SOURCE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Gauge events and visible-dialog refresh; cloud cache lasts 60 seconds.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89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89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4 source changes: .flw opens agents; .fpmt opens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89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89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11</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10</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11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Parametrizer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Maps one agent's structured output into the next agent's configuration.</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FlowCreator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Designs a complete, validated .flw workflow from a plain objective.</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FlowHypervisor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A model watchdog that reads a running flow: OK or ATTENTION NEEDED.</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FlowBacker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Backs up a session's logs and configurations before clean-up.</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Webhook and folder-drop ingress that turns outside events into triggers.</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Gateway Relayer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Relays GitHub and GitLab webhooks into Gatewayer.</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Node Manager</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Infrastructure registry: discovers nodes, probes heartbeats and capabilities.</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Prompter</a:t>
            </a:r>
          </a:p>
        </p:txBody>
      </p:sp>
      <p:sp>
        <p:nvSpPr>
          <p:cNvPr id="39" name="TextBox 38"/>
          <p:cNvSpPr txBox="1"/>
          <p:nvPr/>
        </p:nvSpPr>
        <p:spPr>
          <a:xfrm>
            <a:off x="9152915" y="4125468"/>
            <a:ext cx="2343835" cy="537971"/>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Sends one prompt to a model and logs a structured answer.</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Summarizer</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Summarizes text once, or watches logs and fires on a detected event.</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ACPXer</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Runs one external coding-agent CLI turn on the canvas and captures its answer.</a:t>
            </a:r>
          </a:p>
        </p:txBody>
      </p:sp>
      <p:sp>
        <p:nvSpPr>
          <p:cNvPr id="48" name="Rounded Rectangle 47"/>
          <p:cNvSpPr/>
          <p:nvPr/>
        </p:nvSpPr>
        <p:spPr>
          <a:xfrm>
            <a:off x="6205575"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6370167" y="5102351"/>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33591"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MCP Doctor</a:t>
            </a:r>
          </a:p>
        </p:txBody>
      </p:sp>
      <p:sp>
        <p:nvSpPr>
          <p:cNvPr id="51" name="TextBox 50"/>
          <p:cNvSpPr txBox="1"/>
          <p:nvPr/>
        </p:nvSpPr>
        <p:spPr>
          <a:xfrm>
            <a:off x="6333591" y="5570220"/>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Diagnoses an external MCP server on paper, before any live connection.</a:t>
            </a:r>
          </a:p>
        </p:txBody>
      </p:sp>
      <p:cxnSp>
        <p:nvCxnSpPr>
          <p:cNvPr id="52" name="Connector 5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4" name="TextBox 5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10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Shows an in-browser notification, optionally with a sound.</a:t>
            </a:r>
          </a:p>
        </p:txBody>
      </p:sp>
      <p:sp>
        <p:nvSpPr>
          <p:cNvPr id="12" name="Rounded Rectangle 11"/>
          <p:cNvSpPr/>
          <p:nvPr/>
        </p:nvSpPr>
        <p:spPr>
          <a:xfrm>
            <a:off x="3386251"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3514267"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6205575"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6333591"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9024899" y="2084831"/>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9152915" y="2680715"/>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566928"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694944"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WhatsApp through Meta's Cloud API, or explicitly from your own number.</a:t>
            </a:r>
          </a:p>
        </p:txBody>
      </p:sp>
      <p:sp>
        <p:nvSpPr>
          <p:cNvPr id="28" name="Rounded Rectangle 27"/>
          <p:cNvSpPr/>
          <p:nvPr/>
        </p:nvSpPr>
        <p:spPr>
          <a:xfrm>
            <a:off x="3386251"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Zavuerer</a:t>
            </a:r>
          </a:p>
        </p:txBody>
      </p:sp>
      <p:sp>
        <p:nvSpPr>
          <p:cNvPr id="31" name="TextBox 30"/>
          <p:cNvSpPr txBox="1"/>
          <p:nvPr/>
        </p:nvSpPr>
        <p:spPr>
          <a:xfrm>
            <a:off x="3514267" y="4125468"/>
            <a:ext cx="2343835" cy="537971"/>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SMS, WhatsApp, Telegram, email and voice through one Zavu key.</a:t>
            </a:r>
          </a:p>
        </p:txBody>
      </p:sp>
      <p:sp>
        <p:nvSpPr>
          <p:cNvPr id="32" name="Rounded Rectangle 31"/>
          <p:cNvSpPr/>
          <p:nvPr/>
        </p:nvSpPr>
        <p:spPr>
          <a:xfrm>
            <a:off x="6205575"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3749039"/>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5" name="TextBox 34"/>
          <p:cNvSpPr txBox="1"/>
          <p:nvPr/>
        </p:nvSpPr>
        <p:spPr>
          <a:xfrm>
            <a:off x="6333591" y="4125468"/>
            <a:ext cx="2343835" cy="537971"/>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Brings the full Tlamatini chat, Multi-Turn included, into Telegram.</a:t>
            </a:r>
          </a:p>
        </p:txBody>
      </p:sp>
      <p:sp>
        <p:nvSpPr>
          <p:cNvPr id="36" name="Rounded Rectangle 35"/>
          <p:cNvSpPr/>
          <p:nvPr/>
        </p:nvSpPr>
        <p:spPr>
          <a:xfrm>
            <a:off x="9024899" y="3529583"/>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3749039"/>
            <a:ext cx="2343835" cy="551383"/>
          </a:xfrm>
          <a:prstGeom prst="rect">
            <a:avLst/>
          </a:prstGeom>
          <a:noFill/>
        </p:spPr>
        <p:txBody>
          <a:bodyPr wrap="square" lIns="45720" rIns="45720" tIns="27432" bIns="27432" anchor="t">
            <a:noAutofit/>
          </a:bodyPr>
          <a:lstStyle/>
          <a:p>
            <a:pPr algn="l">
              <a:lnSpc>
                <a:spcPct val="100000"/>
              </a:lnSpc>
            </a:pPr>
            <a:r>
              <a:rPr sz="1550" b="1" i="0">
                <a:solidFill>
                  <a:srgbClr val="F7F2E8"/>
                </a:solidFill>
                <a:latin typeface="Palatino Linotype"/>
              </a:rPr>
              <a:t>Instant Messaging Doctor</a:t>
            </a:r>
          </a:p>
        </p:txBody>
      </p:sp>
      <p:sp>
        <p:nvSpPr>
          <p:cNvPr id="39" name="TextBox 38"/>
          <p:cNvSpPr txBox="1"/>
          <p:nvPr/>
        </p:nvSpPr>
        <p:spPr>
          <a:xfrm>
            <a:off x="9152915" y="4300423"/>
            <a:ext cx="2343835" cy="363016"/>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Diagnoses and safely repairs Telegram and WhatsApp readiness.</a:t>
            </a:r>
          </a:p>
        </p:txBody>
      </p:sp>
      <p:sp>
        <p:nvSpPr>
          <p:cNvPr id="40" name="Rounded Rectangle 39"/>
          <p:cNvSpPr/>
          <p:nvPr/>
        </p:nvSpPr>
        <p:spPr>
          <a:xfrm>
            <a:off x="566928"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94944"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43" name="TextBox 42"/>
          <p:cNvSpPr txBox="1"/>
          <p:nvPr/>
        </p:nvSpPr>
        <p:spPr>
          <a:xfrm>
            <a:off x="694944"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4" name="Rounded Rectangle 43"/>
          <p:cNvSpPr/>
          <p:nvPr/>
        </p:nvSpPr>
        <p:spPr>
          <a:xfrm>
            <a:off x="3386251" y="4974336"/>
            <a:ext cx="2599867"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3550843"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514267" y="5193792"/>
            <a:ext cx="2343835"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7" name="TextBox 46"/>
          <p:cNvSpPr txBox="1"/>
          <p:nvPr/>
        </p:nvSpPr>
        <p:spPr>
          <a:xfrm>
            <a:off x="3514267" y="5570220"/>
            <a:ext cx="2343835"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into one definitive report.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Zavuerer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Zavu key for SMS, WhatsApp, Telegram, email and voice, with smart routing.</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release installer, which bundles Python 3.12.10,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 static coverage check includes all 89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Static coverage and selective smoke tests do not certify a clean installation or frozen build.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150" b="0" i="0">
                <a:solidFill>
                  <a:srgbClr val="F7F2E8"/>
                </a:solidFill>
                <a:latin typeface="Palatino Linotype"/>
              </a:rPr>
              <a:t>Version and Release Status</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v1.77.0,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SOURCE CHANGE · OCTOBER 10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is verified; rebuild acceptance is next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new Usage dialog is an uncommitted source change, not part of the published v1.77.0 binary.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Source carriage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inclusion sweeps clean; collected static bytes match source.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 boundary</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Rebuild and installed acceptance remain pending.</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9 and published as the current release, so self-update delivers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v1.71.0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v1.71.0 Implementing a fancy fancy microphone to Whsperer in a cero latency direct impl. into Tlamatini's Chat.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2026-09-27</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Implementing a fancy fancy microphone to Whisperer in a cero latency direct implementation into Tlamatini's Chat, and added configuration parameters.</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2026-09-28</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v1.72.1</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v1.72.1 Improving gauge meter measurement under one-shot chain.</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v1.72.2</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v1.72.2 Improving avoidance of blocking/hanging on Googler and Crawler agents.</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v1.72.3</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v1.72.3 Avatar lips movement improved.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2026-09-29</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v1.72.4</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000" b="0" i="0">
                <a:solidFill>
                  <a:srgbClr val="A7B2B0"/>
                </a:solidFill>
                <a:latin typeface="Segoe UI"/>
              </a:rPr>
              <a:t>Release v1.72.4 Making HTML text extraction unable to lose a page in silence, in Crawler and Googler, by Claude.</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2026-09-30</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v1.73.0 Implemented the Drop button, which erases one message from the chat AND from the history the model reads, by angelahack1.</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v1.73.1</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Release v1.73.1 Making Config &gt; Models ask the configured Ollama with its token, not the browser's local one.</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2026-10-01</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v1.74.0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v1.74.0 Making every request fit the model it is sent to: Compact mode for small models, the complete context for big ones, and readable answer tables.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v1.77.0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Tag, commit and publication, stated plainly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tag is not a release, and a commit after a tag is not a new tag. This dossier keeps the three apart.</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The tag</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v1.77.0 resolves to </a:t>
            </a:r>
            <a:r>
              <a:rPr sz="1300" b="0" i="0">
                <a:solidFill>
                  <a:srgbClr val="E2B462"/>
                </a:solidFill>
                <a:latin typeface="Consolas"/>
              </a:rPr>
              <a:t>052bfe0f</a:t>
            </a:r>
            <a:r>
              <a:rPr sz="1400" b="0" i="0">
                <a:solidFill>
                  <a:srgbClr val="A7B2B0"/>
                </a:solidFill>
                <a:latin typeface="Segoe UI"/>
              </a:rPr>
              <a:t>, created 2026-10-09.</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Since the tag</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9 newer commit(s); a build of main still reports 1.77.0.</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The newest release on GitHub is v1.77.0.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Version</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1.77.0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Nearest tag</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 → 052bfe0f (2026-10-09)</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Newest commit on main</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0e6fc72d (9 commit(s) after the tag)</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Latest published release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v1.77.0</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VERSION AND RELEASE STATUS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0e6fc72d · 2026-10-09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1.77.0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1,670</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13</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1,442</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241</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563,646</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438,038</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89</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67</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109 = 20 core + 67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213</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56 · 20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87</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438,038 effective lines across 1,442 text files; 563,646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825</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328,792</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232,693</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53.1%</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103,847</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102,470</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23.4%</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220</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46,920</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35,580</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8.1%</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79</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32,732</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26,018</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16,882</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13,544</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11,683</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10,338</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6,392</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3,022</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2,357</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97</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6,278</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2,320</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1,500</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1,442</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1,532</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1,388</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1,556</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1,229</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1,027</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883</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837</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1,442</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563,646</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438,038</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1,311</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326,991</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131</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111,047</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1,442</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438,038</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8,799</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5,965</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5,212</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3,919</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3,373</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3,191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2,502</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2,444</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2,164</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Tlamatini/agent/external_mcp_manager.py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2,144</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Tlamatini/agent/static/agent/css/agentic_control_panel.css</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CSS</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2,133</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Tlamatini/agent/doc_generation/dossier_content.py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2,050</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2,021</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1,974</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Tlamatini/agent/consumers.py</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1,815</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69079"/>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4079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0e6fc72d</a:t>
            </a:r>
          </a:p>
        </p:txBody>
      </p:sp>
      <p:sp>
        <p:nvSpPr>
          <p:cNvPr id="14" name="TextBox 13"/>
          <p:cNvSpPr txBox="1"/>
          <p:nvPr/>
        </p:nvSpPr>
        <p:spPr>
          <a:xfrm>
            <a:off x="1967020" y="2505456"/>
            <a:ext cx="1401793"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15" name="TextBox 14"/>
          <p:cNvSpPr txBox="1"/>
          <p:nvPr/>
        </p:nvSpPr>
        <p:spPr>
          <a:xfrm>
            <a:off x="3515118" y="2505456"/>
            <a:ext cx="8036497" cy="24079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Tlamatini's self-repair Image-Interpreter, by Tlamatini's-AutoBot.</a:t>
            </a:r>
          </a:p>
        </p:txBody>
      </p:sp>
      <p:sp>
        <p:nvSpPr>
          <p:cNvPr id="16" name="Rectangle 15"/>
          <p:cNvSpPr/>
          <p:nvPr/>
        </p:nvSpPr>
        <p:spPr>
          <a:xfrm>
            <a:off x="585216" y="2782823"/>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9399"/>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4535154b</a:t>
            </a:r>
          </a:p>
        </p:txBody>
      </p:sp>
      <p:sp>
        <p:nvSpPr>
          <p:cNvPr id="18" name="TextBox 17"/>
          <p:cNvSpPr txBox="1"/>
          <p:nvPr/>
        </p:nvSpPr>
        <p:spPr>
          <a:xfrm>
            <a:off x="1967020" y="2819399"/>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19" name="TextBox 18"/>
          <p:cNvSpPr txBox="1"/>
          <p:nvPr/>
        </p:nvSpPr>
        <p:spPr>
          <a:xfrm>
            <a:off x="3515118" y="2819399"/>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Labelling v1.77.0 as the CURRENT RELEASE on the PDF and PPTX covers, and saying "Git tag" and "version fallback" in CLAUDE.md, GEMINI.md and Tlamatini.md, by Claude</a:t>
            </a:r>
          </a:p>
        </p:txBody>
      </p:sp>
      <p:sp>
        <p:nvSpPr>
          <p:cNvPr id="20" name="TextBox 19"/>
          <p:cNvSpPr txBox="1"/>
          <p:nvPr/>
        </p:nvSpPr>
        <p:spPr>
          <a:xfrm>
            <a:off x="640080" y="330098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60503722</a:t>
            </a:r>
          </a:p>
        </p:txBody>
      </p:sp>
      <p:sp>
        <p:nvSpPr>
          <p:cNvPr id="21" name="TextBox 20"/>
          <p:cNvSpPr txBox="1"/>
          <p:nvPr/>
        </p:nvSpPr>
        <p:spPr>
          <a:xfrm>
            <a:off x="1967020" y="330098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22" name="TextBox 21"/>
          <p:cNvSpPr txBox="1"/>
          <p:nvPr/>
        </p:nvSpPr>
        <p:spPr>
          <a:xfrm>
            <a:off x="3515118" y="330098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the PDF and PPTX say plainly that v1.77.0 is the current release, published on GitHub, without the "source tag" wording, and making the native PowerPoint check always measure the deck just written, by Claude</a:t>
            </a:r>
          </a:p>
        </p:txBody>
      </p:sp>
      <p:sp>
        <p:nvSpPr>
          <p:cNvPr id="23" name="Rectangle 22"/>
          <p:cNvSpPr/>
          <p:nvPr/>
        </p:nvSpPr>
        <p:spPr>
          <a:xfrm>
            <a:off x="585216" y="3745991"/>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782567"/>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2807332a</a:t>
            </a:r>
          </a:p>
        </p:txBody>
      </p:sp>
      <p:sp>
        <p:nvSpPr>
          <p:cNvPr id="25" name="TextBox 24"/>
          <p:cNvSpPr txBox="1"/>
          <p:nvPr/>
        </p:nvSpPr>
        <p:spPr>
          <a:xfrm>
            <a:off x="1967020" y="3782567"/>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26" name="TextBox 25"/>
          <p:cNvSpPr txBox="1"/>
          <p:nvPr/>
        </p:nvSpPr>
        <p:spPr>
          <a:xfrm>
            <a:off x="3515118" y="3782567"/>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the PDF and PPTX dossier state v1.77.0 as the current release, with a TLAMATINI_RELEASE_TAG setting for dossiers made before the release is published, by Claude</a:t>
            </a:r>
          </a:p>
        </p:txBody>
      </p:sp>
      <p:sp>
        <p:nvSpPr>
          <p:cNvPr id="27" name="TextBox 26"/>
          <p:cNvSpPr txBox="1"/>
          <p:nvPr/>
        </p:nvSpPr>
        <p:spPr>
          <a:xfrm>
            <a:off x="640080" y="4264151"/>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a0338cb8</a:t>
            </a:r>
          </a:p>
        </p:txBody>
      </p:sp>
      <p:sp>
        <p:nvSpPr>
          <p:cNvPr id="28" name="TextBox 27"/>
          <p:cNvSpPr txBox="1"/>
          <p:nvPr/>
        </p:nvSpPr>
        <p:spPr>
          <a:xfrm>
            <a:off x="1967020" y="4264151"/>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29" name="TextBox 28"/>
          <p:cNvSpPr txBox="1"/>
          <p:nvPr/>
        </p:nvSpPr>
        <p:spPr>
          <a:xfrm>
            <a:off x="3515118" y="4264151"/>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Pointing the project's Tlamatini MCP server at this repository instead of the old C:\Development\Tlamatini copy, so the mcp__tlamatini__* tools run the definitive code, by Claude</a:t>
            </a:r>
          </a:p>
        </p:txBody>
      </p:sp>
      <p:sp>
        <p:nvSpPr>
          <p:cNvPr id="30" name="Rectangle 29"/>
          <p:cNvSpPr/>
          <p:nvPr/>
        </p:nvSpPr>
        <p:spPr>
          <a:xfrm>
            <a:off x="585216" y="4709159"/>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745735"/>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860e1674</a:t>
            </a:r>
          </a:p>
        </p:txBody>
      </p:sp>
      <p:sp>
        <p:nvSpPr>
          <p:cNvPr id="32" name="TextBox 31"/>
          <p:cNvSpPr txBox="1"/>
          <p:nvPr/>
        </p:nvSpPr>
        <p:spPr>
          <a:xfrm>
            <a:off x="1967020" y="4745735"/>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33" name="TextBox 32"/>
          <p:cNvSpPr txBox="1"/>
          <p:nvPr/>
        </p:nvSpPr>
        <p:spPr>
          <a:xfrm>
            <a:off x="3515118" y="4745735"/>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Making Executer report its forked window truthfully: Windows Terminal's hidden helper is no longer mistaken for the console, and the false "another window station" message is gone, by Claude</a:t>
            </a:r>
          </a:p>
        </p:txBody>
      </p:sp>
      <p:sp>
        <p:nvSpPr>
          <p:cNvPr id="34" name="TextBox 33"/>
          <p:cNvSpPr txBox="1"/>
          <p:nvPr/>
        </p:nvSpPr>
        <p:spPr>
          <a:xfrm>
            <a:off x="640080" y="5227319"/>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1692af4b</a:t>
            </a:r>
          </a:p>
        </p:txBody>
      </p:sp>
      <p:sp>
        <p:nvSpPr>
          <p:cNvPr id="35" name="TextBox 34"/>
          <p:cNvSpPr txBox="1"/>
          <p:nvPr/>
        </p:nvSpPr>
        <p:spPr>
          <a:xfrm>
            <a:off x="1967020" y="5227319"/>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36" name="TextBox 35"/>
          <p:cNvSpPr txBox="1"/>
          <p:nvPr/>
        </p:nvSpPr>
        <p:spPr>
          <a:xfrm>
            <a:off x="3515118" y="5227319"/>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Marking v1.77.0 as published on GitHub on 2026-10-09 (marked Latest, delivered by self-update) everywhere in the markdown documentation, with v1.76.0 as the release it replaces, by Claude</a:t>
            </a:r>
          </a:p>
        </p:txBody>
      </p:sp>
      <p:sp>
        <p:nvSpPr>
          <p:cNvPr id="37" name="Rectangle 36"/>
          <p:cNvSpPr/>
          <p:nvPr/>
        </p:nvSpPr>
        <p:spPr>
          <a:xfrm>
            <a:off x="585216" y="5672327"/>
            <a:ext cx="11021263" cy="4815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708903"/>
            <a:ext cx="1180636" cy="408431"/>
          </a:xfrm>
          <a:prstGeom prst="rect">
            <a:avLst/>
          </a:prstGeom>
          <a:noFill/>
        </p:spPr>
        <p:txBody>
          <a:bodyPr wrap="square" lIns="45720" rIns="45720" tIns="27432" bIns="27432" anchor="ctr">
            <a:noAutofit/>
          </a:bodyPr>
          <a:lstStyle/>
          <a:p>
            <a:pPr algn="l">
              <a:lnSpc>
                <a:spcPct val="100000"/>
              </a:lnSpc>
            </a:pPr>
            <a:r>
              <a:rPr sz="1100" b="0" i="0">
                <a:solidFill>
                  <a:srgbClr val="F7F2E8"/>
                </a:solidFill>
                <a:latin typeface="Segoe UI Semibold"/>
              </a:rPr>
              <a:t>323b694d</a:t>
            </a:r>
          </a:p>
        </p:txBody>
      </p:sp>
      <p:sp>
        <p:nvSpPr>
          <p:cNvPr id="39" name="TextBox 38"/>
          <p:cNvSpPr txBox="1"/>
          <p:nvPr/>
        </p:nvSpPr>
        <p:spPr>
          <a:xfrm>
            <a:off x="1967020" y="5708903"/>
            <a:ext cx="1401793"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2026-10-09</a:t>
            </a:r>
          </a:p>
        </p:txBody>
      </p:sp>
      <p:sp>
        <p:nvSpPr>
          <p:cNvPr id="40" name="TextBox 39"/>
          <p:cNvSpPr txBox="1"/>
          <p:nvPr/>
        </p:nvSpPr>
        <p:spPr>
          <a:xfrm>
            <a:off x="3515118" y="5708903"/>
            <a:ext cx="8036497" cy="408431"/>
          </a:xfrm>
          <a:prstGeom prst="rect">
            <a:avLst/>
          </a:prstGeom>
          <a:noFill/>
        </p:spPr>
        <p:txBody>
          <a:bodyPr wrap="square" lIns="45720" rIns="45720" tIns="27432" bIns="27432" anchor="ctr">
            <a:noAutofit/>
          </a:bodyPr>
          <a:lstStyle/>
          <a:p>
            <a:pPr algn="l">
              <a:lnSpc>
                <a:spcPct val="100000"/>
              </a:lnSpc>
            </a:pPr>
            <a:r>
              <a:rPr sz="1100" b="0" i="0">
                <a:solidFill>
                  <a:srgbClr val="A7B2B0"/>
                </a:solidFill>
                <a:latin typeface="Segoe UI"/>
              </a:rPr>
              <a:t>Sweeping the source and docs for v1.77.0: regenerating FlowCreator's catalog so it knows File-Creator append, marking the October 4 work as shipped in v1.76.0, and adding the v1.77.0 page to the PDF and PPTX dossier, by Claude</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3712464"/>
          </a:xfrm>
          <a:prstGeom prst="roundRect">
            <a:avLst>
              <a:gd name="adj" fmla="val 197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757a8233</a:t>
            </a:r>
          </a:p>
        </p:txBody>
      </p:sp>
      <p:sp>
        <p:nvSpPr>
          <p:cNvPr id="14" name="TextBox 13"/>
          <p:cNvSpPr txBox="1"/>
          <p:nvPr/>
        </p:nvSpPr>
        <p:spPr>
          <a:xfrm>
            <a:off x="196702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5" name="TextBox 14"/>
          <p:cNvSpPr txBox="1"/>
          <p:nvPr/>
        </p:nvSpPr>
        <p:spPr>
          <a:xfrm>
            <a:off x="3515118" y="2505456"/>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Bumping the markdown documentation to version 1.77.0 (tagged 2026-10-09: first-person chat lines and the uninstaller that keeps Templates/), with v1.76.0 kept as the latest published release until v1.77.0 is published, by Claude</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052bfe0f</a:t>
            </a:r>
          </a:p>
        </p:txBody>
      </p:sp>
      <p:sp>
        <p:nvSpPr>
          <p:cNvPr id="18" name="TextBox 17"/>
          <p:cNvSpPr txBox="1"/>
          <p:nvPr/>
        </p:nvSpPr>
        <p:spPr>
          <a:xfrm>
            <a:off x="196702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19" name="TextBox 18"/>
          <p:cNvSpPr txBox="1"/>
          <p:nvPr/>
        </p:nvSpPr>
        <p:spPr>
          <a:xfrm>
            <a:off x="3515118" y="3337560"/>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Tlamatini speak every fixed chat line in the first person and to the user by name, with the word matchers, the avatar and the Telegram bridge updated to recognise both the new and the old wording</a:t>
            </a:r>
          </a:p>
        </p:txBody>
      </p:sp>
      <p:sp>
        <p:nvSpPr>
          <p:cNvPr id="20" name="TextBox 19"/>
          <p:cNvSpPr txBox="1"/>
          <p:nvPr/>
        </p:nvSpPr>
        <p:spPr>
          <a:xfrm>
            <a:off x="640080" y="4169663"/>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a821dc34</a:t>
            </a:r>
          </a:p>
        </p:txBody>
      </p:sp>
      <p:sp>
        <p:nvSpPr>
          <p:cNvPr id="21" name="TextBox 20"/>
          <p:cNvSpPr txBox="1"/>
          <p:nvPr/>
        </p:nvSpPr>
        <p:spPr>
          <a:xfrm>
            <a:off x="1967020" y="4169663"/>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22" name="TextBox 21"/>
          <p:cNvSpPr txBox="1"/>
          <p:nvPr/>
        </p:nvSpPr>
        <p:spPr>
          <a:xfrm>
            <a:off x="3515118" y="4169663"/>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Updating the docs for the published v1.76.0, first-person chat lines and the uninstaller Templates fix, and teaching the self-update sweep that an in-app update keeps the old Uninstaller.exe, by Claude</a:t>
            </a:r>
          </a:p>
        </p:txBody>
      </p:sp>
      <p:sp>
        <p:nvSpPr>
          <p:cNvPr id="23" name="Rectangle 22"/>
          <p:cNvSpPr/>
          <p:nvPr/>
        </p:nvSpPr>
        <p:spPr>
          <a:xfrm>
            <a:off x="585216" y="4965192"/>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5001768"/>
            <a:ext cx="1180636"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0520dc97</a:t>
            </a:r>
          </a:p>
        </p:txBody>
      </p:sp>
      <p:sp>
        <p:nvSpPr>
          <p:cNvPr id="25" name="TextBox 24"/>
          <p:cNvSpPr txBox="1"/>
          <p:nvPr/>
        </p:nvSpPr>
        <p:spPr>
          <a:xfrm>
            <a:off x="1967020" y="5001768"/>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2026-10-09</a:t>
            </a:r>
          </a:p>
        </p:txBody>
      </p:sp>
      <p:sp>
        <p:nvSpPr>
          <p:cNvPr id="26" name="TextBox 25"/>
          <p:cNvSpPr txBox="1"/>
          <p:nvPr/>
        </p:nvSpPr>
        <p:spPr>
          <a:xfrm>
            <a:off x="3515118" y="5001768"/>
            <a:ext cx="803649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Making the uninstaller keep Templates/ and doc_generated/ whenever they hold files, and always erase Temp/, after uninstalling C:\Tlamatini deleted Angela's code in Templates, by Claude</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3950" b="0" i="0">
                <a:solidFill>
                  <a:srgbClr val="F7F2E8"/>
                </a:solidFill>
                <a:latin typeface="Palatino Linotype"/>
              </a:rPr>
              <a:t>The complete tracked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Every one of the 1,670 files Git tracks, drawn as a tree.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a:p>
            <a:pPr algn="l">
              <a:lnSpc>
                <a:spcPct val="100000"/>
              </a:lnSpc>
            </a:pPr>
            <a:r>
              <a:rPr sz="800" b="0" i="0">
                <a:solidFill>
                  <a:srgbClr val="ECE7DC"/>
                </a:solidFill>
                <a:latin typeface="Consolas"/>
              </a:rPr>
              <a:t>├── MCPMemoriesFlowCreation.flw</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a:p>
            <a:pPr algn="l">
              <a:lnSpc>
                <a:spcPct val="100000"/>
              </a:lnSpc>
            </a:pPr>
            <a:r>
              <a:rPr sz="800" b="0" i="0">
                <a:solidFill>
                  <a:srgbClr val="3BBE93"/>
                </a:solidFill>
                <a:latin typeface="Consolas"/>
              </a:rPr>
              <a:t>├── demo_flows/</a:t>
            </a:r>
          </a:p>
          <a:p>
            <a:pPr algn="l">
              <a:lnSpc>
                <a:spcPct val="100000"/>
              </a:lnSpc>
            </a:pPr>
            <a:r>
              <a:rPr sz="800" b="0" i="0">
                <a:solidFill>
                  <a:srgbClr val="ECE7DC"/>
                </a:solidFill>
                <a:latin typeface="Consolas"/>
              </a:rPr>
              <a:t>│   ├── demo1_globber_to_parametrizer_to_zavuerer.flw</a:t>
            </a:r>
          </a:p>
          <a:p>
            <a:pPr algn="l">
              <a:lnSpc>
                <a:spcPct val="100000"/>
              </a:lnSpc>
            </a:pPr>
            <a:r>
              <a:rPr sz="800" b="0" i="0">
                <a:solidFill>
                  <a:srgbClr val="ECE7DC"/>
                </a:solidFill>
                <a:latin typeface="Consolas"/>
              </a:rPr>
              <a:t>│   ├── demo2_apirer_to_parametrizer_to_zavuerer.flw</a:t>
            </a:r>
          </a:p>
          <a:p>
            <a:pPr algn="l">
              <a:lnSpc>
                <a:spcPct val="100000"/>
              </a:lnSpc>
            </a:pPr>
            <a:r>
              <a:rPr sz="800" b="0" i="0">
                <a:solidFill>
                  <a:srgbClr val="ECE7DC"/>
                </a:solidFill>
                <a:latin typeface="Consolas"/>
              </a:rPr>
              <a:t>│   └── demo3_zavuerer_health_to_parametrizer_to_filecre</a:t>
            </a:r>
          </a:p>
          <a:p>
            <a:pPr algn="l">
              <a:lnSpc>
                <a:spcPct val="100000"/>
              </a:lnSpc>
            </a:pPr>
            <a:r>
              <a:rPr sz="800" b="0" i="0">
                <a:solidFill>
                  <a:srgbClr val="ECE7DC"/>
                </a:solidFill>
                <a:latin typeface="Consolas"/>
              </a:rPr>
              <a:t>│         » ator.flw</a:t>
            </a:r>
          </a:p>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test_zavuerer_agent.py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gateway_relayer/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gateway_relayer.md</a:t>
            </a:r>
          </a:p>
          <a:p>
            <a:pPr algn="l">
              <a:lnSpc>
                <a:spcPct val="100000"/>
              </a:lnSpc>
            </a:pPr>
            <a:r>
              <a:rPr sz="800" b="0" i="0">
                <a:solidFill>
                  <a:srgbClr val="ECE7DC"/>
                </a:solidFill>
                <a:latin typeface="Consolas"/>
              </a:rPr>
              <a:t>    │   │   │   └── gateway_relayer.py</a:t>
            </a:r>
          </a:p>
          <a:p>
            <a:pPr algn="l">
              <a:lnSpc>
                <a:spcPct val="100000"/>
              </a:lnSpc>
            </a:pPr>
            <a:r>
              <a:rPr sz="800" b="0" i="0">
                <a:solidFill>
                  <a:srgbClr val="3BBE93"/>
                </a:solidFill>
                <a:latin typeface="Consolas"/>
              </a:rPr>
              <a:t>    │   │   ├── gatewayer/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gatewayer.md</a:t>
            </a:r>
          </a:p>
          <a:p>
            <a:pPr algn="l">
              <a:lnSpc>
                <a:spcPct val="100000"/>
              </a:lnSpc>
            </a:pPr>
            <a:r>
              <a:rPr sz="800" b="0" i="0">
                <a:solidFill>
                  <a:srgbClr val="ECE7DC"/>
                </a:solidFill>
                <a:latin typeface="Consolas"/>
              </a:rPr>
              <a:t>    │   │   │   ├── gatewayer.py</a:t>
            </a:r>
          </a:p>
          <a:p>
            <a:pPr algn="l">
              <a:lnSpc>
                <a:spcPct val="100000"/>
              </a:lnSpc>
            </a:pPr>
            <a:r>
              <a:rPr sz="800" b="0" i="0">
                <a:solidFill>
                  <a:srgbClr val="ECE7DC"/>
                </a:solidFill>
                <a:latin typeface="Consolas"/>
              </a:rPr>
              <a:t>    │   │   │   └── gatewayer_explanation.md</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a:p>
            <a:pPr algn="l">
              <a:lnSpc>
                <a:spcPct val="100000"/>
              </a:lnSpc>
            </a:pPr>
            <a:r>
              <a:rPr sz="800" b="0" i="0">
                <a:solidFill>
                  <a:srgbClr val="3BBE93"/>
                </a:solidFill>
                <a:latin typeface="Consolas"/>
              </a:rPr>
              <a:t>    │   │   ├── image_interpreter/</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8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a:p>
            <a:pPr algn="l">
              <a:lnSpc>
                <a:spcPct val="100000"/>
              </a:lnSpc>
            </a:pPr>
            <a:r>
              <a:rPr sz="800" b="0" i="0">
                <a:solidFill>
                  <a:srgbClr val="3BBE93"/>
                </a:solidFill>
                <a:latin typeface="Consolas"/>
              </a:rPr>
              <a:t>    │   │   ├── mongoxer/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node_manager/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node_manager.md</a:t>
            </a:r>
          </a:p>
          <a:p>
            <a:pPr algn="l">
              <a:lnSpc>
                <a:spcPct val="100000"/>
              </a:lnSpc>
            </a:pPr>
            <a:r>
              <a:rPr sz="800" b="0" i="0">
                <a:solidFill>
                  <a:srgbClr val="ECE7DC"/>
                </a:solidFill>
                <a:latin typeface="Consolas"/>
              </a:rPr>
              <a:t>    │   │   │   ├── node_manager.py</a:t>
            </a:r>
          </a:p>
          <a:p>
            <a:pPr algn="l">
              <a:lnSpc>
                <a:spcPct val="100000"/>
              </a:lnSpc>
            </a:pPr>
            <a:r>
              <a:rPr sz="800" b="0" i="0">
                <a:solidFill>
                  <a:srgbClr val="ECE7DC"/>
                </a:solidFill>
                <a:latin typeface="Consolas"/>
              </a:rPr>
              <a:t>    │   │   │   ├── nodes_example.json</a:t>
            </a:r>
          </a:p>
          <a:p>
            <a:pPr algn="l">
              <a:lnSpc>
                <a:spcPct val="100000"/>
              </a:lnSpc>
            </a:pPr>
            <a:r>
              <a:rPr sz="800" b="0" i="0">
                <a:solidFill>
                  <a:srgbClr val="ECE7DC"/>
                </a:solidFill>
                <a:latin typeface="Consolas"/>
              </a:rPr>
              <a:t>    │   │   │   └── nodes_example.yaml</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9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windower.py</a:t>
            </a:r>
          </a:p>
          <a:p>
            <a:pPr algn="l">
              <a:lnSpc>
                <a:spcPct val="100000"/>
              </a:lnSpc>
            </a:pPr>
            <a:r>
              <a:rPr sz="800" b="0" i="0">
                <a:solidFill>
                  <a:srgbClr val="3BBE93"/>
                </a:solidFill>
                <a:latin typeface="Consolas"/>
              </a:rPr>
              <a:t>    │   │   └── zavuerer/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zavuerer.py</a:t>
            </a:r>
          </a:p>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migrations/</a:t>
            </a:r>
          </a:p>
          <a:p>
            <a:pPr algn="l">
              <a:lnSpc>
                <a:spcPct val="100000"/>
              </a:lnSpc>
            </a:pPr>
            <a:r>
              <a:rPr sz="800" b="0" i="0">
                <a:solidFill>
                  <a:srgbClr val="ECE7DC"/>
                </a:solidFill>
                <a:latin typeface="Consolas"/>
              </a:rPr>
              <a:t>    │   │   ├── 0001_initial.py</a:t>
            </a:r>
          </a:p>
          <a:p>
            <a:pPr algn="l">
              <a:lnSpc>
                <a:spcPct val="100000"/>
              </a:lnSpc>
            </a:pPr>
            <a:r>
              <a:rPr sz="800" b="0" i="0">
                <a:solidFill>
                  <a:srgbClr val="ECE7DC"/>
                </a:solidFill>
                <a:latin typeface="Consolas"/>
              </a:rPr>
              <a:t>    │   │   ├── 0002_populate_db.py</a:t>
            </a:r>
          </a:p>
          <a:p>
            <a:pPr algn="l">
              <a:lnSpc>
                <a:spcPct val="100000"/>
              </a:lnSpc>
            </a:pPr>
            <a:r>
              <a:rPr sz="800" b="0" i="0">
                <a:solidFill>
                  <a:srgbClr val="ECE7DC"/>
                </a:solidFill>
                <a:latin typeface="Consolas"/>
              </a:rPr>
              <a:t>    │   │   ├── 0003_add_cleaner.py</a:t>
            </a:r>
          </a:p>
          <a:p>
            <a:pPr algn="l">
              <a:lnSpc>
                <a:spcPct val="100000"/>
              </a:lnSpc>
            </a:pPr>
            <a:r>
              <a:rPr sz="800" b="0" i="0">
                <a:solidFill>
                  <a:srgbClr val="ECE7DC"/>
                </a:solidFill>
                <a:latin typeface="Consolas"/>
              </a:rPr>
              <a:t>    │   │   ├── 0004_add_deleter.py</a:t>
            </a:r>
          </a:p>
          <a:p>
            <a:pPr algn="l">
              <a:lnSpc>
                <a:spcPct val="100000"/>
              </a:lnSpc>
            </a:pPr>
            <a:r>
              <a:rPr sz="800" b="0" i="0">
                <a:solidFill>
                  <a:srgbClr val="ECE7DC"/>
                </a:solidFill>
                <a:latin typeface="Consolas"/>
              </a:rPr>
              <a:t>    │   │   ├── 0005_add_executer.py</a:t>
            </a:r>
          </a:p>
          <a:p>
            <a:pPr algn="l">
              <a:lnSpc>
                <a:spcPct val="100000"/>
              </a:lnSpc>
            </a:pPr>
            <a:r>
              <a:rPr sz="800" b="0" i="0">
                <a:solidFill>
                  <a:srgbClr val="ECE7DC"/>
                </a:solidFill>
                <a:latin typeface="Consolas"/>
              </a:rPr>
              <a:t>    │   │   ├── 0006_add_notifier.py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10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0007_add_stopper.py</a:t>
            </a:r>
          </a:p>
          <a:p>
            <a:pPr algn="l">
              <a:lnSpc>
                <a:spcPct val="100000"/>
              </a:lnSpc>
            </a:pPr>
            <a:r>
              <a:rPr sz="800" b="0" i="0">
                <a:solidFill>
                  <a:srgbClr val="ECE7DC"/>
                </a:solidFill>
                <a:latin typeface="Consolas"/>
              </a:rPr>
              <a:t>    │   │   ├── 0008_add_recmailer.py</a:t>
            </a:r>
          </a:p>
          <a:p>
            <a:pPr algn="l">
              <a:lnSpc>
                <a:spcPct val="100000"/>
              </a:lnSpc>
            </a:pPr>
            <a:r>
              <a:rPr sz="800" b="0" i="0">
                <a:solidFill>
                  <a:srgbClr val="ECE7DC"/>
                </a:solidFill>
                <a:latin typeface="Consolas"/>
              </a:rPr>
              <a:t>    │   │   ├── 0009_add_whatsapper.py</a:t>
            </a:r>
          </a:p>
          <a:p>
            <a:pPr algn="l">
              <a:lnSpc>
                <a:spcPct val="100000"/>
              </a:lnSpc>
            </a:pPr>
            <a:r>
              <a:rPr sz="800" b="0" i="0">
                <a:solidFill>
                  <a:srgbClr val="ECE7DC"/>
                </a:solidFill>
                <a:latin typeface="Consolas"/>
              </a:rPr>
              <a:t>    │   │   ├── 0010_add_pythonxer.py</a:t>
            </a:r>
          </a:p>
          <a:p>
            <a:pPr algn="l">
              <a:lnSpc>
                <a:spcPct val="100000"/>
              </a:lnSpc>
            </a:pPr>
            <a:r>
              <a:rPr sz="800" b="0" i="0">
                <a:solidFill>
                  <a:srgbClr val="ECE7DC"/>
                </a:solidFill>
                <a:latin typeface="Consolas"/>
              </a:rPr>
              <a:t>    │   │   ├── 0011_add_asker.py</a:t>
            </a:r>
          </a:p>
          <a:p>
            <a:pPr algn="l">
              <a:lnSpc>
                <a:spcPct val="100000"/>
              </a:lnSpc>
            </a:pPr>
            <a:r>
              <a:rPr sz="800" b="0" i="0">
                <a:solidFill>
                  <a:srgbClr val="ECE7DC"/>
                </a:solidFill>
                <a:latin typeface="Consolas"/>
              </a:rPr>
              <a:t>    │   │   ├── 0012_repopulate_all_agents.py</a:t>
            </a:r>
          </a:p>
          <a:p>
            <a:pPr algn="l">
              <a:lnSpc>
                <a:spcPct val="100000"/>
              </a:lnSpc>
            </a:pPr>
            <a:r>
              <a:rPr sz="800" b="0" i="0">
                <a:solidFill>
                  <a:srgbClr val="ECE7DC"/>
                </a:solidFill>
                <a:latin typeface="Consolas"/>
              </a:rPr>
              <a:t>    │   │   ├── 0013_add_forker.py</a:t>
            </a:r>
          </a:p>
          <a:p>
            <a:pPr algn="l">
              <a:lnSpc>
                <a:spcPct val="100000"/>
              </a:lnSpc>
            </a:pPr>
            <a:r>
              <a:rPr sz="800" b="0" i="0">
                <a:solidFill>
                  <a:srgbClr val="ECE7DC"/>
                </a:solidFill>
                <a:latin typeface="Consolas"/>
              </a:rPr>
              <a:t>    │   │   ├── 0014_repopulate_all_agents.py</a:t>
            </a:r>
          </a:p>
          <a:p>
            <a:pPr algn="l">
              <a:lnSpc>
                <a:spcPct val="100000"/>
              </a:lnSpc>
            </a:pPr>
            <a:r>
              <a:rPr sz="800" b="0" i="0">
                <a:solidFill>
                  <a:srgbClr val="ECE7DC"/>
                </a:solidFill>
                <a:latin typeface="Consolas"/>
              </a:rPr>
              <a:t>    │   │   ├── 0015_add_shoter.py</a:t>
            </a:r>
          </a:p>
          <a:p>
            <a:pPr algn="l">
              <a:lnSpc>
                <a:spcPct val="100000"/>
              </a:lnSpc>
            </a:pPr>
            <a:r>
              <a:rPr sz="800" b="0" i="0">
                <a:solidFill>
                  <a:srgbClr val="ECE7DC"/>
                </a:solidFill>
                <a:latin typeface="Consolas"/>
              </a:rPr>
              <a:t>    │   │   ├── 0016_repopulate_all_agents.py</a:t>
            </a:r>
          </a:p>
          <a:p>
            <a:pPr algn="l">
              <a:lnSpc>
                <a:spcPct val="100000"/>
              </a:lnSpc>
            </a:pPr>
            <a:r>
              <a:rPr sz="800" b="0" i="0">
                <a:solidFill>
                  <a:srgbClr val="ECE7DC"/>
                </a:solidFill>
                <a:latin typeface="Consolas"/>
              </a:rPr>
              <a:t>    │   │   ├── 0017_add_ssher.py</a:t>
            </a:r>
          </a:p>
          <a:p>
            <a:pPr algn="l">
              <a:lnSpc>
                <a:spcPct val="100000"/>
              </a:lnSpc>
            </a:pPr>
            <a:r>
              <a:rPr sz="800" b="0" i="0">
                <a:solidFill>
                  <a:srgbClr val="ECE7DC"/>
                </a:solidFill>
                <a:latin typeface="Consolas"/>
              </a:rPr>
              <a:t>    │   │   ├── 0018_repopulate_all_agents.py</a:t>
            </a:r>
          </a:p>
          <a:p>
            <a:pPr algn="l">
              <a:lnSpc>
                <a:spcPct val="100000"/>
              </a:lnSpc>
            </a:pPr>
            <a:r>
              <a:rPr sz="800" b="0" i="0">
                <a:solidFill>
                  <a:srgbClr val="ECE7DC"/>
                </a:solidFill>
                <a:latin typeface="Consolas"/>
              </a:rPr>
              <a:t>    │   │   ├── 0019_add_scper.py</a:t>
            </a:r>
          </a:p>
          <a:p>
            <a:pPr algn="l">
              <a:lnSpc>
                <a:spcPct val="100000"/>
              </a:lnSpc>
            </a:pPr>
            <a:r>
              <a:rPr sz="800" b="0" i="0">
                <a:solidFill>
                  <a:srgbClr val="ECE7DC"/>
                </a:solidFill>
                <a:latin typeface="Consolas"/>
              </a:rPr>
              <a:t>    │   │   ├── 0020_repopulate_all_agents.py</a:t>
            </a:r>
          </a:p>
          <a:p>
            <a:pPr algn="l">
              <a:lnSpc>
                <a:spcPct val="100000"/>
              </a:lnSpc>
            </a:pPr>
            <a:r>
              <a:rPr sz="800" b="0" i="0">
                <a:solidFill>
                  <a:srgbClr val="ECE7DC"/>
                </a:solidFill>
                <a:latin typeface="Consolas"/>
              </a:rPr>
              <a:t>    │   │   ├── 0021_add_telegramrx.py</a:t>
            </a:r>
          </a:p>
          <a:p>
            <a:pPr algn="l">
              <a:lnSpc>
                <a:spcPct val="100000"/>
              </a:lnSpc>
            </a:pPr>
            <a:r>
              <a:rPr sz="800" b="0" i="0">
                <a:solidFill>
                  <a:srgbClr val="ECE7DC"/>
                </a:solidFill>
                <a:latin typeface="Consolas"/>
              </a:rPr>
              <a:t>    │   │   ├── 0022_repopulate_all_agents.py</a:t>
            </a:r>
          </a:p>
          <a:p>
            <a:pPr algn="l">
              <a:lnSpc>
                <a:spcPct val="100000"/>
              </a:lnSpc>
            </a:pPr>
            <a:r>
              <a:rPr sz="800" b="0" i="0">
                <a:solidFill>
                  <a:srgbClr val="ECE7DC"/>
                </a:solidFill>
                <a:latin typeface="Consolas"/>
              </a:rPr>
              <a:t>    │   │   ├── 0023_add_mongoxer.py</a:t>
            </a:r>
          </a:p>
          <a:p>
            <a:pPr algn="l">
              <a:lnSpc>
                <a:spcPct val="100000"/>
              </a:lnSpc>
            </a:pPr>
            <a:r>
              <a:rPr sz="800" b="0" i="0">
                <a:solidFill>
                  <a:srgbClr val="ECE7DC"/>
                </a:solidFill>
                <a:latin typeface="Consolas"/>
              </a:rPr>
              <a:t>    │   │   ├── 0024_repopulate_all_agents.py</a:t>
            </a:r>
          </a:p>
          <a:p>
            <a:pPr algn="l">
              <a:lnSpc>
                <a:spcPct val="100000"/>
              </a:lnSpc>
            </a:pPr>
            <a:r>
              <a:rPr sz="800" b="0" i="0">
                <a:solidFill>
                  <a:srgbClr val="ECE7DC"/>
                </a:solidFill>
                <a:latin typeface="Consolas"/>
              </a:rPr>
              <a:t>    │   │   ├── 0025_add_telegramer.py</a:t>
            </a:r>
          </a:p>
          <a:p>
            <a:pPr algn="l">
              <a:lnSpc>
                <a:spcPct val="100000"/>
              </a:lnSpc>
            </a:pPr>
            <a:r>
              <a:rPr sz="800" b="0" i="0">
                <a:solidFill>
                  <a:srgbClr val="ECE7DC"/>
                </a:solidFill>
                <a:latin typeface="Consolas"/>
              </a:rPr>
              <a:t>    │   │   ├── 0026_repopulate_all_agents.py</a:t>
            </a:r>
          </a:p>
          <a:p>
            <a:pPr algn="l">
              <a:lnSpc>
                <a:spcPct val="100000"/>
              </a:lnSpc>
            </a:pPr>
            <a:r>
              <a:rPr sz="800" b="0" i="0">
                <a:solidFill>
                  <a:srgbClr val="ECE7DC"/>
                </a:solidFill>
                <a:latin typeface="Consolas"/>
              </a:rPr>
              <a:t>    │   │   ├── 0027_add_sqler.py</a:t>
            </a:r>
          </a:p>
          <a:p>
            <a:pPr algn="l">
              <a:lnSpc>
                <a:spcPct val="100000"/>
              </a:lnSpc>
            </a:pPr>
            <a:r>
              <a:rPr sz="800" b="0" i="0">
                <a:solidFill>
                  <a:srgbClr val="ECE7DC"/>
                </a:solidFill>
                <a:latin typeface="Consolas"/>
              </a:rPr>
              <a:t>    │   │   ├── 0028_repopulate_all_agents.py</a:t>
            </a:r>
          </a:p>
          <a:p>
            <a:pPr algn="l">
              <a:lnSpc>
                <a:spcPct val="100000"/>
              </a:lnSpc>
            </a:pPr>
            <a:r>
              <a:rPr sz="800" b="0" i="0">
                <a:solidFill>
                  <a:srgbClr val="ECE7DC"/>
                </a:solidFill>
                <a:latin typeface="Consolas"/>
              </a:rPr>
              <a:t>    │   │   ├── 0029_add_prompter.py</a:t>
            </a:r>
          </a:p>
          <a:p>
            <a:pPr algn="l">
              <a:lnSpc>
                <a:spcPct val="100000"/>
              </a:lnSpc>
            </a:pPr>
            <a:r>
              <a:rPr sz="800" b="0" i="0">
                <a:solidFill>
                  <a:srgbClr val="ECE7DC"/>
                </a:solidFill>
                <a:latin typeface="Consolas"/>
              </a:rPr>
              <a:t>    │   │   ├── 0030_repopulate_all_agents.py</a:t>
            </a:r>
          </a:p>
          <a:p>
            <a:pPr algn="l">
              <a:lnSpc>
                <a:spcPct val="100000"/>
              </a:lnSpc>
            </a:pPr>
            <a:r>
              <a:rPr sz="800" b="0" i="0">
                <a:solidFill>
                  <a:srgbClr val="ECE7DC"/>
                </a:solidFill>
                <a:latin typeface="Consolas"/>
              </a:rPr>
              <a:t>    │   │   ├── 0031_add_flowcreator.py</a:t>
            </a:r>
          </a:p>
          <a:p>
            <a:pPr algn="l">
              <a:lnSpc>
                <a:spcPct val="100000"/>
              </a:lnSpc>
            </a:pPr>
            <a:r>
              <a:rPr sz="800" b="0" i="0">
                <a:solidFill>
                  <a:srgbClr val="ECE7DC"/>
                </a:solidFill>
                <a:latin typeface="Consolas"/>
              </a:rPr>
              <a:t>    │   │   ├── 0032_repopulate_all_agents.py</a:t>
            </a:r>
          </a:p>
          <a:p>
            <a:pPr algn="l">
              <a:lnSpc>
                <a:spcPct val="100000"/>
              </a:lnSpc>
            </a:pPr>
            <a:r>
              <a:rPr sz="800" b="0" i="0">
                <a:solidFill>
                  <a:srgbClr val="ECE7DC"/>
                </a:solidFill>
                <a:latin typeface="Consolas"/>
              </a:rPr>
              <a:t>    │   │   ├── 0033_add_gitter.py</a:t>
            </a:r>
          </a:p>
          <a:p>
            <a:pPr algn="l">
              <a:lnSpc>
                <a:spcPct val="100000"/>
              </a:lnSpc>
            </a:pPr>
            <a:r>
              <a:rPr sz="800" b="0" i="0">
                <a:solidFill>
                  <a:srgbClr val="ECE7DC"/>
                </a:solidFill>
                <a:latin typeface="Consolas"/>
              </a:rPr>
              <a:t>    │   │   ├── 0034_add_dockerer.py</a:t>
            </a:r>
          </a:p>
          <a:p>
            <a:pPr algn="l">
              <a:lnSpc>
                <a:spcPct val="100000"/>
              </a:lnSpc>
            </a:pPr>
            <a:r>
              <a:rPr sz="800" b="0" i="0">
                <a:solidFill>
                  <a:srgbClr val="ECE7DC"/>
                </a:solidFill>
                <a:latin typeface="Consolas"/>
              </a:rPr>
              <a:t>    │   │   ├── 0035_add_pser.py</a:t>
            </a:r>
          </a:p>
          <a:p>
            <a:pPr algn="l">
              <a:lnSpc>
                <a:spcPct val="100000"/>
              </a:lnSpc>
            </a:pPr>
            <a:r>
              <a:rPr sz="800" b="0" i="0">
                <a:solidFill>
                  <a:srgbClr val="ECE7DC"/>
                </a:solidFill>
                <a:latin typeface="Consolas"/>
              </a:rPr>
              <a:t>    │   │   ├── 0036_add_kuberneter.py</a:t>
            </a:r>
          </a:p>
          <a:p>
            <a:pPr algn="l">
              <a:lnSpc>
                <a:spcPct val="100000"/>
              </a:lnSpc>
            </a:pPr>
            <a:r>
              <a:rPr sz="800" b="0" i="0">
                <a:solidFill>
                  <a:srgbClr val="ECE7DC"/>
                </a:solidFill>
                <a:latin typeface="Consolas"/>
              </a:rPr>
              <a:t>    │   │   ├── 0037_add_apirer.py</a:t>
            </a:r>
          </a:p>
          <a:p>
            <a:pPr algn="l">
              <a:lnSpc>
                <a:spcPct val="100000"/>
              </a:lnSpc>
            </a:pPr>
            <a:r>
              <a:rPr sz="800" b="0" i="0">
                <a:solidFill>
                  <a:srgbClr val="ECE7DC"/>
                </a:solidFill>
                <a:latin typeface="Consolas"/>
              </a:rPr>
              <a:t>    │   │   ├── 0038_add_jenkinser.py</a:t>
            </a:r>
          </a:p>
          <a:p>
            <a:pPr algn="l">
              <a:lnSpc>
                <a:spcPct val="100000"/>
              </a:lnSpc>
            </a:pPr>
            <a:r>
              <a:rPr sz="800" b="0" i="0">
                <a:solidFill>
                  <a:srgbClr val="ECE7DC"/>
                </a:solidFill>
                <a:latin typeface="Consolas"/>
              </a:rPr>
              <a:t>    │   │   ├── 0039_add_crawler.py</a:t>
            </a:r>
          </a:p>
          <a:p>
            <a:pPr algn="l">
              <a:lnSpc>
                <a:spcPct val="100000"/>
              </a:lnSpc>
            </a:pPr>
            <a:r>
              <a:rPr sz="800" b="0" i="0">
                <a:solidFill>
                  <a:srgbClr val="ECE7DC"/>
                </a:solidFill>
                <a:latin typeface="Consolas"/>
              </a:rPr>
              <a:t>    │   │   ├── 0040_add_summarizer.py</a:t>
            </a:r>
          </a:p>
          <a:p>
            <a:pPr algn="l">
              <a:lnSpc>
                <a:spcPct val="100000"/>
              </a:lnSpc>
            </a:pPr>
            <a:r>
              <a:rPr sz="800" b="0" i="0">
                <a:solidFill>
                  <a:srgbClr val="ECE7DC"/>
                </a:solidFill>
                <a:latin typeface="Consolas"/>
              </a:rPr>
              <a:t>    │   │   ├── 0041_add_flowhypervisor.py</a:t>
            </a:r>
          </a:p>
          <a:p>
            <a:pPr algn="l">
              <a:lnSpc>
                <a:spcPct val="100000"/>
              </a:lnSpc>
            </a:pPr>
            <a:r>
              <a:rPr sz="800" b="0" i="0">
                <a:solidFill>
                  <a:srgbClr val="ECE7DC"/>
                </a:solidFill>
                <a:latin typeface="Consolas"/>
              </a:rPr>
              <a:t>    │   │   ├── 0042_add_mouser.py</a:t>
            </a:r>
          </a:p>
          <a:p>
            <a:pPr algn="l">
              <a:lnSpc>
                <a:spcPct val="100000"/>
              </a:lnSpc>
            </a:pPr>
            <a:r>
              <a:rPr sz="800" b="0" i="0">
                <a:solidFill>
                  <a:srgbClr val="ECE7DC"/>
                </a:solidFill>
                <a:latin typeface="Consolas"/>
              </a:rPr>
              <a:t>    │   │   ├── 0043_agentmessage_conversation_user.py</a:t>
            </a:r>
          </a:p>
          <a:p>
            <a:pPr algn="l">
              <a:lnSpc>
                <a:spcPct val="100000"/>
              </a:lnSpc>
            </a:pPr>
            <a:r>
              <a:rPr sz="800" b="0" i="0">
                <a:solidFill>
                  <a:srgbClr val="ECE7DC"/>
                </a:solidFill>
                <a:latin typeface="Consolas"/>
              </a:rPr>
              <a:t>    │   │   ├── 0044_add_counter.py</a:t>
            </a:r>
          </a:p>
          <a:p>
            <a:pPr algn="l">
              <a:lnSpc>
                <a:spcPct val="100000"/>
              </a:lnSpc>
            </a:pPr>
            <a:r>
              <a:rPr sz="800" b="0" i="0">
                <a:solidFill>
                  <a:srgbClr val="ECE7DC"/>
                </a:solidFill>
                <a:latin typeface="Consolas"/>
              </a:rPr>
              <a:t>    │   │   ├── 0045_add_file_interpreter.py</a:t>
            </a:r>
          </a:p>
          <a:p>
            <a:pPr algn="l">
              <a:lnSpc>
                <a:spcPct val="100000"/>
              </a:lnSpc>
            </a:pPr>
            <a:r>
              <a:rPr sz="800" b="0" i="0">
                <a:solidFill>
                  <a:srgbClr val="ECE7DC"/>
                </a:solidFill>
                <a:latin typeface="Consolas"/>
              </a:rPr>
              <a:t>    │   │   ├── 0046_add_image_interpreter.py</a:t>
            </a:r>
          </a:p>
          <a:p>
            <a:pPr algn="l">
              <a:lnSpc>
                <a:spcPct val="100000"/>
              </a:lnSpc>
            </a:pPr>
            <a:r>
              <a:rPr sz="800" b="0" i="0">
                <a:solidFill>
                  <a:srgbClr val="ECE7DC"/>
                </a:solidFill>
                <a:latin typeface="Consolas"/>
              </a:rPr>
              <a:t>    │   │   ├── 0047_add_gatewayer.py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0048_add_gateway_relayer.py</a:t>
            </a:r>
          </a:p>
          <a:p>
            <a:pPr algn="l">
              <a:lnSpc>
                <a:spcPct val="100000"/>
              </a:lnSpc>
            </a:pPr>
            <a:r>
              <a:rPr sz="800" b="0" i="0">
                <a:solidFill>
                  <a:srgbClr val="ECE7DC"/>
                </a:solidFill>
                <a:latin typeface="Consolas"/>
              </a:rPr>
              <a:t>    │   │   ├── 0049_add_node_manager.py</a:t>
            </a:r>
          </a:p>
          <a:p>
            <a:pPr algn="l">
              <a:lnSpc>
                <a:spcPct val="100000"/>
              </a:lnSpc>
            </a:pPr>
            <a:r>
              <a:rPr sz="800" b="0" i="0">
                <a:solidFill>
                  <a:srgbClr val="ECE7DC"/>
                </a:solidFill>
                <a:latin typeface="Consolas"/>
              </a:rPr>
              <a:t>    │   │   ├── 0050_add_file_creator.py</a:t>
            </a:r>
          </a:p>
          <a:p>
            <a:pPr algn="l">
              <a:lnSpc>
                <a:spcPct val="100000"/>
              </a:lnSpc>
            </a:pPr>
            <a:r>
              <a:rPr sz="800" b="0" i="0">
                <a:solidFill>
                  <a:srgbClr val="ECE7DC"/>
                </a:solidFill>
                <a:latin typeface="Consolas"/>
              </a:rPr>
              <a:t>    │   │   ├── 0051_add_file_extractor.py</a:t>
            </a:r>
          </a:p>
          <a:p>
            <a:pPr algn="l">
              <a:lnSpc>
                <a:spcPct val="100000"/>
              </a:lnSpc>
            </a:pPr>
            <a:r>
              <a:rPr sz="800" b="0" i="0">
                <a:solidFill>
                  <a:srgbClr val="ECE7DC"/>
                </a:solidFill>
                <a:latin typeface="Consolas"/>
              </a:rPr>
              <a:t>    │   │   ├── 0052_add_kyber_keygen.py</a:t>
            </a:r>
          </a:p>
          <a:p>
            <a:pPr algn="l">
              <a:lnSpc>
                <a:spcPct val="100000"/>
              </a:lnSpc>
            </a:pPr>
            <a:r>
              <a:rPr sz="800" b="0" i="0">
                <a:solidFill>
                  <a:srgbClr val="ECE7DC"/>
                </a:solidFill>
                <a:latin typeface="Consolas"/>
              </a:rPr>
              <a:t>    │   │   ├── 0053_add_kyber_cipher.py</a:t>
            </a:r>
          </a:p>
          <a:p>
            <a:pPr algn="l">
              <a:lnSpc>
                <a:spcPct val="100000"/>
              </a:lnSpc>
            </a:pPr>
            <a:r>
              <a:rPr sz="800" b="0" i="0">
                <a:solidFill>
                  <a:srgbClr val="ECE7DC"/>
                </a:solidFill>
                <a:latin typeface="Consolas"/>
              </a:rPr>
              <a:t>    │   │   ├── 0054_add_kyber_decipher.py</a:t>
            </a:r>
          </a:p>
          <a:p>
            <a:pPr algn="l">
              <a:lnSpc>
                <a:spcPct val="100000"/>
              </a:lnSpc>
            </a:pPr>
            <a:r>
              <a:rPr sz="800" b="0" i="0">
                <a:solidFill>
                  <a:srgbClr val="ECE7DC"/>
                </a:solidFill>
                <a:latin typeface="Consolas"/>
              </a:rPr>
              <a:t>    │   │   ├── 0055_fix_kyber_cipher_names.py</a:t>
            </a:r>
          </a:p>
          <a:p>
            <a:pPr algn="l">
              <a:lnSpc>
                <a:spcPct val="100000"/>
              </a:lnSpc>
            </a:pPr>
            <a:r>
              <a:rPr sz="800" b="0" i="0">
                <a:solidFill>
                  <a:srgbClr val="ECE7DC"/>
                </a:solidFill>
                <a:latin typeface="Consolas"/>
              </a:rPr>
              <a:t>    │   │   ├── 0056_add_parametrizer.py</a:t>
            </a:r>
          </a:p>
          <a:p>
            <a:pPr algn="l">
              <a:lnSpc>
                <a:spcPct val="100000"/>
              </a:lnSpc>
            </a:pPr>
            <a:r>
              <a:rPr sz="800" b="0" i="0">
                <a:solidFill>
                  <a:srgbClr val="ECE7DC"/>
                </a:solidFill>
                <a:latin typeface="Consolas"/>
              </a:rPr>
              <a:t>    │   │   ├── 0057_add_flowbacker.py</a:t>
            </a:r>
          </a:p>
          <a:p>
            <a:pPr algn="l">
              <a:lnSpc>
                <a:spcPct val="100000"/>
              </a:lnSpc>
            </a:pPr>
            <a:r>
              <a:rPr sz="800" b="0" i="0">
                <a:solidFill>
                  <a:srgbClr val="ECE7DC"/>
                </a:solidFill>
                <a:latin typeface="Consolas"/>
              </a:rPr>
              <a:t>    │   │   ├── 0058_add_barrier.py</a:t>
            </a:r>
          </a:p>
          <a:p>
            <a:pPr algn="l">
              <a:lnSpc>
                <a:spcPct val="100000"/>
              </a:lnSpc>
            </a:pPr>
            <a:r>
              <a:rPr sz="800" b="0" i="0">
                <a:solidFill>
                  <a:srgbClr val="ECE7DC"/>
                </a:solidFill>
                <a:latin typeface="Consolas"/>
              </a:rPr>
              <a:t>    │   │   ├── 0059_add_j_decompiler.py</a:t>
            </a:r>
          </a:p>
          <a:p>
            <a:pPr algn="l">
              <a:lnSpc>
                <a:spcPct val="100000"/>
              </a:lnSpc>
            </a:pPr>
            <a:r>
              <a:rPr sz="800" b="0" i="0">
                <a:solidFill>
                  <a:srgbClr val="ECE7DC"/>
                </a:solidFill>
                <a:latin typeface="Consolas"/>
              </a:rPr>
              <a:t>    │   │   ├── 0060_add_agent_parametrizer_tool.py</a:t>
            </a:r>
          </a:p>
          <a:p>
            <a:pPr algn="l">
              <a:lnSpc>
                <a:spcPct val="100000"/>
              </a:lnSpc>
            </a:pPr>
            <a:r>
              <a:rPr sz="800" b="0" i="0">
                <a:solidFill>
                  <a:srgbClr val="ECE7DC"/>
                </a:solidFill>
                <a:latin typeface="Consolas"/>
              </a:rPr>
              <a:t>    │   │   ├── 0061_add_agent_starter_tool.py</a:t>
            </a:r>
          </a:p>
          <a:p>
            <a:pPr algn="l">
              <a:lnSpc>
                <a:spcPct val="100000"/>
              </a:lnSpc>
            </a:pPr>
            <a:r>
              <a:rPr sz="800" b="0" i="0">
                <a:solidFill>
                  <a:srgbClr val="ECE7DC"/>
                </a:solidFill>
                <a:latin typeface="Consolas"/>
              </a:rPr>
              <a:t>    │   │   ├── 0062_sync_agent_control_tools_and_prompt</a:t>
            </a:r>
          </a:p>
          <a:p>
            <a:pPr algn="l">
              <a:lnSpc>
                <a:spcPct val="100000"/>
              </a:lnSpc>
            </a:pPr>
            <a:r>
              <a:rPr sz="800" b="0" i="0">
                <a:solidFill>
                  <a:srgbClr val="ECE7DC"/>
                </a:solidFill>
                <a:latin typeface="Consolas"/>
              </a:rPr>
              <a:t>    │   │   │     » s.py</a:t>
            </a:r>
          </a:p>
          <a:p>
            <a:pPr algn="l">
              <a:lnSpc>
                <a:spcPct val="100000"/>
              </a:lnSpc>
            </a:pPr>
            <a:r>
              <a:rPr sz="800" b="0" i="0">
                <a:solidFill>
                  <a:srgbClr val="ECE7DC"/>
                </a:solidFill>
                <a:latin typeface="Consolas"/>
              </a:rPr>
              <a:t>    │   │   ├── 0063_add_agent_parametrizer_prompt.py</a:t>
            </a:r>
          </a:p>
          <a:p>
            <a:pPr algn="l">
              <a:lnSpc>
                <a:spcPct val="100000"/>
              </a:lnSpc>
            </a:pPr>
            <a:r>
              <a:rPr sz="800" b="0" i="0">
                <a:solidFill>
                  <a:srgbClr val="ECE7DC"/>
                </a:solidFill>
                <a:latin typeface="Consolas"/>
              </a:rPr>
              <a:t>    │   │   ├── 0064_add_chat_agent_run_model.py</a:t>
            </a:r>
          </a:p>
          <a:p>
            <a:pPr algn="l">
              <a:lnSpc>
                <a:spcPct val="100000"/>
              </a:lnSpc>
            </a:pPr>
            <a:r>
              <a:rPr sz="800" b="0" i="0">
                <a:solidFill>
                  <a:srgbClr val="ECE7DC"/>
                </a:solidFill>
                <a:latin typeface="Consolas"/>
              </a:rPr>
              <a:t>    │   │   ├── 0065_add_chat_wrapped_agent_tools.py</a:t>
            </a:r>
          </a:p>
          <a:p>
            <a:pPr algn="l">
              <a:lnSpc>
                <a:spcPct val="100000"/>
              </a:lnSpc>
            </a:pPr>
            <a:r>
              <a:rPr sz="800" b="0" i="0">
                <a:solidFill>
                  <a:srgbClr val="ECE7DC"/>
                </a:solidFill>
                <a:latin typeface="Consolas"/>
              </a:rPr>
              <a:t>    │   │   ├── 0066_add_keyboarder.py</a:t>
            </a:r>
          </a:p>
          <a:p>
            <a:pPr algn="l">
              <a:lnSpc>
                <a:spcPct val="100000"/>
              </a:lnSpc>
            </a:pPr>
            <a:r>
              <a:rPr sz="800" b="0" i="0">
                <a:solidFill>
                  <a:srgbClr val="ECE7DC"/>
                </a:solidFill>
                <a:latin typeface="Consolas"/>
              </a:rPr>
              <a:t>    │   │   ├── 0067_add_multi_turn_demo_prompts.py</a:t>
            </a:r>
          </a:p>
          <a:p>
            <a:pPr algn="l">
              <a:lnSpc>
                <a:spcPct val="100000"/>
              </a:lnSpc>
            </a:pPr>
            <a:r>
              <a:rPr sz="800" b="0" i="0">
                <a:solidFill>
                  <a:srgbClr val="ECE7DC"/>
                </a:solidFill>
                <a:latin typeface="Consolas"/>
              </a:rPr>
              <a:t>    │   │   ├── 0068_add_googler_tool.py</a:t>
            </a:r>
          </a:p>
          <a:p>
            <a:pPr algn="l">
              <a:lnSpc>
                <a:spcPct val="100000"/>
              </a:lnSpc>
            </a:pPr>
            <a:r>
              <a:rPr sz="800" b="0" i="0">
                <a:solidFill>
                  <a:srgbClr val="ECE7DC"/>
                </a:solidFill>
                <a:latin typeface="Consolas"/>
              </a:rPr>
              <a:t>    │   │   ├── 0069_add_googler_agent.py</a:t>
            </a:r>
          </a:p>
          <a:p>
            <a:pPr algn="l">
              <a:lnSpc>
                <a:spcPct val="100000"/>
              </a:lnSpc>
            </a:pPr>
            <a:r>
              <a:rPr sz="800" b="0" i="0">
                <a:solidFill>
                  <a:srgbClr val="ECE7DC"/>
                </a:solidFill>
                <a:latin typeface="Consolas"/>
              </a:rPr>
              <a:t>    │   │   ├── 0070_add_teletlamatini.py</a:t>
            </a:r>
          </a:p>
          <a:p>
            <a:pPr algn="l">
              <a:lnSpc>
                <a:spcPct val="100000"/>
              </a:lnSpc>
            </a:pPr>
            <a:r>
              <a:rPr sz="800" b="0" i="0">
                <a:solidFill>
                  <a:srgbClr val="ECE7DC"/>
                </a:solidFill>
                <a:latin typeface="Consolas"/>
              </a:rPr>
              <a:t>    │   │   ├── 0071_acpx_skills.py</a:t>
            </a:r>
          </a:p>
          <a:p>
            <a:pPr algn="l">
              <a:lnSpc>
                <a:spcPct val="100000"/>
              </a:lnSpc>
            </a:pPr>
            <a:r>
              <a:rPr sz="800" b="0" i="0">
                <a:solidFill>
                  <a:srgbClr val="ECE7DC"/>
                </a:solidFill>
                <a:latin typeface="Consolas"/>
              </a:rPr>
              <a:t>    │   │   ├── 0072_add_acpx_demo_prompts.py</a:t>
            </a:r>
          </a:p>
          <a:p>
            <a:pPr algn="l">
              <a:lnSpc>
                <a:spcPct val="100000"/>
              </a:lnSpc>
            </a:pPr>
            <a:r>
              <a:rPr sz="800" b="0" i="0">
                <a:solidFill>
                  <a:srgbClr val="ECE7DC"/>
                </a:solidFill>
                <a:latin typeface="Consolas"/>
              </a:rPr>
              <a:t>    │   │   ├── 0073_acpx_demo_gemini_uplift.py</a:t>
            </a:r>
          </a:p>
          <a:p>
            <a:pPr algn="l">
              <a:lnSpc>
                <a:spcPct val="100000"/>
              </a:lnSpc>
            </a:pPr>
            <a:r>
              <a:rPr sz="800" b="0" i="0">
                <a:solidFill>
                  <a:srgbClr val="ECE7DC"/>
                </a:solidFill>
                <a:latin typeface="Consolas"/>
              </a:rPr>
              <a:t>    │   │   ├── 0074_simplify_demo_prompts.py</a:t>
            </a:r>
          </a:p>
          <a:p>
            <a:pPr algn="l">
              <a:lnSpc>
                <a:spcPct val="100000"/>
              </a:lnSpc>
            </a:pPr>
            <a:r>
              <a:rPr sz="800" b="0" i="0">
                <a:solidFill>
                  <a:srgbClr val="ECE7DC"/>
                </a:solidFill>
                <a:latin typeface="Consolas"/>
              </a:rPr>
              <a:t>    │   │   ├── 0075_add_acpx_tool_surface.py</a:t>
            </a:r>
          </a:p>
          <a:p>
            <a:pPr algn="l">
              <a:lnSpc>
                <a:spcPct val="100000"/>
              </a:lnSpc>
            </a:pPr>
            <a:r>
              <a:rPr sz="800" b="0" i="0">
                <a:solidFill>
                  <a:srgbClr val="ECE7DC"/>
                </a:solidFill>
                <a:latin typeface="Consolas"/>
              </a:rPr>
              <a:t>    │   │   ├── 0076_add_acpxer.py</a:t>
            </a:r>
          </a:p>
          <a:p>
            <a:pPr algn="l">
              <a:lnSpc>
                <a:spcPct val="100000"/>
              </a:lnSpc>
            </a:pPr>
            <a:r>
              <a:rPr sz="800" b="0" i="0">
                <a:solidFill>
                  <a:srgbClr val="ECE7DC"/>
                </a:solidFill>
                <a:latin typeface="Consolas"/>
              </a:rPr>
              <a:t>    │   │   ├── 0077_add_whatstlamatini.py</a:t>
            </a:r>
          </a:p>
          <a:p>
            <a:pPr algn="l">
              <a:lnSpc>
                <a:spcPct val="100000"/>
              </a:lnSpc>
            </a:pPr>
            <a:r>
              <a:rPr sz="800" b="0" i="0">
                <a:solidFill>
                  <a:srgbClr val="ECE7DC"/>
                </a:solidFill>
                <a:latin typeface="Consolas"/>
              </a:rPr>
              <a:t>    │   │   ├── 0078_add_chat_agent_keyboarder_tool.py</a:t>
            </a:r>
          </a:p>
          <a:p>
            <a:pPr algn="l">
              <a:lnSpc>
                <a:spcPct val="100000"/>
              </a:lnSpc>
            </a:pPr>
            <a:r>
              <a:rPr sz="800" b="0" i="0">
                <a:solidFill>
                  <a:srgbClr val="ECE7DC"/>
                </a:solidFill>
                <a:latin typeface="Consolas"/>
              </a:rPr>
              <a:t>    │   │   ├── 0079_add_chat_agent_mouser_tool.py</a:t>
            </a:r>
          </a:p>
          <a:p>
            <a:pPr algn="l">
              <a:lnSpc>
                <a:spcPct val="100000"/>
              </a:lnSpc>
            </a:pPr>
            <a:r>
              <a:rPr sz="800" b="0" i="0">
                <a:solidFill>
                  <a:srgbClr val="ECE7DC"/>
                </a:solidFill>
                <a:latin typeface="Consolas"/>
              </a:rPr>
              <a:t>    │   │   ├── 0080_add_chat_agent_sleeper_tool.py</a:t>
            </a:r>
          </a:p>
          <a:p>
            <a:pPr algn="l">
              <a:lnSpc>
                <a:spcPct val="100000"/>
              </a:lnSpc>
            </a:pPr>
            <a:r>
              <a:rPr sz="800" b="0" i="0">
                <a:solidFill>
                  <a:srgbClr val="ECE7DC"/>
                </a:solidFill>
                <a:latin typeface="Consolas"/>
              </a:rPr>
              <a:t>    │   │   ├── 0081_add_window_present_and_run_wait_too</a:t>
            </a:r>
          </a:p>
          <a:p>
            <a:pPr algn="l">
              <a:lnSpc>
                <a:spcPct val="100000"/>
              </a:lnSpc>
            </a:pPr>
            <a:r>
              <a:rPr sz="800" b="0" i="0">
                <a:solidFill>
                  <a:srgbClr val="ECE7DC"/>
                </a:solidFill>
                <a:latin typeface="Consolas"/>
              </a:rPr>
              <a:t>    │   │   │     » ls.py</a:t>
            </a:r>
          </a:p>
          <a:p>
            <a:pPr algn="l">
              <a:lnSpc>
                <a:spcPct val="100000"/>
              </a:lnSpc>
            </a:pPr>
            <a:r>
              <a:rPr sz="800" b="0" i="0">
                <a:solidFill>
                  <a:srgbClr val="ECE7DC"/>
                </a:solidFill>
                <a:latin typeface="Consolas"/>
              </a:rPr>
              <a:t>    │   │   ├── 0082_add_chat_agent_j_decompiler_tool.py</a:t>
            </a:r>
          </a:p>
          <a:p>
            <a:pPr algn="l">
              <a:lnSpc>
                <a:spcPct val="100000"/>
              </a:lnSpc>
            </a:pPr>
            <a:r>
              <a:rPr sz="800" b="0" i="0">
                <a:solidFill>
                  <a:srgbClr val="ECE7DC"/>
                </a:solidFill>
                <a:latin typeface="Consolas"/>
              </a:rPr>
              <a:t>    │   │   ├── 0083_add_de_compresser.py</a:t>
            </a:r>
          </a:p>
          <a:p>
            <a:pPr algn="l">
              <a:lnSpc>
                <a:spcPct val="100000"/>
              </a:lnSpc>
            </a:pPr>
            <a:r>
              <a:rPr sz="800" b="0" i="0">
                <a:solidFill>
                  <a:srgbClr val="ECE7DC"/>
                </a:solidFill>
                <a:latin typeface="Consolas"/>
              </a:rPr>
              <a:t>    │   │   ├── 0084_add_chat_agent_de_compresser_tool.p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0085_add_unrealer.py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0086_add_chat_agent_unrealer_tool.py</a:t>
            </a:r>
          </a:p>
          <a:p>
            <a:pPr algn="l">
              <a:lnSpc>
                <a:spcPct val="100000"/>
              </a:lnSpc>
            </a:pPr>
            <a:r>
              <a:rPr sz="800" b="0" i="0">
                <a:solidFill>
                  <a:srgbClr val="ECE7DC"/>
                </a:solidFill>
                <a:latin typeface="Consolas"/>
              </a:rPr>
              <a:t>    │   │   ├── 0087_add_unrealer_demo_prompt.py</a:t>
            </a:r>
          </a:p>
          <a:p>
            <a:pPr algn="l">
              <a:lnSpc>
                <a:spcPct val="100000"/>
              </a:lnSpc>
            </a:pPr>
            <a:r>
              <a:rPr sz="800" b="0" i="0">
                <a:solidFill>
                  <a:srgbClr val="ECE7DC"/>
                </a:solidFill>
                <a:latin typeface="Consolas"/>
              </a:rPr>
              <a:t>    │   │   ├── 0088_add_reviewer.py</a:t>
            </a:r>
          </a:p>
          <a:p>
            <a:pPr algn="l">
              <a:lnSpc>
                <a:spcPct val="100000"/>
              </a:lnSpc>
            </a:pPr>
            <a:r>
              <a:rPr sz="800" b="0" i="0">
                <a:solidFill>
                  <a:srgbClr val="ECE7DC"/>
                </a:solidFill>
                <a:latin typeface="Consolas"/>
              </a:rPr>
              <a:t>    │   │   ├── 0089_add_analyzer.py</a:t>
            </a:r>
          </a:p>
          <a:p>
            <a:pPr algn="l">
              <a:lnSpc>
                <a:spcPct val="100000"/>
              </a:lnSpc>
            </a:pPr>
            <a:r>
              <a:rPr sz="800" b="0" i="0">
                <a:solidFill>
                  <a:srgbClr val="ECE7DC"/>
                </a:solidFill>
                <a:latin typeface="Consolas"/>
              </a:rPr>
              <a:t>    │   │   ├── 0090_add_reviewer_analyzer_demo_prompts.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0091_add_playwrighter.py</a:t>
            </a:r>
          </a:p>
          <a:p>
            <a:pPr algn="l">
              <a:lnSpc>
                <a:spcPct val="100000"/>
              </a:lnSpc>
            </a:pPr>
            <a:r>
              <a:rPr sz="800" b="0" i="0">
                <a:solidFill>
                  <a:srgbClr val="ECE7DC"/>
                </a:solidFill>
                <a:latin typeface="Consolas"/>
              </a:rPr>
              <a:t>    │   │   ├── 0092_add_chat_agent_playwrighter_tool.py</a:t>
            </a:r>
          </a:p>
          <a:p>
            <a:pPr algn="l">
              <a:lnSpc>
                <a:spcPct val="100000"/>
              </a:lnSpc>
            </a:pPr>
            <a:r>
              <a:rPr sz="800" b="0" i="0">
                <a:solidFill>
                  <a:srgbClr val="ECE7DC"/>
                </a:solidFill>
                <a:latin typeface="Consolas"/>
              </a:rPr>
              <a:t>    │   │   ├── 0093_add_windower.py</a:t>
            </a:r>
          </a:p>
          <a:p>
            <a:pPr algn="l">
              <a:lnSpc>
                <a:spcPct val="100000"/>
              </a:lnSpc>
            </a:pPr>
            <a:r>
              <a:rPr sz="800" b="0" i="0">
                <a:solidFill>
                  <a:srgbClr val="ECE7DC"/>
                </a:solidFill>
                <a:latin typeface="Consolas"/>
              </a:rPr>
              <a:t>    │   │   ├── 0094_add_chat_agent_windower_tool.py</a:t>
            </a:r>
          </a:p>
          <a:p>
            <a:pPr algn="l">
              <a:lnSpc>
                <a:spcPct val="100000"/>
              </a:lnSpc>
            </a:pPr>
            <a:r>
              <a:rPr sz="800" b="0" i="0">
                <a:solidFill>
                  <a:srgbClr val="ECE7DC"/>
                </a:solidFill>
                <a:latin typeface="Consolas"/>
              </a:rPr>
              <a:t>    │   │   ├── 0095_add_windower_playwrighter_demo_prom</a:t>
            </a:r>
          </a:p>
          <a:p>
            <a:pPr algn="l">
              <a:lnSpc>
                <a:spcPct val="100000"/>
              </a:lnSpc>
            </a:pPr>
            <a:r>
              <a:rPr sz="800" b="0" i="0">
                <a:solidFill>
                  <a:srgbClr val="ECE7DC"/>
                </a:solidFill>
                <a:latin typeface="Consolas"/>
              </a:rPr>
              <a:t>    │   │   │     » pts.py</a:t>
            </a:r>
          </a:p>
          <a:p>
            <a:pPr algn="l">
              <a:lnSpc>
                <a:spcPct val="100000"/>
              </a:lnSpc>
            </a:pPr>
            <a:r>
              <a:rPr sz="800" b="0" i="0">
                <a:solidFill>
                  <a:srgbClr val="ECE7DC"/>
                </a:solidFill>
                <a:latin typeface="Consolas"/>
              </a:rPr>
              <a:t>    │   │   ├── 0096_add_director_virtuoso_demo_prompts.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0097_add_kalier.py</a:t>
            </a:r>
          </a:p>
          <a:p>
            <a:pPr algn="l">
              <a:lnSpc>
                <a:spcPct val="100000"/>
              </a:lnSpc>
            </a:pPr>
            <a:r>
              <a:rPr sz="800" b="0" i="0">
                <a:solidFill>
                  <a:srgbClr val="ECE7DC"/>
                </a:solidFill>
                <a:latin typeface="Consolas"/>
              </a:rPr>
              <a:t>    │   │   ├── 0098_add_chat_agent_kalier_tool.py</a:t>
            </a:r>
          </a:p>
          <a:p>
            <a:pPr algn="l">
              <a:lnSpc>
                <a:spcPct val="100000"/>
              </a:lnSpc>
            </a:pPr>
            <a:r>
              <a:rPr sz="800" b="0" i="0">
                <a:solidFill>
                  <a:srgbClr val="ECE7DC"/>
                </a:solidFill>
                <a:latin typeface="Consolas"/>
              </a:rPr>
              <a:t>    │   │   ├── 0099_add_kalier_demo_prompts.py</a:t>
            </a:r>
          </a:p>
          <a:p>
            <a:pPr algn="l">
              <a:lnSpc>
                <a:spcPct val="100000"/>
              </a:lnSpc>
            </a:pPr>
            <a:r>
              <a:rPr sz="800" b="0" i="0">
                <a:solidFill>
                  <a:srgbClr val="ECE7DC"/>
                </a:solidFill>
                <a:latin typeface="Consolas"/>
              </a:rPr>
              <a:t>    │   │   ├── 0100_add_unrealer_extended_demo_prompts.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0101_add_stm32er.py</a:t>
            </a:r>
          </a:p>
          <a:p>
            <a:pPr algn="l">
              <a:lnSpc>
                <a:spcPct val="100000"/>
              </a:lnSpc>
            </a:pPr>
            <a:r>
              <a:rPr sz="800" b="0" i="0">
                <a:solidFill>
                  <a:srgbClr val="ECE7DC"/>
                </a:solidFill>
                <a:latin typeface="Consolas"/>
              </a:rPr>
              <a:t>    │   │   ├── 0102_add_chat_agent_stm32er_tool.py</a:t>
            </a:r>
          </a:p>
          <a:p>
            <a:pPr algn="l">
              <a:lnSpc>
                <a:spcPct val="100000"/>
              </a:lnSpc>
            </a:pPr>
            <a:r>
              <a:rPr sz="800" b="0" i="0">
                <a:solidFill>
                  <a:srgbClr val="ECE7DC"/>
                </a:solidFill>
                <a:latin typeface="Consolas"/>
              </a:rPr>
              <a:t>    │   │   ├── 0103_add_stm32er_demo_prompts.py</a:t>
            </a:r>
          </a:p>
          <a:p>
            <a:pPr algn="l">
              <a:lnSpc>
                <a:spcPct val="100000"/>
              </a:lnSpc>
            </a:pPr>
            <a:r>
              <a:rPr sz="800" b="0" i="0">
                <a:solidFill>
                  <a:srgbClr val="ECE7DC"/>
                </a:solidFill>
                <a:latin typeface="Consolas"/>
              </a:rPr>
              <a:t>    │   │   ├── 0104_fix_stm32er_hil_serial_proof.py</a:t>
            </a:r>
          </a:p>
          <a:p>
            <a:pPr algn="l">
              <a:lnSpc>
                <a:spcPct val="100000"/>
              </a:lnSpc>
            </a:pPr>
            <a:r>
              <a:rPr sz="800" b="0" i="0">
                <a:solidFill>
                  <a:srgbClr val="ECE7DC"/>
                </a:solidFill>
                <a:latin typeface="Consolas"/>
              </a:rPr>
              <a:t>    │   │   ├── 0105_add_esp32er.py</a:t>
            </a:r>
          </a:p>
          <a:p>
            <a:pPr algn="l">
              <a:lnSpc>
                <a:spcPct val="100000"/>
              </a:lnSpc>
            </a:pPr>
            <a:r>
              <a:rPr sz="800" b="0" i="0">
                <a:solidFill>
                  <a:srgbClr val="ECE7DC"/>
                </a:solidFill>
                <a:latin typeface="Consolas"/>
              </a:rPr>
              <a:t>    │   │   ├── 0106_add_chat_agent_esp32er_tool.py</a:t>
            </a:r>
          </a:p>
          <a:p>
            <a:pPr algn="l">
              <a:lnSpc>
                <a:spcPct val="100000"/>
              </a:lnSpc>
            </a:pPr>
            <a:r>
              <a:rPr sz="800" b="0" i="0">
                <a:solidFill>
                  <a:srgbClr val="ECE7DC"/>
                </a:solidFill>
                <a:latin typeface="Consolas"/>
              </a:rPr>
              <a:t>    │   │   ├── 0107_add_esp32er_demo_prompts.py</a:t>
            </a:r>
          </a:p>
          <a:p>
            <a:pPr algn="l">
              <a:lnSpc>
                <a:spcPct val="100000"/>
              </a:lnSpc>
            </a:pPr>
            <a:r>
              <a:rPr sz="800" b="0" i="0">
                <a:solidFill>
                  <a:srgbClr val="ECE7DC"/>
                </a:solidFill>
                <a:latin typeface="Consolas"/>
              </a:rPr>
              <a:t>    │   │   ├── 0108_add_flow_making_demo_prompt.py</a:t>
            </a:r>
          </a:p>
          <a:p>
            <a:pPr algn="l">
              <a:lnSpc>
                <a:spcPct val="100000"/>
              </a:lnSpc>
            </a:pPr>
            <a:r>
              <a:rPr sz="800" b="0" i="0">
                <a:solidFill>
                  <a:srgbClr val="ECE7DC"/>
                </a:solidFill>
                <a:latin typeface="Consolas"/>
              </a:rPr>
              <a:t>    │   │   ├── 0109_add_arduiner.py</a:t>
            </a:r>
          </a:p>
          <a:p>
            <a:pPr algn="l">
              <a:lnSpc>
                <a:spcPct val="100000"/>
              </a:lnSpc>
            </a:pPr>
            <a:r>
              <a:rPr sz="800" b="0" i="0">
                <a:solidFill>
                  <a:srgbClr val="ECE7DC"/>
                </a:solidFill>
                <a:latin typeface="Consolas"/>
              </a:rPr>
              <a:t>    │   │   ├── 0110_add_chat_agent_arduiner_tool.py</a:t>
            </a:r>
          </a:p>
          <a:p>
            <a:pPr algn="l">
              <a:lnSpc>
                <a:spcPct val="100000"/>
              </a:lnSpc>
            </a:pPr>
            <a:r>
              <a:rPr sz="800" b="0" i="0">
                <a:solidFill>
                  <a:srgbClr val="ECE7DC"/>
                </a:solidFill>
                <a:latin typeface="Consolas"/>
              </a:rPr>
              <a:t>    │   │   ├── 0111_add_arduiner_demo_prompts.py</a:t>
            </a:r>
          </a:p>
          <a:p>
            <a:pPr algn="l">
              <a:lnSpc>
                <a:spcPct val="100000"/>
              </a:lnSpc>
            </a:pPr>
            <a:r>
              <a:rPr sz="800" b="0" i="0">
                <a:solidFill>
                  <a:srgbClr val="ECE7DC"/>
                </a:solidFill>
                <a:latin typeface="Consolas"/>
              </a:rPr>
              <a:t>    │   │   ├── 0112_add_camcorder.py</a:t>
            </a:r>
          </a:p>
          <a:p>
            <a:pPr algn="l">
              <a:lnSpc>
                <a:spcPct val="100000"/>
              </a:lnSpc>
            </a:pPr>
            <a:r>
              <a:rPr sz="800" b="0" i="0">
                <a:solidFill>
                  <a:srgbClr val="ECE7DC"/>
                </a:solidFill>
                <a:latin typeface="Consolas"/>
              </a:rPr>
              <a:t>    │   │   ├── 0113_add_chat_agent_camcorder_tool.py</a:t>
            </a:r>
          </a:p>
          <a:p>
            <a:pPr algn="l">
              <a:lnSpc>
                <a:spcPct val="100000"/>
              </a:lnSpc>
            </a:pPr>
            <a:r>
              <a:rPr sz="800" b="0" i="0">
                <a:solidFill>
                  <a:srgbClr val="ECE7DC"/>
                </a:solidFill>
                <a:latin typeface="Consolas"/>
              </a:rPr>
              <a:t>    │   │   ├── 0114_add_recorder.py</a:t>
            </a:r>
          </a:p>
          <a:p>
            <a:pPr algn="l">
              <a:lnSpc>
                <a:spcPct val="100000"/>
              </a:lnSpc>
            </a:pPr>
            <a:r>
              <a:rPr sz="800" b="0" i="0">
                <a:solidFill>
                  <a:srgbClr val="ECE7DC"/>
                </a:solidFill>
                <a:latin typeface="Consolas"/>
              </a:rPr>
              <a:t>    │   │   ├── 0115_add_chat_agent_recorder_tool.py</a:t>
            </a:r>
          </a:p>
          <a:p>
            <a:pPr algn="l">
              <a:lnSpc>
                <a:spcPct val="100000"/>
              </a:lnSpc>
            </a:pPr>
            <a:r>
              <a:rPr sz="800" b="0" i="0">
                <a:solidFill>
                  <a:srgbClr val="ECE7DC"/>
                </a:solidFill>
                <a:latin typeface="Consolas"/>
              </a:rPr>
              <a:t>    │   │   ├── 0116_add_audioplayer.py</a:t>
            </a:r>
          </a:p>
          <a:p>
            <a:pPr algn="l">
              <a:lnSpc>
                <a:spcPct val="100000"/>
              </a:lnSpc>
            </a:pPr>
            <a:r>
              <a:rPr sz="800" b="0" i="0">
                <a:solidFill>
                  <a:srgbClr val="ECE7DC"/>
                </a:solidFill>
                <a:latin typeface="Consolas"/>
              </a:rPr>
              <a:t>    │   │   ├── 0117_add_chat_agent_audioplayer_tool.py</a:t>
            </a:r>
          </a:p>
          <a:p>
            <a:pPr algn="l">
              <a:lnSpc>
                <a:spcPct val="100000"/>
              </a:lnSpc>
            </a:pPr>
            <a:r>
              <a:rPr sz="800" b="0" i="0">
                <a:solidFill>
                  <a:srgbClr val="ECE7DC"/>
                </a:solidFill>
                <a:latin typeface="Consolas"/>
              </a:rPr>
              <a:t>    │   │   ├── 0118_add_videoplayer.py</a:t>
            </a:r>
          </a:p>
          <a:p>
            <a:pPr algn="l">
              <a:lnSpc>
                <a:spcPct val="100000"/>
              </a:lnSpc>
            </a:pPr>
            <a:r>
              <a:rPr sz="800" b="0" i="0">
                <a:solidFill>
                  <a:srgbClr val="ECE7DC"/>
                </a:solidFill>
                <a:latin typeface="Consolas"/>
              </a:rPr>
              <a:t>    │   │   ├── 0119_add_chat_agent_videoplayer_tool.py</a:t>
            </a:r>
          </a:p>
          <a:p>
            <a:pPr algn="l">
              <a:lnSpc>
                <a:spcPct val="100000"/>
              </a:lnSpc>
            </a:pPr>
            <a:r>
              <a:rPr sz="800" b="0" i="0">
                <a:solidFill>
                  <a:srgbClr val="ECE7DC"/>
                </a:solidFill>
                <a:latin typeface="Consolas"/>
              </a:rPr>
              <a:t>    │   │   ├── 0120_add_talker.py</a:t>
            </a:r>
          </a:p>
          <a:p>
            <a:pPr algn="l">
              <a:lnSpc>
                <a:spcPct val="100000"/>
              </a:lnSpc>
            </a:pPr>
            <a:r>
              <a:rPr sz="800" b="0" i="0">
                <a:solidFill>
                  <a:srgbClr val="ECE7DC"/>
                </a:solidFill>
                <a:latin typeface="Consolas"/>
              </a:rPr>
              <a:t>    │   │   ├── 0121_add_chat_agent_talker_tool.py</a:t>
            </a:r>
          </a:p>
          <a:p>
            <a:pPr algn="l">
              <a:lnSpc>
                <a:spcPct val="100000"/>
              </a:lnSpc>
            </a:pPr>
            <a:r>
              <a:rPr sz="800" b="0" i="0">
                <a:solidFill>
                  <a:srgbClr val="ECE7DC"/>
                </a:solidFill>
                <a:latin typeface="Consolas"/>
              </a:rPr>
              <a:t>    │   │   ├── 0122_add_talker_demo_prompt.py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11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0123_add_whisperer.py</a:t>
            </a:r>
          </a:p>
          <a:p>
            <a:pPr algn="l">
              <a:lnSpc>
                <a:spcPct val="100000"/>
              </a:lnSpc>
            </a:pPr>
            <a:r>
              <a:rPr sz="800" b="0" i="0">
                <a:solidFill>
                  <a:srgbClr val="ECE7DC"/>
                </a:solidFill>
                <a:latin typeface="Consolas"/>
              </a:rPr>
              <a:t>    │   │   ├── 0124_add_chat_agent_whisperer_tool.py</a:t>
            </a:r>
          </a:p>
          <a:p>
            <a:pPr algn="l">
              <a:lnSpc>
                <a:spcPct val="100000"/>
              </a:lnSpc>
            </a:pPr>
            <a:r>
              <a:rPr sz="800" b="0" i="0">
                <a:solidFill>
                  <a:srgbClr val="ECE7DC"/>
                </a:solidFill>
                <a:latin typeface="Consolas"/>
              </a:rPr>
              <a:t>    │   │   ├── 0125_add_whisperer_demo_prompt.py</a:t>
            </a:r>
          </a:p>
          <a:p>
            <a:pPr algn="l">
              <a:lnSpc>
                <a:spcPct val="100000"/>
              </a:lnSpc>
            </a:pPr>
            <a:r>
              <a:rPr sz="800" b="0" i="0">
                <a:solidFill>
                  <a:srgbClr val="ECE7DC"/>
                </a:solidFill>
                <a:latin typeface="Consolas"/>
              </a:rPr>
              <a:t>    │   │   ├── 0126_add_blenderer.py</a:t>
            </a:r>
          </a:p>
          <a:p>
            <a:pPr algn="l">
              <a:lnSpc>
                <a:spcPct val="100000"/>
              </a:lnSpc>
            </a:pPr>
            <a:r>
              <a:rPr sz="800" b="0" i="0">
                <a:solidFill>
                  <a:srgbClr val="ECE7DC"/>
                </a:solidFill>
                <a:latin typeface="Consolas"/>
              </a:rPr>
              <a:t>    │   │   ├── 0127_add_chat_agent_blenderer_tool.py</a:t>
            </a:r>
          </a:p>
          <a:p>
            <a:pPr algn="l">
              <a:lnSpc>
                <a:spcPct val="100000"/>
              </a:lnSpc>
            </a:pPr>
            <a:r>
              <a:rPr sz="800" b="0" i="0">
                <a:solidFill>
                  <a:srgbClr val="ECE7DC"/>
                </a:solidFill>
                <a:latin typeface="Consolas"/>
              </a:rPr>
              <a:t>    │   │   ├── 0128_add_blenderer_demo_prompts.py</a:t>
            </a:r>
          </a:p>
          <a:p>
            <a:pPr algn="l">
              <a:lnSpc>
                <a:spcPct val="100000"/>
              </a:lnSpc>
            </a:pPr>
            <a:r>
              <a:rPr sz="800" b="0" i="0">
                <a:solidFill>
                  <a:srgbClr val="ECE7DC"/>
                </a:solidFill>
                <a:latin typeface="Consolas"/>
              </a:rPr>
              <a:t>    │   │   ├── 0129_add_editor.py</a:t>
            </a:r>
          </a:p>
          <a:p>
            <a:pPr algn="l">
              <a:lnSpc>
                <a:spcPct val="100000"/>
              </a:lnSpc>
            </a:pPr>
            <a:r>
              <a:rPr sz="800" b="0" i="0">
                <a:solidFill>
                  <a:srgbClr val="ECE7DC"/>
                </a:solidFill>
                <a:latin typeface="Consolas"/>
              </a:rPr>
              <a:t>    │   │   ├── 0130_add_chat_agent_editor_tool.py</a:t>
            </a:r>
          </a:p>
          <a:p>
            <a:pPr algn="l">
              <a:lnSpc>
                <a:spcPct val="100000"/>
              </a:lnSpc>
            </a:pPr>
            <a:r>
              <a:rPr sz="800" b="0" i="0">
                <a:solidFill>
                  <a:srgbClr val="ECE7DC"/>
                </a:solidFill>
                <a:latin typeface="Consolas"/>
              </a:rPr>
              <a:t>    │   │   ├── 0131_add_editor_demo_prompts.py</a:t>
            </a:r>
          </a:p>
          <a:p>
            <a:pPr algn="l">
              <a:lnSpc>
                <a:spcPct val="100000"/>
              </a:lnSpc>
            </a:pPr>
            <a:r>
              <a:rPr sz="800" b="0" i="0">
                <a:solidFill>
                  <a:srgbClr val="ECE7DC"/>
                </a:solidFill>
                <a:latin typeface="Consolas"/>
              </a:rPr>
              <a:t>    │   │   ├── 0132_add_grepper.py</a:t>
            </a:r>
          </a:p>
          <a:p>
            <a:pPr algn="l">
              <a:lnSpc>
                <a:spcPct val="100000"/>
              </a:lnSpc>
            </a:pPr>
            <a:r>
              <a:rPr sz="800" b="0" i="0">
                <a:solidFill>
                  <a:srgbClr val="ECE7DC"/>
                </a:solidFill>
                <a:latin typeface="Consolas"/>
              </a:rPr>
              <a:t>    │   │   ├── 0133_add_chat_agent_grepper_tool.py</a:t>
            </a:r>
          </a:p>
          <a:p>
            <a:pPr algn="l">
              <a:lnSpc>
                <a:spcPct val="100000"/>
              </a:lnSpc>
            </a:pPr>
            <a:r>
              <a:rPr sz="800" b="0" i="0">
                <a:solidFill>
                  <a:srgbClr val="ECE7DC"/>
                </a:solidFill>
                <a:latin typeface="Consolas"/>
              </a:rPr>
              <a:t>    │   │   ├── 0134_add_grepper_demo_prompts.py</a:t>
            </a:r>
          </a:p>
          <a:p>
            <a:pPr algn="l">
              <a:lnSpc>
                <a:spcPct val="100000"/>
              </a:lnSpc>
            </a:pPr>
            <a:r>
              <a:rPr sz="800" b="0" i="0">
                <a:solidFill>
                  <a:srgbClr val="ECE7DC"/>
                </a:solidFill>
                <a:latin typeface="Consolas"/>
              </a:rPr>
              <a:t>    │   │   ├── 0135_add_globber.py</a:t>
            </a:r>
          </a:p>
          <a:p>
            <a:pPr algn="l">
              <a:lnSpc>
                <a:spcPct val="100000"/>
              </a:lnSpc>
            </a:pPr>
            <a:r>
              <a:rPr sz="800" b="0" i="0">
                <a:solidFill>
                  <a:srgbClr val="ECE7DC"/>
                </a:solidFill>
                <a:latin typeface="Consolas"/>
              </a:rPr>
              <a:t>    │   │   ├── 0136_add_chat_agent_globber_tool.py</a:t>
            </a:r>
          </a:p>
          <a:p>
            <a:pPr algn="l">
              <a:lnSpc>
                <a:spcPct val="100000"/>
              </a:lnSpc>
            </a:pPr>
            <a:r>
              <a:rPr sz="800" b="0" i="0">
                <a:solidFill>
                  <a:srgbClr val="ECE7DC"/>
                </a:solidFill>
                <a:latin typeface="Consolas"/>
              </a:rPr>
              <a:t>    │   │   ├── 0137_add_globber_demo_prompts.py</a:t>
            </a:r>
          </a:p>
          <a:p>
            <a:pPr algn="l">
              <a:lnSpc>
                <a:spcPct val="100000"/>
              </a:lnSpc>
            </a:pPr>
            <a:r>
              <a:rPr sz="800" b="0" i="0">
                <a:solidFill>
                  <a:srgbClr val="ECE7DC"/>
                </a:solidFill>
                <a:latin typeface="Consolas"/>
              </a:rPr>
              <a:t>    │   │   ├── 0138_add_esphomer.py</a:t>
            </a:r>
          </a:p>
          <a:p>
            <a:pPr algn="l">
              <a:lnSpc>
                <a:spcPct val="100000"/>
              </a:lnSpc>
            </a:pPr>
            <a:r>
              <a:rPr sz="800" b="0" i="0">
                <a:solidFill>
                  <a:srgbClr val="ECE7DC"/>
                </a:solidFill>
                <a:latin typeface="Consolas"/>
              </a:rPr>
              <a:t>    │   │   ├── 0139_add_chat_agent_esphomer_tool.py</a:t>
            </a:r>
          </a:p>
          <a:p>
            <a:pPr algn="l">
              <a:lnSpc>
                <a:spcPct val="100000"/>
              </a:lnSpc>
            </a:pPr>
            <a:r>
              <a:rPr sz="800" b="0" i="0">
                <a:solidFill>
                  <a:srgbClr val="ECE7DC"/>
                </a:solidFill>
                <a:latin typeface="Consolas"/>
              </a:rPr>
              <a:t>    │   │   ├── 0140_add_esphomer_demo_prompts.py</a:t>
            </a:r>
          </a:p>
          <a:p>
            <a:pPr algn="l">
              <a:lnSpc>
                <a:spcPct val="100000"/>
              </a:lnSpc>
            </a:pPr>
            <a:r>
              <a:rPr sz="800" b="0" i="0">
                <a:solidFill>
                  <a:srgbClr val="ECE7DC"/>
                </a:solidFill>
                <a:latin typeface="Consolas"/>
              </a:rPr>
              <a:t>    │   │   ├── 0141_add_mcp_doctor.py</a:t>
            </a:r>
          </a:p>
          <a:p>
            <a:pPr algn="l">
              <a:lnSpc>
                <a:spcPct val="100000"/>
              </a:lnSpc>
            </a:pPr>
            <a:r>
              <a:rPr sz="800" b="0" i="0">
                <a:solidFill>
                  <a:srgbClr val="ECE7DC"/>
                </a:solidFill>
                <a:latin typeface="Consolas"/>
              </a:rPr>
              <a:t>    │   │   ├── 0142_add_chat_agent_mcp_doctor_tool.py</a:t>
            </a:r>
          </a:p>
          <a:p>
            <a:pPr algn="l">
              <a:lnSpc>
                <a:spcPct val="100000"/>
              </a:lnSpc>
            </a:pPr>
            <a:r>
              <a:rPr sz="800" b="0" i="0">
                <a:solidFill>
                  <a:srgbClr val="ECE7DC"/>
                </a:solidFill>
                <a:latin typeface="Consolas"/>
              </a:rPr>
              <a:t>    │   │   ├── 0143_add_mcp_doctor_demo_prompt.py</a:t>
            </a:r>
          </a:p>
          <a:p>
            <a:pPr algn="l">
              <a:lnSpc>
                <a:spcPct val="100000"/>
              </a:lnSpc>
            </a:pPr>
            <a:r>
              <a:rPr sz="800" b="0" i="0">
                <a:solidFill>
                  <a:srgbClr val="ECE7DC"/>
                </a:solidFill>
                <a:latin typeface="Consolas"/>
              </a:rPr>
              <a:t>    │   │   ├── 0144_insert_java17_maven_demo_prompt_at_</a:t>
            </a:r>
          </a:p>
          <a:p>
            <a:pPr algn="l">
              <a:lnSpc>
                <a:spcPct val="100000"/>
              </a:lnSpc>
            </a:pPr>
            <a:r>
              <a:rPr sz="800" b="0" i="0">
                <a:solidFill>
                  <a:srgbClr val="ECE7DC"/>
                </a:solidFill>
                <a:latin typeface="Consolas"/>
              </a:rPr>
              <a:t>    │   │   │     » 5.py</a:t>
            </a:r>
          </a:p>
          <a:p>
            <a:pPr algn="l">
              <a:lnSpc>
                <a:spcPct val="100000"/>
              </a:lnSpc>
            </a:pPr>
            <a:r>
              <a:rPr sz="800" b="0" i="0">
                <a:solidFill>
                  <a:srgbClr val="ECE7DC"/>
                </a:solidFill>
                <a:latin typeface="Consolas"/>
              </a:rPr>
              <a:t>    │   │   ├── 0145_insert_createsuperuser_wizard_promp</a:t>
            </a:r>
          </a:p>
          <a:p>
            <a:pPr algn="l">
              <a:lnSpc>
                <a:spcPct val="100000"/>
              </a:lnSpc>
            </a:pPr>
            <a:r>
              <a:rPr sz="800" b="0" i="0">
                <a:solidFill>
                  <a:srgbClr val="ECE7DC"/>
                </a:solidFill>
                <a:latin typeface="Consolas"/>
              </a:rPr>
              <a:t>    │   │   │     » t_at_1.py</a:t>
            </a:r>
          </a:p>
          <a:p>
            <a:pPr algn="l">
              <a:lnSpc>
                <a:spcPct val="100000"/>
              </a:lnSpc>
            </a:pPr>
            <a:r>
              <a:rPr sz="800" b="0" i="0">
                <a:solidFill>
                  <a:srgbClr val="ECE7DC"/>
                </a:solidFill>
                <a:latin typeface="Consolas"/>
              </a:rPr>
              <a:t>    │   │   ├── 0146_update_createsuperuser_wizard_conti</a:t>
            </a:r>
          </a:p>
          <a:p>
            <a:pPr algn="l">
              <a:lnSpc>
                <a:spcPct val="100000"/>
              </a:lnSpc>
            </a:pPr>
            <a:r>
              <a:rPr sz="800" b="0" i="0">
                <a:solidFill>
                  <a:srgbClr val="ECE7DC"/>
                </a:solidFill>
                <a:latin typeface="Consolas"/>
              </a:rPr>
              <a:t>    │   │   │     » nuation.py</a:t>
            </a:r>
          </a:p>
          <a:p>
            <a:pPr algn="l">
              <a:lnSpc>
                <a:spcPct val="100000"/>
              </a:lnSpc>
            </a:pPr>
            <a:r>
              <a:rPr sz="800" b="0" i="0">
                <a:solidFill>
                  <a:srgbClr val="ECE7DC"/>
                </a:solidFill>
                <a:latin typeface="Consolas"/>
              </a:rPr>
              <a:t>    │   │   ├── 0147_add_unreal_game_demo_prompts.py</a:t>
            </a:r>
          </a:p>
          <a:p>
            <a:pPr algn="l">
              <a:lnSpc>
                <a:spcPct val="100000"/>
              </a:lnSpc>
            </a:pPr>
            <a:r>
              <a:rPr sz="800" b="0" i="0">
                <a:solidFill>
                  <a:srgbClr val="ECE7DC"/>
                </a:solidFill>
                <a:latin typeface="Consolas"/>
              </a:rPr>
              <a:t>    │   │   ├── 0148_add_discoverer_demo_prompts.py</a:t>
            </a:r>
          </a:p>
          <a:p>
            <a:pPr algn="l">
              <a:lnSpc>
                <a:spcPct val="100000"/>
              </a:lnSpc>
            </a:pPr>
            <a:r>
              <a:rPr sz="800" b="0" i="0">
                <a:solidFill>
                  <a:srgbClr val="ECE7DC"/>
                </a:solidFill>
                <a:latin typeface="Consolas"/>
              </a:rPr>
              <a:t>    │   │   ├── 0149_add_discoverer.py</a:t>
            </a:r>
          </a:p>
          <a:p>
            <a:pPr algn="l">
              <a:lnSpc>
                <a:spcPct val="100000"/>
              </a:lnSpc>
            </a:pPr>
            <a:r>
              <a:rPr sz="800" b="0" i="0">
                <a:solidFill>
                  <a:srgbClr val="ECE7DC"/>
                </a:solidFill>
                <a:latin typeface="Consolas"/>
              </a:rPr>
              <a:t>    │   │   ├── 0150_add_chat_agent_discoverer_tool.py</a:t>
            </a:r>
          </a:p>
          <a:p>
            <a:pPr algn="l">
              <a:lnSpc>
                <a:spcPct val="100000"/>
              </a:lnSpc>
            </a:pPr>
            <a:r>
              <a:rPr sz="800" b="0" i="0">
                <a:solidFill>
                  <a:srgbClr val="ECE7DC"/>
                </a:solidFill>
                <a:latin typeface="Consolas"/>
              </a:rPr>
              <a:t>    │   │   ├── 0151_retire_old_messaging_add_telegramme</a:t>
            </a:r>
          </a:p>
          <a:p>
            <a:pPr algn="l">
              <a:lnSpc>
                <a:spcPct val="100000"/>
              </a:lnSpc>
            </a:pPr>
            <a:r>
              <a:rPr sz="800" b="0" i="0">
                <a:solidFill>
                  <a:srgbClr val="ECE7DC"/>
                </a:solidFill>
                <a:latin typeface="Consolas"/>
              </a:rPr>
              <a:t>    │   │   │     » r.py</a:t>
            </a:r>
          </a:p>
          <a:p>
            <a:pPr algn="l">
              <a:lnSpc>
                <a:spcPct val="100000"/>
              </a:lnSpc>
            </a:pPr>
            <a:r>
              <a:rPr sz="800" b="0" i="0">
                <a:solidFill>
                  <a:srgbClr val="ECE7DC"/>
                </a:solidFill>
                <a:latin typeface="Consolas"/>
              </a:rPr>
              <a:t>    │   │   ├── 0152_add_instant_messaging_doctor.py</a:t>
            </a:r>
          </a:p>
          <a:p>
            <a:pPr algn="l">
              <a:lnSpc>
                <a:spcPct val="100000"/>
              </a:lnSpc>
            </a:pPr>
            <a:r>
              <a:rPr sz="800" b="0" i="0">
                <a:solidFill>
                  <a:srgbClr val="ECE7DC"/>
                </a:solidFill>
                <a:latin typeface="Consolas"/>
              </a:rPr>
              <a:t>    │   │   ├── 0153_add_chat_agent_instant_messaging_do</a:t>
            </a:r>
          </a:p>
          <a:p>
            <a:pPr algn="l">
              <a:lnSpc>
                <a:spcPct val="100000"/>
              </a:lnSpc>
            </a:pPr>
            <a:r>
              <a:rPr sz="800" b="0" i="0">
                <a:solidFill>
                  <a:srgbClr val="ECE7DC"/>
                </a:solidFill>
                <a:latin typeface="Consolas"/>
              </a:rPr>
              <a:t>    │   │   │     » ctor_tool.py</a:t>
            </a:r>
          </a:p>
          <a:p>
            <a:pPr algn="l">
              <a:lnSpc>
                <a:spcPct val="100000"/>
              </a:lnSpc>
            </a:pPr>
            <a:r>
              <a:rPr sz="800" b="0" i="0">
                <a:solidFill>
                  <a:srgbClr val="ECE7DC"/>
                </a:solidFill>
                <a:latin typeface="Consolas"/>
              </a:rPr>
              <a:t>    │   │   ├── 0154_add_instant_messaging_doctor_demo_p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0155_add_contact_scaffold_demo_prompt.py</a:t>
            </a:r>
          </a:p>
          <a:p>
            <a:pPr algn="l">
              <a:lnSpc>
                <a:spcPct val="100000"/>
              </a:lnSpc>
            </a:pPr>
            <a:r>
              <a:rPr sz="800" b="0" i="0">
                <a:solidFill>
                  <a:srgbClr val="ECE7DC"/>
                </a:solidFill>
                <a:latin typeface="Consolas"/>
              </a:rPr>
              <a:t>    │   │   ├── 0156_add_telegrammer_identity_demo_promp</a:t>
            </a:r>
          </a:p>
          <a:p>
            <a:pPr algn="l">
              <a:lnSpc>
                <a:spcPct val="100000"/>
              </a:lnSpc>
            </a:pPr>
            <a:r>
              <a:rPr sz="800" b="0" i="0">
                <a:solidFill>
                  <a:srgbClr val="ECE7DC"/>
                </a:solidFill>
                <a:latin typeface="Consolas"/>
              </a:rPr>
              <a:t>    │   │   │     » ts.py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0157_add_whatsapper_identity_demo_prompt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0158_redesign_messaging_demo_prompts.py</a:t>
            </a:r>
          </a:p>
          <a:p>
            <a:pPr algn="l">
              <a:lnSpc>
                <a:spcPct val="100000"/>
              </a:lnSpc>
            </a:pPr>
            <a:r>
              <a:rPr sz="800" b="0" i="0">
                <a:solidFill>
                  <a:srgbClr val="ECE7DC"/>
                </a:solidFill>
                <a:latin typeface="Consolas"/>
              </a:rPr>
              <a:t>    │   │   ├── 0159_add_zavuerer.py</a:t>
            </a:r>
          </a:p>
          <a:p>
            <a:pPr algn="l">
              <a:lnSpc>
                <a:spcPct val="100000"/>
              </a:lnSpc>
            </a:pPr>
            <a:r>
              <a:rPr sz="800" b="0" i="0">
                <a:solidFill>
                  <a:srgbClr val="ECE7DC"/>
                </a:solidFill>
                <a:latin typeface="Consolas"/>
              </a:rPr>
              <a:t>    │   │   ├── 0160_add_chat_agent_zavuerer_tool.py</a:t>
            </a:r>
          </a:p>
          <a:p>
            <a:pPr algn="l">
              <a:lnSpc>
                <a:spcPct val="100000"/>
              </a:lnSpc>
            </a:pPr>
            <a:r>
              <a:rPr sz="800" b="0" i="0">
                <a:solidFill>
                  <a:srgbClr val="ECE7DC"/>
                </a:solidFill>
                <a:latin typeface="Consolas"/>
              </a:rPr>
              <a:t>    │   │   ├── 0161_add_zavuerer_demo_prompts.py</a:t>
            </a:r>
          </a:p>
          <a:p>
            <a:pPr algn="l">
              <a:lnSpc>
                <a:spcPct val="100000"/>
              </a:lnSpc>
            </a:pPr>
            <a:r>
              <a:rPr sz="800" b="0" i="0">
                <a:solidFill>
                  <a:srgbClr val="ECE7DC"/>
                </a:solidFill>
                <a:latin typeface="Consolas"/>
              </a:rPr>
              <a:t>    │   │   ├── 0162_add_zavuerer_catalog_prompts.py</a:t>
            </a:r>
          </a:p>
          <a:p>
            <a:pPr algn="l">
              <a:lnSpc>
                <a:spcPct val="100000"/>
              </a:lnSpc>
            </a:pPr>
            <a:r>
              <a:rPr sz="800" b="0" i="0">
                <a:solidFill>
                  <a:srgbClr val="ECE7DC"/>
                </a:solidFill>
                <a:latin typeface="Consolas"/>
              </a:rPr>
              <a:t>    │   │   ├── 0163_add_zavuerer_get_key_wizard_prompt.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0164_dedup_zavuerer_setup_wizards.py</a:t>
            </a:r>
          </a:p>
          <a:p>
            <a:pPr algn="l">
              <a:lnSpc>
                <a:spcPct val="100000"/>
              </a:lnSpc>
            </a:pPr>
            <a:r>
              <a:rPr sz="800" b="0" i="0">
                <a:solidFill>
                  <a:srgbClr val="ECE7DC"/>
                </a:solidFill>
                <a:latin typeface="Consolas"/>
              </a:rPr>
              <a:t>    │   │   ├── 0165_add_image_interpreter_triple_model_</a:t>
            </a:r>
          </a:p>
          <a:p>
            <a:pPr algn="l">
              <a:lnSpc>
                <a:spcPct val="100000"/>
              </a:lnSpc>
            </a:pPr>
            <a:r>
              <a:rPr sz="800" b="0" i="0">
                <a:solidFill>
                  <a:srgbClr val="ECE7DC"/>
                </a:solidFill>
                <a:latin typeface="Consolas"/>
              </a:rPr>
              <a:t>    │   │   │     » demo_prompt.py</a:t>
            </a:r>
          </a:p>
          <a:p>
            <a:pPr algn="l">
              <a:lnSpc>
                <a:spcPct val="100000"/>
              </a:lnSpc>
            </a:pPr>
            <a:r>
              <a:rPr sz="800" b="0" i="0">
                <a:solidFill>
                  <a:srgbClr val="ECE7DC"/>
                </a:solidFill>
                <a:latin typeface="Consolas"/>
              </a:rPr>
              <a:t>    │   │   ├── 0166_add_video_analyzer.py</a:t>
            </a:r>
          </a:p>
          <a:p>
            <a:pPr algn="l">
              <a:lnSpc>
                <a:spcPct val="100000"/>
              </a:lnSpc>
            </a:pPr>
            <a:r>
              <a:rPr sz="800" b="0" i="0">
                <a:solidFill>
                  <a:srgbClr val="ECE7DC"/>
                </a:solidFill>
                <a:latin typeface="Consolas"/>
              </a:rPr>
              <a:t>    │   │   ├── 0167_add_chat_agent_video_analyzer_tool.</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0168_add_video_analyzer_demo_prompt.py</a:t>
            </a:r>
          </a:p>
          <a:p>
            <a:pPr algn="l">
              <a:lnSpc>
                <a:spcPct val="100000"/>
              </a:lnSpc>
            </a:pPr>
            <a:r>
              <a:rPr sz="800" b="0" i="0">
                <a:solidFill>
                  <a:srgbClr val="ECE7DC"/>
                </a:solidFill>
                <a:latin typeface="Consolas"/>
              </a:rPr>
              <a:t>    │   │   ├── 0169_add_discoverer_cvemap_latest_demo_p</a:t>
            </a:r>
          </a:p>
          <a:p>
            <a:pPr algn="l">
              <a:lnSpc>
                <a:spcPct val="100000"/>
              </a:lnSpc>
            </a:pPr>
            <a:r>
              <a:rPr sz="800" b="0" i="0">
                <a:solidFill>
                  <a:srgbClr val="ECE7DC"/>
                </a:solidFill>
                <a:latin typeface="Consolas"/>
              </a:rPr>
              <a:t>    │   │   │     » rompt.py</a:t>
            </a:r>
          </a:p>
          <a:p>
            <a:pPr algn="l">
              <a:lnSpc>
                <a:spcPct val="100000"/>
              </a:lnSpc>
            </a:pPr>
            <a:r>
              <a:rPr sz="800" b="0" i="0">
                <a:solidFill>
                  <a:srgbClr val="ECE7DC"/>
                </a:solidFill>
                <a:latin typeface="Consolas"/>
              </a:rPr>
              <a:t>    │   │   ├── 0170_add_nmapper.py</a:t>
            </a:r>
          </a:p>
          <a:p>
            <a:pPr algn="l">
              <a:lnSpc>
                <a:spcPct val="100000"/>
              </a:lnSpc>
            </a:pPr>
            <a:r>
              <a:rPr sz="800" b="0" i="0">
                <a:solidFill>
                  <a:srgbClr val="ECE7DC"/>
                </a:solidFill>
                <a:latin typeface="Consolas"/>
              </a:rPr>
              <a:t>    │   │   ├── 0171_add_chat_agent_nmapper_tool.py</a:t>
            </a:r>
          </a:p>
          <a:p>
            <a:pPr algn="l">
              <a:lnSpc>
                <a:spcPct val="100000"/>
              </a:lnSpc>
            </a:pPr>
            <a:r>
              <a:rPr sz="800" b="0" i="0">
                <a:solidFill>
                  <a:srgbClr val="ECE7DC"/>
                </a:solidFill>
                <a:latin typeface="Consolas"/>
              </a:rPr>
              <a:t>    │   │   ├── 0172_add_nmapper_demo_prompts.py</a:t>
            </a:r>
          </a:p>
          <a:p>
            <a:pPr algn="l">
              <a:lnSpc>
                <a:spcPct val="100000"/>
              </a:lnSpc>
            </a:pPr>
            <a:r>
              <a:rPr sz="800" b="0" i="0">
                <a:solidFill>
                  <a:srgbClr val="ECE7DC"/>
                </a:solidFill>
                <a:latin typeface="Consolas"/>
              </a:rPr>
              <a:t>    │   │   ├── 0173_add_unreal_scaffold_demo_prompt.py</a:t>
            </a:r>
          </a:p>
          <a:p>
            <a:pPr algn="l">
              <a:lnSpc>
                <a:spcPct val="100000"/>
              </a:lnSpc>
            </a:pPr>
            <a:r>
              <a:rPr sz="800" b="0" i="0">
                <a:solidFill>
                  <a:srgbClr val="ECE7DC"/>
                </a:solidFill>
                <a:latin typeface="Consolas"/>
              </a:rPr>
              <a:t>    │   │   ├── 0174_unreal_scaffold_build_project_tip.p</a:t>
            </a:r>
          </a:p>
          <a:p>
            <a:pPr algn="l">
              <a:lnSpc>
                <a:spcPct val="100000"/>
              </a:lnSpc>
            </a:pPr>
            <a:r>
              <a:rPr sz="800" b="0" i="0">
                <a:solidFill>
                  <a:srgbClr val="ECE7DC"/>
                </a:solidFill>
                <a:latin typeface="Consolas"/>
              </a:rPr>
              <a:t>    │   │   │     » y</a:t>
            </a:r>
          </a:p>
          <a:p>
            <a:pPr algn="l">
              <a:lnSpc>
                <a:spcPct val="100000"/>
              </a:lnSpc>
            </a:pPr>
            <a:r>
              <a:rPr sz="800" b="0" i="0">
                <a:solidFill>
                  <a:srgbClr val="ECE7DC"/>
                </a:solidFill>
                <a:latin typeface="Consolas"/>
              </a:rPr>
              <a:t>    │   │   ├── 0175_prompt_category_and_dedup.py</a:t>
            </a:r>
          </a:p>
          <a:p>
            <a:pPr algn="l">
              <a:lnSpc>
                <a:spcPct val="100000"/>
              </a:lnSpc>
            </a:pPr>
            <a:r>
              <a:rPr sz="800" b="0" i="0">
                <a:solidFill>
                  <a:srgbClr val="ECE7DC"/>
                </a:solidFill>
                <a:latin typeface="Consolas"/>
              </a:rPr>
              <a:t>    │   │   ├── 0176_delete_duplicate_acpx_prompts.py</a:t>
            </a:r>
          </a:p>
          <a:p>
            <a:pPr algn="l">
              <a:lnSpc>
                <a:spcPct val="100000"/>
              </a:lnSpc>
            </a:pPr>
            <a:r>
              <a:rPr sz="800" b="0" i="0">
                <a:solidFill>
                  <a:srgbClr val="ECE7DC"/>
                </a:solidFill>
                <a:latin typeface="Consolas"/>
              </a:rPr>
              <a:t>    │   │   ├── 0177_add_stm32er_platformio_demo_prompt.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0178_add_stm32_stepwise_blink_camera_pro</a:t>
            </a:r>
          </a:p>
          <a:p>
            <a:pPr algn="l">
              <a:lnSpc>
                <a:spcPct val="100000"/>
              </a:lnSpc>
            </a:pPr>
            <a:r>
              <a:rPr sz="800" b="0" i="0">
                <a:solidFill>
                  <a:srgbClr val="ECE7DC"/>
                </a:solidFill>
                <a:latin typeface="Consolas"/>
              </a:rPr>
              <a:t>    │   │   │     » mpts.py</a:t>
            </a:r>
          </a:p>
          <a:p>
            <a:pPr algn="l">
              <a:lnSpc>
                <a:spcPct val="100000"/>
              </a:lnSpc>
            </a:pPr>
            <a:r>
              <a:rPr sz="800" b="0" i="0">
                <a:solidFill>
                  <a:srgbClr val="ECE7DC"/>
                </a:solidFill>
                <a:latin typeface="Consolas"/>
              </a:rPr>
              <a:t>    │   │   ├── 0179_regroup_resort_prompts_no_gaps.py</a:t>
            </a:r>
          </a:p>
          <a:p>
            <a:pPr algn="l">
              <a:lnSpc>
                <a:spcPct val="100000"/>
              </a:lnSpc>
            </a:pPr>
            <a:r>
              <a:rPr sz="800" b="0" i="0">
                <a:solidFill>
                  <a:srgbClr val="ECE7DC"/>
                </a:solidFill>
                <a:latin typeface="Consolas"/>
              </a:rPr>
              <a:t>    │   │   ├── 0180_add_kalier_setup_wizard_prompt.py</a:t>
            </a:r>
          </a:p>
          <a:p>
            <a:pPr algn="l">
              <a:lnSpc>
                <a:spcPct val="100000"/>
              </a:lnSpc>
            </a:pPr>
            <a:r>
              <a:rPr sz="800" b="0" i="0">
                <a:solidFill>
                  <a:srgbClr val="ECE7DC"/>
                </a:solidFill>
                <a:latin typeface="Consolas"/>
              </a:rPr>
              <a:t>    │   │   ├── 0181_prompt_sort_rank.py</a:t>
            </a:r>
          </a:p>
          <a:p>
            <a:pPr algn="l">
              <a:lnSpc>
                <a:spcPct val="100000"/>
              </a:lnSpc>
            </a:pPr>
            <a:r>
              <a:rPr sz="800" b="0" i="0">
                <a:solidFill>
                  <a:srgbClr val="ECE7DC"/>
                </a:solidFill>
                <a:latin typeface="Consolas"/>
              </a:rPr>
              <a:t>    │   │   ├── 0182_add_step_by_step_section_openers.py</a:t>
            </a:r>
          </a:p>
          <a:p>
            <a:pPr algn="l">
              <a:lnSpc>
                <a:spcPct val="100000"/>
              </a:lnSpc>
            </a:pPr>
            <a:r>
              <a:rPr sz="800" b="0" i="0">
                <a:solidFill>
                  <a:srgbClr val="ECE7DC"/>
                </a:solidFill>
                <a:latin typeface="Consolas"/>
              </a:rPr>
              <a:t>    │   │   ├── 0183_standardize_security_recon_prompts.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0184_standardize_prompt_params_batch2.py</a:t>
            </a:r>
          </a:p>
          <a:p>
            <a:pPr algn="l">
              <a:lnSpc>
                <a:spcPct val="100000"/>
              </a:lnSpc>
            </a:pPr>
            <a:r>
              <a:rPr sz="800" b="0" i="0">
                <a:solidFill>
                  <a:srgbClr val="ECE7DC"/>
                </a:solidFill>
                <a:latin typeface="Consolas"/>
              </a:rPr>
              <a:t>    │   │   ├── 0185_standardize_prompt_params_batch3.py</a:t>
            </a:r>
          </a:p>
          <a:p>
            <a:pPr algn="l">
              <a:lnSpc>
                <a:spcPct val="100000"/>
              </a:lnSpc>
            </a:pPr>
            <a:r>
              <a:rPr sz="800" b="0" i="0">
                <a:solidFill>
                  <a:srgbClr val="ECE7DC"/>
                </a:solidFill>
                <a:latin typeface="Consolas"/>
              </a:rPr>
              <a:t>    │   │   ├── 0186_add_chat_agent_flowcreator.py</a:t>
            </a:r>
          </a:p>
          <a:p>
            <a:pPr algn="l">
              <a:lnSpc>
                <a:spcPct val="100000"/>
              </a:lnSpc>
            </a:pPr>
            <a:r>
              <a:rPr sz="800" b="0" i="0">
                <a:solidFill>
                  <a:srgbClr val="ECE7DC"/>
                </a:solidFill>
                <a:latin typeface="Consolas"/>
              </a:rPr>
              <a:t>    │   │   ├── 0187_add_flowcreator_end_to_end_wizard_p</a:t>
            </a:r>
          </a:p>
          <a:p>
            <a:pPr algn="l">
              <a:lnSpc>
                <a:spcPct val="100000"/>
              </a:lnSpc>
            </a:pPr>
            <a:r>
              <a:rPr sz="800" b="0" i="0">
                <a:solidFill>
                  <a:srgbClr val="ECE7DC"/>
                </a:solidFill>
                <a:latin typeface="Consolas"/>
              </a:rPr>
              <a:t>    │   │   │     » rompt.py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0188_add_pdfer.py</a:t>
            </a:r>
          </a:p>
          <a:p>
            <a:pPr algn="l">
              <a:lnSpc>
                <a:spcPct val="100000"/>
              </a:lnSpc>
            </a:pPr>
            <a:r>
              <a:rPr sz="800" b="0" i="0">
                <a:solidFill>
                  <a:srgbClr val="ECE7DC"/>
                </a:solidFill>
                <a:latin typeface="Consolas"/>
              </a:rPr>
              <a:t>    │   │   ├── 0189_add_chat_agent_pdfer_tool.py</a:t>
            </a:r>
          </a:p>
          <a:p>
            <a:pPr algn="l">
              <a:lnSpc>
                <a:spcPct val="100000"/>
              </a:lnSpc>
            </a:pPr>
            <a:r>
              <a:rPr sz="800" b="0" i="0">
                <a:solidFill>
                  <a:srgbClr val="ECE7DC"/>
                </a:solidFill>
                <a:latin typeface="Consolas"/>
              </a:rPr>
              <a:t>    │   │   ├── 0190_add_pdfer_demo_prompts.py</a:t>
            </a:r>
          </a:p>
          <a:p>
            <a:pPr algn="l">
              <a:lnSpc>
                <a:spcPct val="100000"/>
              </a:lnSpc>
            </a:pPr>
            <a:r>
              <a:rPr sz="800" b="0" i="0">
                <a:solidFill>
                  <a:srgbClr val="ECE7DC"/>
                </a:solidFill>
                <a:latin typeface="Consolas"/>
              </a:rPr>
              <a:t>    │   │   ├── 0191_add_latexer.py</a:t>
            </a:r>
          </a:p>
          <a:p>
            <a:pPr algn="l">
              <a:lnSpc>
                <a:spcPct val="100000"/>
              </a:lnSpc>
            </a:pPr>
            <a:r>
              <a:rPr sz="800" b="0" i="0">
                <a:solidFill>
                  <a:srgbClr val="ECE7DC"/>
                </a:solidFill>
                <a:latin typeface="Consolas"/>
              </a:rPr>
              <a:t>    │   │   ├── 0192_add_chat_agent_latexer_tool.py</a:t>
            </a:r>
          </a:p>
          <a:p>
            <a:pPr algn="l">
              <a:lnSpc>
                <a:spcPct val="100000"/>
              </a:lnSpc>
            </a:pPr>
            <a:r>
              <a:rPr sz="800" b="0" i="0">
                <a:solidFill>
                  <a:srgbClr val="ECE7DC"/>
                </a:solidFill>
                <a:latin typeface="Consolas"/>
              </a:rPr>
              <a:t>    │   │   ├── 0193_add_latexer_demo_prompts.py</a:t>
            </a:r>
          </a:p>
          <a:p>
            <a:pPr algn="l">
              <a:lnSpc>
                <a:spcPct val="100000"/>
              </a:lnSpc>
            </a:pPr>
            <a:r>
              <a:rPr sz="800" b="0" i="0">
                <a:solidFill>
                  <a:srgbClr val="ECE7DC"/>
                </a:solidFill>
                <a:latin typeface="Consolas"/>
              </a:rPr>
              <a:t>    │   │   ├── 0194_add_deep_research_demo_prompt.py</a:t>
            </a:r>
          </a:p>
          <a:p>
            <a:pPr algn="l">
              <a:lnSpc>
                <a:spcPct val="100000"/>
              </a:lnSpc>
            </a:pPr>
            <a:r>
              <a:rPr sz="800" b="0" i="0">
                <a:solidFill>
                  <a:srgbClr val="ECE7DC"/>
                </a:solidFill>
                <a:latin typeface="Consolas"/>
              </a:rPr>
              <a:t>    │   │   ├── 0195_add_netspeed_calculator.py</a:t>
            </a:r>
          </a:p>
          <a:p>
            <a:pPr algn="l">
              <a:lnSpc>
                <a:spcPct val="100000"/>
              </a:lnSpc>
            </a:pPr>
            <a:r>
              <a:rPr sz="800" b="0" i="0">
                <a:solidFill>
                  <a:srgbClr val="ECE7DC"/>
                </a:solidFill>
                <a:latin typeface="Consolas"/>
              </a:rPr>
              <a:t>    │   │   ├── 0196_add_chat_agent_netspeed_calculator_</a:t>
            </a:r>
          </a:p>
          <a:p>
            <a:pPr algn="l">
              <a:lnSpc>
                <a:spcPct val="100000"/>
              </a:lnSpc>
            </a:pPr>
            <a:r>
              <a:rPr sz="800" b="0" i="0">
                <a:solidFill>
                  <a:srgbClr val="ECE7DC"/>
                </a:solidFill>
                <a:latin typeface="Consolas"/>
              </a:rPr>
              <a:t>    │   │   │     » tool.py</a:t>
            </a:r>
          </a:p>
          <a:p>
            <a:pPr algn="l">
              <a:lnSpc>
                <a:spcPct val="100000"/>
              </a:lnSpc>
            </a:pPr>
            <a:r>
              <a:rPr sz="800" b="0" i="0">
                <a:solidFill>
                  <a:srgbClr val="ECE7DC"/>
                </a:solidFill>
                <a:latin typeface="Consolas"/>
              </a:rPr>
              <a:t>    │   │   ├── 0197_add_netspeed_calculator_demo_prompt</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0198_add_pdfer_nuance_demo_prompt.py</a:t>
            </a:r>
          </a:p>
          <a:p>
            <a:pPr algn="l">
              <a:lnSpc>
                <a:spcPct val="100000"/>
              </a:lnSpc>
            </a:pPr>
            <a:r>
              <a:rPr sz="800" b="0" i="0">
                <a:solidFill>
                  <a:srgbClr val="ECE7DC"/>
                </a:solidFill>
                <a:latin typeface="Consolas"/>
              </a:rPr>
              <a:t>    │   │   ├── 0199_dedupe_llm_program_snippet_names.py</a:t>
            </a:r>
          </a:p>
          <a:p>
            <a:pPr algn="l">
              <a:lnSpc>
                <a:spcPct val="100000"/>
              </a:lnSpc>
            </a:pPr>
            <a:r>
              <a:rPr sz="800" b="0" i="0">
                <a:solidFill>
                  <a:srgbClr val="ECE7DC"/>
                </a:solidFill>
                <a:latin typeface="Consolas"/>
              </a:rPr>
              <a:t>    │   │   ├── 0200_whisperer_demo_prompt_sound_gate.py</a:t>
            </a:r>
          </a:p>
          <a:p>
            <a:pPr algn="l">
              <a:lnSpc>
                <a:spcPct val="100000"/>
              </a:lnSpc>
            </a:pPr>
            <a:r>
              <a:rPr sz="800" b="0" i="0">
                <a:solidFill>
                  <a:srgbClr val="ECE7DC"/>
                </a:solidFill>
                <a:latin typeface="Consolas"/>
              </a:rPr>
              <a:t>    │   │   ├── 0201_add_voice_commands_section.py</a:t>
            </a:r>
          </a:p>
          <a:p>
            <a:pPr algn="l">
              <a:lnSpc>
                <a:spcPct val="100000"/>
              </a:lnSpc>
            </a:pPr>
            <a:r>
              <a:rPr sz="800" b="0" i="0">
                <a:solidFill>
                  <a:srgbClr val="ECE7DC"/>
                </a:solidFill>
                <a:latin typeface="Consolas"/>
              </a:rPr>
              <a:t>    │   │   ├── 0202_add_pptxer.py</a:t>
            </a:r>
          </a:p>
          <a:p>
            <a:pPr algn="l">
              <a:lnSpc>
                <a:spcPct val="100000"/>
              </a:lnSpc>
            </a:pPr>
            <a:r>
              <a:rPr sz="800" b="0" i="0">
                <a:solidFill>
                  <a:srgbClr val="ECE7DC"/>
                </a:solidFill>
                <a:latin typeface="Consolas"/>
              </a:rPr>
              <a:t>    │   │   ├── 0203_add_chat_agent_pptxer_tool.py</a:t>
            </a:r>
          </a:p>
          <a:p>
            <a:pPr algn="l">
              <a:lnSpc>
                <a:spcPct val="100000"/>
              </a:lnSpc>
            </a:pPr>
            <a:r>
              <a:rPr sz="800" b="0" i="0">
                <a:solidFill>
                  <a:srgbClr val="ECE7DC"/>
                </a:solidFill>
                <a:latin typeface="Consolas"/>
              </a:rPr>
              <a:t>    │   │   ├── 0204_add_pptxer_demo_prompts.py</a:t>
            </a:r>
          </a:p>
          <a:p>
            <a:pPr algn="l">
              <a:lnSpc>
                <a:spcPct val="100000"/>
              </a:lnSpc>
            </a:pPr>
            <a:r>
              <a:rPr sz="800" b="0" i="0">
                <a:solidFill>
                  <a:srgbClr val="ECE7DC"/>
                </a:solidFill>
                <a:latin typeface="Consolas"/>
              </a:rPr>
              <a:t>    │   │   ├── 0205_silence_window_default_3_5_seconds.</a:t>
            </a:r>
          </a:p>
          <a:p>
            <a:pPr algn="l">
              <a:lnSpc>
                <a:spcPct val="100000"/>
              </a:lnSpc>
            </a:pPr>
            <a:r>
              <a:rPr sz="800" b="0" i="0">
                <a:solidFill>
                  <a:srgbClr val="ECE7DC"/>
                </a:solidFill>
                <a:latin typeface="Consolas"/>
              </a:rPr>
              <a:t>    │   │   │     » py</a:t>
            </a:r>
          </a:p>
          <a:p>
            <a:pPr algn="l">
              <a:lnSpc>
                <a:spcPct val="100000"/>
              </a:lnSpc>
            </a:pPr>
            <a:r>
              <a:rPr sz="800" b="0" i="0">
                <a:solidFill>
                  <a:srgbClr val="ECE7DC"/>
                </a:solidFill>
                <a:latin typeface="Consolas"/>
              </a:rPr>
              <a:t>    │   │   ├── 0206_qwen35_cloud_model_tag_rename.py</a:t>
            </a:r>
          </a:p>
          <a:p>
            <a:pPr algn="l">
              <a:lnSpc>
                <a:spcPct val="100000"/>
              </a:lnSpc>
            </a:pPr>
            <a:r>
              <a:rPr sz="800" b="0" i="0">
                <a:solidFill>
                  <a:srgbClr val="ECE7DC"/>
                </a:solidFill>
                <a:latin typeface="Consolas"/>
              </a:rPr>
              <a:t>    │   │   ├── 0207_video_analyzer_content_prompts.py</a:t>
            </a:r>
          </a:p>
          <a:p>
            <a:pPr algn="l">
              <a:lnSpc>
                <a:spcPct val="100000"/>
              </a:lnSpc>
            </a:pPr>
            <a:r>
              <a:rPr sz="800" b="0" i="0">
                <a:solidFill>
                  <a:srgbClr val="ECE7DC"/>
                </a:solidFill>
                <a:latin typeface="Consolas"/>
              </a:rPr>
              <a:t>    │   │   ├── 0208_video_demo_config_models.py</a:t>
            </a:r>
          </a:p>
          <a:p>
            <a:pPr algn="l">
              <a:lnSpc>
                <a:spcPct val="100000"/>
              </a:lnSpc>
            </a:pPr>
            <a:r>
              <a:rPr sz="800" b="0" i="0">
                <a:solidFill>
                  <a:srgbClr val="ECE7DC"/>
                </a:solidFill>
                <a:latin typeface="Consolas"/>
              </a:rPr>
              <a:t>    │   │   ├── 0209_retire_qwen35_vision_model.py</a:t>
            </a:r>
          </a:p>
          <a:p>
            <a:pPr algn="l">
              <a:lnSpc>
                <a:spcPct val="100000"/>
              </a:lnSpc>
            </a:pPr>
            <a:r>
              <a:rPr sz="800" b="0" i="0">
                <a:solidFill>
                  <a:srgbClr val="ECE7DC"/>
                </a:solidFill>
                <a:latin typeface="Consolas"/>
              </a:rPr>
              <a:t>    │   │   ├── 0210_strict_visual_analysis_prompt_contr</a:t>
            </a:r>
          </a:p>
          <a:p>
            <a:pPr algn="l">
              <a:lnSpc>
                <a:spcPct val="100000"/>
              </a:lnSpc>
            </a:pPr>
            <a:r>
              <a:rPr sz="800" b="0" i="0">
                <a:solidFill>
                  <a:srgbClr val="ECE7DC"/>
                </a:solidFill>
                <a:latin typeface="Consolas"/>
              </a:rPr>
              <a:t>    │   │   │     » act.py</a:t>
            </a:r>
          </a:p>
          <a:p>
            <a:pPr algn="l">
              <a:lnSpc>
                <a:spcPct val="100000"/>
              </a:lnSpc>
            </a:pPr>
            <a:r>
              <a:rPr sz="800" b="0" i="0">
                <a:solidFill>
                  <a:srgbClr val="ECE7DC"/>
                </a:solidFill>
                <a:latin typeface="Consolas"/>
              </a:rPr>
              <a:t>    │   │   ├── 0211_compact_state.py</a:t>
            </a:r>
          </a:p>
          <a:p>
            <a:pPr algn="l">
              <a:lnSpc>
                <a:spcPct val="100000"/>
              </a:lnSpc>
            </a:pPr>
            <a:r>
              <a:rPr sz="800" b="0" i="0">
                <a:solidFill>
                  <a:srgbClr val="ECE7DC"/>
                </a:solidFill>
                <a:latin typeface="Consolas"/>
              </a:rPr>
              <a:t>    │   │   ├── 0212_compact_state_self_modify.py</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12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13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14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15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16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COMPLETE TRACKED FILE TREE  ·  17 / 17</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1,670 tracked files at commit 0e6fc72d; directories in jade, files in ivory.</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Tlamatini-Overnight-100.py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v1.77.0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10, 2026  ·  commit 0e6fc72d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1.77.0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