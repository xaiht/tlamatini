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237,529</a:t>
            </a:r>
          </a:p>
        </p:txBody>
      </p:sp>
      <p:sp>
        <p:nvSpPr>
          <p:cNvPr id="20" name="TextBox 19"/>
          <p:cNvSpPr txBox="1"/>
          <p:nvPr/>
        </p:nvSpPr>
        <p:spPr>
          <a:xfrm>
            <a:off x="822960" y="5138928"/>
            <a:ext cx="5669280" cy="292608"/>
          </a:xfrm>
          <a:prstGeom prst="rect">
            <a:avLst/>
          </a:prstGeom>
          <a:noFill/>
        </p:spPr>
        <p:txBody>
          <a:bodyPr wrap="square" anchor="t" lIns="12700" rIns="127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10, 2026 04:07 PM UTC-0600 at HEAD 4a7f1cb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V1.51.5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V1.51.5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V1.51.5 TAG, CONSOLE SHIELD, WELCOME KEYBOARD DEFAULT, AND CARRIED RUNTIME REPAIRS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annotated `v1.51.5` tag resolves to `4a7f1cb`. It now carries what previously trailed `v1.51.3`: feature work at `00ecdc9` and `c8cf369`, plus documentation at `5f96a2f`, `0d2c09c`, and `d8f21f3`. Fetched local `main`, `origin/main`, and `origin/HEAD` all align at `4a7f1cb`, the tag commit itself; runtime identity stays Git/build-derived, and this generator creates no tag, commit, or push.</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live surface is 88 workflow agents, 66 wrapped launchers, 108 built-in Multi-Turn tools, 29 skills, 38 JavaScript modules, and 199 migrations.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V1.51.5</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visual dossier at `5f96a2f`, Git adds three tracked text assets totaling 994 physical and 634 effective lines. No binary asset was added or removed, so the binary/media inventory remains 64.</a:t>
            </a:r>
          </a:p>
          <a:p>
            <a:pPr>
              <a:spcAft>
                <a:spcPts val="400"/>
              </a:spcAft>
              <a:defRPr sz="1000">
                <a:solidFill>
                  <a:srgbClr val="B4BAAE"/>
                </a:solidFill>
                <a:latin typeface="Aptos"/>
              </a:defRPr>
            </a:pPr>
            <a:r>
              <a:t>`agent/test_console_shield.py` contributes 600 physical / 386 effective lines and 28 focused tests for non-blocking submission, durable-log-first ordering, bounded drop reporting, shutdown bounds, caller-thread identity tags, QuickEdit policy, and Ctrl+C preservation.</a:t>
            </a:r>
          </a:p>
          <a:p>
            <a:pPr>
              <a:spcAft>
                <a:spcPts val="400"/>
              </a:spcAft>
              <a:defRPr sz="1000">
                <a:solidFill>
                  <a:srgbClr val="B4BAAE"/>
                </a:solidFill>
                <a:latin typeface="Aptos"/>
              </a:defRPr>
            </a:pPr>
            <a:r>
              <a:t>`TlamatiniConsoleShieldByClaude.md` contributes 302 physical / 208 effective lines as the full design and audit record for the console backpressure failure, two-layer defence, source/frozen split, invariants, known limits, and reproduction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`agent/static/agent/js/welcome_enter_default.js` contributes 92 physical / 40 effective lines. `welcome.html` adds the stable link id and cache-busted module reference, raising the JavaScript-module inventory from 37 to 38.</a:t>
            </a:r>
          </a:p>
          <a:p>
            <a:pPr>
              <a:spcAft>
                <a:spcPts val="400"/>
              </a:spcAft>
              <a:defRPr sz="1000">
                <a:solidFill>
                  <a:srgbClr val="B4BAAE"/>
                </a:solidFill>
                <a:latin typeface="Aptos"/>
              </a:defRPr>
            </a:pPr>
            <a:r>
              <a:t>Modified assets include `manage.py` at 1,226 physical / 599 effective lines, `config.json` at 250 / 250, `welcome.html` at 37 / 37, and `docs/claude/recent-fixes.md` at 2,773 / 2,074 in the reconciled working tree.</a:t>
            </a:r>
          </a:p>
          <a:p>
            <a:pPr>
              <a:spcAft>
                <a:spcPts val="400"/>
              </a:spcAft>
              <a:defRPr sz="1000">
                <a:solidFill>
                  <a:srgbClr val="B4BAAE"/>
                </a:solidFill>
                <a:latin typeface="Aptos"/>
              </a:defRPr>
            </a:pPr>
            <a:r>
              <a:t>The live inventory now contains 1,069 tracked files, 339,750 physical text lines, 237,527 effective lines, 64 binary/media assets, 88 workflow agents, 66 wrapped launchers, 108 built-in Multi-Turn tools, 29 skills, and 199 migrations.</a:t>
            </a:r>
          </a:p>
          <a:p>
            <a:pPr>
              <a:spcAft>
                <a:spcPts val="400"/>
              </a:spcAft>
              <a:defRPr sz="1000">
                <a:solidFill>
                  <a:srgbClr val="B4BAAE"/>
                </a:solidFill>
                <a:latin typeface="Aptos"/>
              </a:defRPr>
            </a:pPr>
            <a:r>
              <a:t>Line totals count text only and exclude comments, blank lines, and Python module/class/function docstrings according to the documented method. Complete tree pages come from the current Git inventory and are checked path-for-path against `git ls-files`.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`v1.51.5` peels to `4a7f1cb`, which is also where aligned local/remote HEAD resolves. Generated counts remain source-derived, including 88 agents, 66 wrapped launchers, 108 built-in Multi-Turn tools, 29 skills, and 199 migrations.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`v1.51.5` is the newest annotated tag at `4a7f1cb`, which is also aligned local/remote HEAD, so there is no post-tag boundary. This line adds the console shield and welcome-page keyboard default while carrying the launcher shim, ACPX readiness and delivery truth, PDFer's measured layout engine, stable program persistence, the clean-clone privacy preflight, bounded Ctrl+C shutdown,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Git resolves the current source-mode release as `TLAMATINI_VERSION=1.51.5`, matching the newest reachable annotated tag; the dossier separately records that the tag peels to `4a7f1cb`, which is aligned local/remote HEAD itself, so no post-tag distance is reported.</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1.51.5 | build: 1.51.5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1069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38</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4a7f1cb - Updating visual documentation for imp. on welcome page and making the  shield in console window, by Tlamatini's-AutoBot.</a:t>
            </a:r>
          </a:p>
          <a:p>
            <a:pPr>
              <a:spcAft>
                <a:spcPts val="400"/>
              </a:spcAft>
              <a:defRPr sz="1300">
                <a:solidFill>
                  <a:srgbClr val="B4BAAE"/>
                </a:solidFill>
                <a:latin typeface="Aptos"/>
              </a:defRPr>
            </a:pPr>
            <a:r>
              <a:t>Resolved version: 1.51.5 (environment release target)</a:t>
            </a:r>
          </a:p>
          <a:p>
            <a:pPr>
              <a:spcAft>
                <a:spcPts val="400"/>
              </a:spcAft>
              <a:defRPr sz="1300">
                <a:solidFill>
                  <a:srgbClr val="B4BAAE"/>
                </a:solidFill>
                <a:latin typeface="Aptos"/>
              </a:defRPr>
            </a:pPr>
            <a:r>
              <a:t>Generated on September 10, 2026 04:07 PM UTC-0600</a:t>
            </a:r>
          </a:p>
          <a:p>
            <a:pPr>
              <a:spcAft>
                <a:spcPts val="400"/>
              </a:spcAft>
              <a:defRPr sz="1300">
                <a:solidFill>
                  <a:srgbClr val="B4BAAE"/>
                </a:solidFill>
                <a:latin typeface="Aptos"/>
              </a:defRPr>
            </a:pPr>
            <a:r>
              <a:t>Inventory scope: 1069 files = 1069 tracked + 0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64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4a7f1cb on 2026-09-10</a:t>
            </a:r>
          </a:p>
          <a:p>
            <a:pPr>
              <a:spcAft>
                <a:spcPts val="400"/>
              </a:spcAft>
              <a:defRPr sz="1300">
                <a:solidFill>
                  <a:srgbClr val="B4BAAE"/>
                </a:solidFill>
                <a:latin typeface="Aptos"/>
              </a:defRPr>
            </a:pPr>
            <a:r>
              <a:t>Updating visual documentation for imp. on welcome page and making the  shield in console window, by Tlamatini's-AutoBot.</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V1.51.5 RELEASE LINE, TAGGED ON ALIGNED HEAD 4A7F1CB</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v1.51.5 is annotated at 4a7f1cb, which is also aligned local/origin HEAD, so release and worktree coincide; the release line adds the console shield and welcome Enter default while carrying the launcher shim, ACPX delivery truth, PDFer layout intelligence, stable program persistence, clean-clone privacy, and bounded Ctrl+C shutdown.</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237,529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339,754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619     171,896    252,117  72.4%
Markdown                 179      26,551     35,082  11.2%
JavaScript                38      18,152     23,764   7.6%
CSS                       11       6,570      8,700   2.8%
Other text                20       4,747      5,565   2.0%
YAML                      93       2,159      5,723   0.9%
PowerShell                10       1,692      2,318   0.7%
Prompt template            2       1,265      1,396   0.5%
Text                       7       1,142      1,454   0.5%
HTML                       4       1,124      1,170   0.5%
Tlamatini Flow             4         837        837   0.4%
JSON                      11         653        653   0.3%
JavaScript module          2         457        562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8,655  12,661
Tlamatini/agent/tests.py                                Python         5,700   7,452
Tlamatini/agent/doc_generation/complete_project_docs.py Python         4,049   4,493
Tlamatini/agent/tools.py                                Python         3,241   4,897
Tlamatini/agent/agents/latexer/latexer.py               Python         3,151   4,593
BookOfTlamatini.md                                      Markdown       2,737   3,905
Tlamatini/agent/agents/flowcreator/agentic_skill.md     Markdown       2,421   2,663
...ini/agent/static/agent/css/agentic_control_panel.css CSS            2,084   2,905
docs/claude/recent-fixes.md                             Markdown       2,074   2,773
Tlamatini/agent/external_mcp_manager.py                 Python         2,066   2,604
Tlamatini/agent/chat_agent_registry.py                  Python         1,995   2,059
Tlamatini/agent/agents/stm32er/stm32er.py               Python         1,983   2,694
Tlamatini/agent/static/agent/css/agent_page.css         CSS            1,878   2,426
Tlamatini/agent/static/agent/js/agent_page_chat.js      JavaScript     1,775   2,446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newest annotated `v1.51.5` tag resolves to `4a7f1cb`, which is also aligned local/remote HEAD, so there is no post-tag boundary. It carries the `00ecdc9` launcher shim and the `c8cf369` console shield plus welcome-page keyboard default, with documentation reconciled at `5f96a2f`, `0d2c09c`, and `d8f21f3`. Runtime versions remain Git/build-derived through `agent/version.py`, while generated inventories derive agent, tool, skill, asset, migration, and effective-line totals from live source.</a:t>
            </a:r>
          </a:p>
          <a:p>
            <a:pPr>
              <a:spcAft>
                <a:spcPts val="400"/>
              </a:spcAft>
              <a:defRPr sz="1200">
                <a:solidFill>
                  <a:srgbClr val="B4BAAE"/>
                </a:solidFill>
                <a:latin typeface="Aptos"/>
              </a:defRPr>
            </a:pPr>
            <a:r>
              <a:t>The current release window adds a non-blocking console sink with frozen-build QuickEdit policy, Enter-to-chat welcome navigation, and the Windows launcher shim, while carrying PDFer's measured layout system, stable program/snippet persistence, and ACPX live-readiness and delivery verdicts.</a:t>
            </a:r>
          </a:p>
          <a:p>
            <a:pPr>
              <a:spcAft>
                <a:spcPts val="400"/>
              </a:spcAft>
              <a:defRPr sz="1200">
                <a:solidFill>
                  <a:srgbClr val="B4BAAE"/>
                </a:solidFill>
                <a:latin typeface="Aptos"/>
              </a:defRPr>
            </a:pPr>
            <a:r>
              <a:t>The post-tag `00ecdc9` repair centralizes Windows child startup in `agent/win_shim.py`, aligning quoting, shell choice, hidden-window flags, and environment propagation across in-app ACPX, standalone ACPX, the MCP server, and runtime provisioning.</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200">
                <a:solidFill>
                  <a:srgbClr val="B4BAAE"/>
                </a:solidFill>
                <a:latin typeface="Aptos"/>
              </a:defRPr>
            </a:pPr>
            <a:r>
              <a:t>The latest dossier pass resolves the newest annotated release as `v1.51.5` at `4a7f1cb`, which is also aligned local/remote HEAD so release and worktree identity coincide,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2026-09-10 | 4a7f1cb | Updating visual documentation for imp. on welcome page and making the  shield in console window, by Tlamatini's-AutoBot.</a:t>
            </a:r>
          </a:p>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a:p>
            <a:pPr>
              <a:spcAft>
                <a:spcPts val="400"/>
              </a:spcAft>
              <a:defRPr sz="1200">
                <a:solidFill>
                  <a:srgbClr val="B4BAAE"/>
                </a:solidFill>
                <a:latin typeface="Aptos"/>
              </a:defRPr>
            </a:pPr>
            <a:r>
              <a:t>2026-09-08 | 5f96a2f | Updating visual and non-visual documentation, by Tlamatini's-AutoBot.</a:t>
            </a:r>
          </a:p>
          <a:p>
            <a:pPr>
              <a:spcAft>
                <a:spcPts val="400"/>
              </a:spcAft>
              <a:defRPr sz="1200">
                <a:solidFill>
                  <a:srgbClr val="B4BAAE"/>
                </a:solidFill>
                <a:latin typeface="Aptos"/>
              </a:defRPr>
            </a:pPr>
            <a:r>
              <a:t>2026-09-07 | 00ecdc9 | Patching some .cmd/.exe process starters, by Tlamatini's-AutoBot.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pdfer_nuance_visible.py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architecture.md
|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test_ask_execs_allowlist.py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test_password_quoting.py
    |   |-- test_pdfer_agent.py
    |   |-- test_pdfer_nuance_layout.py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|-- 0197_add_netspeed_calculator_demo_prompt.py
    |   |   |-- 0198_add_pdfer_nuance_demo_prompt.py
    |   |   |-- 0199_dedupe_llm_program_snippet_names.py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agent_page_context.js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
    |   |       |-- agentic_control_panel.html
    |   |       |-- login.html</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welcome.html
    |   |-- test_fixtures/
    |   |   `-- talker_orpheus_tokens.txt
    |   `-- TlamatiniSourceCode/
    |       `-- README.md
    |-- DB/
    |   |-- Older/
    |   |   `-- README.md
    |   `-- ToLoad/
    |       `-- README.md
    |-- jd-cli/
    |   |-- jd-cli.bat
    |   `-- jd-cli.jar
    |-- tests_e2e/
    |   |-- oob_child_helper.py
    |   |-- README.md
    |   |-- test_create_flow_visual.py
    |   |-- test_ctrl_c_quits_visible.py
    |   |-- test_db_backup_set_visible.py
    |   |-- test_oob_browser_visible.py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- 42 of 42</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