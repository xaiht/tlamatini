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1022</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226,029</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25, 2026 05:55 PM UTC-0600 at HEAD d161098e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V1.50.0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V1.50.0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V1.50.0 PLUS TWO ALIGNED POST-TAG SECURITY/DOCUMENTATION COMMITS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`v1.50.0` is the current annotated release at `ae6fec4c`; local and `origin/main` HEAD are aligned two commits later at `d161098e`. The post-tag commits add and document the Blue-hat security toolkit without inventing a new release identity. Runtime identity stays Git/build-derived, and this generator creates no tag, commit, or push.</a:t>
            </a:r>
          </a:p>
          <a:p>
            <a:pPr>
              <a:spcAft>
                <a:spcPts val="400"/>
              </a:spcAft>
              <a:defRPr sz="1000">
                <a:solidFill>
                  <a:srgbClr val="B4BAAE"/>
                </a:solidFill>
                <a:latin typeface="Aptos"/>
              </a:defRPr>
            </a:pPr>
            <a:r>
              <a:t>NetSpeed-Calculator is workflow agent 88 and wrapped launcher 66. It measures download, upload, latency, jitter, loss, and bufferbloat across keyless providers, discards slow start, samples d(bytes)/dt, rejects outliers, publishes Student-t confidence intervals, and uses fixed/random-effects fusion with Cochran Q and I-squared. Full runs commonly transfer 100-200 MB and are Ask-Execs tier 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server-rendered routes first, then visible installed Chrome/bundled Chromium across seven browser routes with bounded retries. The 29th skill, `adding-external-mcp`, enforces classify transport -&gt; import secret-separated config -&gt; doctor -&gt; activate on intent -&gt; wait -&gt; status/list -&gt; call; migration 0194 appends Deep Internet Research prompt 118.</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consent/JavaScript failures, or CSS-selector dependence.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V1.50.0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 assets include `agents/netspeed_calculator/{netspeed_calculator.py,config.yaml}`, registry/contract/Parametrizer/Exec-Report wiring, all four canvas connector paths, dedicated CSS, migrations 0195-0197, and focused source plus prompt tests. Googler's updated dork/resilience source/config, 73-test suite, and mirrored visible dork-hunt harness move together.</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and the expanded visible harness that passed 40/40 non-destructive checks.</a:t>
            </a:r>
          </a:p>
          <a:p>
            <a:pPr>
              <a:spcAft>
                <a:spcPts val="400"/>
              </a:spcAft>
              <a:defRPr sz="1000">
                <a:solidFill>
                  <a:srgbClr val="B4BAAE"/>
                </a:solidFill>
                <a:latin typeface="Aptos"/>
              </a:defRPr>
            </a:pPr>
            <a:r>
              <a:t>The inventory also includes new Gemini skill mirrors and `image.png` as a binary worktree asset; line totals count only text and exclude comments, blanks, and Python docstrings according to the documented method.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display annotated release `v1.50.0` at `ae6fec4c` and separately report aligned local/remote HEAD `d161098e`.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`v1.50.0`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`v1.50.0` is the current annotated release at `ae6fec4c`; aligned local/remote HEAD is two commits later at `d161098e`. The release adds NetSpeed-Calculator, WAL-safe SQLite data movement, Googler's structured dork builder and resilient two-tier plain-HTTP-first search path, External-MCP onboarding, Deep Internet Research, Ollama Pro-or-higher guidance, and private contact synchronization while carrying the entire v1.48.14-v1.48.17 safety lineage and earlier 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`v1.50.0` release documentation set; it adds measured networking, WAL-safe database movement, structured and resilient Googler discovery, guided MCP onboarding, and current counts while carrying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The current documents use `TLAMATINI_VERSION=1.50.0`, matching the newest annotated `v1.50.0` tag; a later untagged commit still resolves to that newest reachable bare tag rather than inventing another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1.50.0 | build: 1.50.0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1022</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d161098e - Bumping everything to v1.50.0, by Tlamatini's-AutoBot.</a:t>
            </a:r>
          </a:p>
          <a:p>
            <a:pPr>
              <a:spcAft>
                <a:spcPts val="400"/>
              </a:spcAft>
              <a:defRPr sz="1500">
                <a:solidFill>
                  <a:srgbClr val="B4BAAE"/>
                </a:solidFill>
                <a:latin typeface="Aptos"/>
              </a:defRPr>
            </a:pPr>
            <a:r>
              <a:t>Resolved version: 1.50.0 (git)</a:t>
            </a:r>
          </a:p>
          <a:p>
            <a:pPr>
              <a:spcAft>
                <a:spcPts val="400"/>
              </a:spcAft>
              <a:defRPr sz="1500">
                <a:solidFill>
                  <a:srgbClr val="B4BAAE"/>
                </a:solidFill>
                <a:latin typeface="Aptos"/>
              </a:defRPr>
            </a:pPr>
            <a:r>
              <a:t>Generated on August 25, 2026 05:55 PM UTC-0600</a:t>
            </a:r>
          </a:p>
          <a:p>
            <a:pPr>
              <a:spcAft>
                <a:spcPts val="400"/>
              </a:spcAft>
              <a:defRPr sz="1500">
                <a:solidFill>
                  <a:srgbClr val="B4BAAE"/>
                </a:solidFill>
                <a:latin typeface="Aptos"/>
              </a:defRPr>
            </a:pPr>
            <a:r>
              <a:t>Inventory scope: 1022 files = 1022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49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6b0054a1 on 2026-08-23</a:t>
            </a:r>
          </a:p>
          <a:p>
            <a:pPr>
              <a:spcAft>
                <a:spcPts val="400"/>
              </a:spcAft>
              <a:defRPr sz="1300">
                <a:solidFill>
                  <a:srgbClr val="B4BAAE"/>
                </a:solidFill>
                <a:latin typeface="Aptos"/>
              </a:defRPr>
            </a:pPr>
            <a:r>
              <a:t>Bumped version to 1.49.1, by angelahack1</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annotated release is `v1.50.0` at `ae6fec4c`; aligned local/remote HEAD is two commits later at `d161098e`, so release and worktree identities are reported separately.</a:t>
            </a:r>
          </a:p>
          <a:p>
            <a:pPr>
              <a:spcAft>
                <a:spcPts val="400"/>
              </a:spcAft>
              <a:defRPr sz="1000">
                <a:solidFill>
                  <a:srgbClr val="B4BAAE"/>
                </a:solidFill>
                <a:latin typeface="Aptos"/>
              </a:defRPr>
            </a:pPr>
            <a:r>
              <a:t>Since the previous dossier, source adds NetSpeed-Calculator, WAL-safe SQLite data movement, Googler's structured dork builder plus a two-tier plain-HTTP-first/browser-fallback resilience path, the External MCP Adder skill, Deep Internet Research prompt 118, Ollama Pro-or-higher complete-operation guidance, and private contact synchronization, while carrying the v1.48.14-v1.48.17 runtime/privacy/verdict/dialog safeguards.</a:t>
            </a:r>
          </a:p>
          <a:p>
            <a:pPr>
              <a:spcAft>
                <a:spcPts val="400"/>
              </a:spcAft>
              <a:defRPr sz="1000">
                <a:solidFill>
                  <a:srgbClr val="B4BAAE"/>
                </a:solidFill>
                <a:latin typeface="Aptos"/>
              </a:defRPr>
            </a:pPr>
            <a:r>
              <a:t>The new `security/` subtree is a host-side Blue-hat toolkit rather than a workflow Agent row. It ships self-elevating launchers, a persistent whitelist/visibility script, a ten-family defender, a visible Shoter/Chrome test, explicit detect-only baselining, and documented rollback/privacy limits; the audited worktree also repairs invalid ASR/audit identifiers and silent-success reporting.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V1.50.0 RELEASE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v1.50.0 is annotated at ae6fec4c; aligned local/origin HEAD is two commits later at d161098e.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226,029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322,175</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590     161,528    236,083  71.5%
Markdown                 179      25,690     34,001  11.4%
JavaScript                37      18,112     23,672   8.0%
CSS                       11       6,570      8,700   2.9%
Other text                20       4,742      5,560   2.1%
YAML                      93       2,137      5,596   0.9%
PowerShell                10       1,655      2,263   0.7%
Prompt template            2       1,173      1,301   0.5%
Text                       7       1,142      1,454   0.5%
HTML                       4       1,123      1,169   0.5%
Tlamatini Flow             4         837        837   0.4%
JSON                      10         607        607   0.3%
JavaScript module          1         429        519   0.2%
Batch                      4         264        380   0.1%
Protocol Buffers           1          20         33   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3,983   4,427
Tlamatini/agent/tools.py                                Python         3,214   4,858
Tlamatini/agent/agents/latexer/latexer.py               Python         3,151   4,593
BookOfTlamatini.md                                      Markdown       2,728   3,887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current annotated release is `v1.50.0` at `ae6fec4c`; aligned local/remote HEAD is two commits later at `d161098e`. Runtime versions remain Git/build-derived through `agent/version.py`, while generated inventories derive agent, tool, skill, asset, migration, and effective-line totals from live source.</a:t>
            </a:r>
          </a:p>
          <a:p>
            <a:pPr>
              <a:spcAft>
                <a:spcPts val="400"/>
              </a:spcAft>
              <a:defRPr sz="1100">
                <a:solidFill>
                  <a:srgbClr val="B4BAAE"/>
                </a:solidFill>
                <a:latin typeface="Aptos"/>
              </a:defRPr>
            </a:pPr>
            <a:r>
              <a:t>The release adds NetSpeed-Calculator, WAL-safe SQLite backup/set/hot-swap, Googler's structured dork builder plus a two-tier plain-HTTP-first/browser-fallback resilience path, the External MCP Adder skill, Deep Internet Research prompt 118, Ollama Pro-or-higher full-operation guidance, and private contact synchronization. It carries the v1.48.15-v1.48.17 encoding, verdict, popup, bundle-proof, and dialog-policy lineage plus the v1.48.14 private External-MCP/runtime foundation.</a:t>
            </a:r>
          </a:p>
          <a:p>
            <a:pPr>
              <a:spcAft>
                <a:spcPts val="400"/>
              </a:spcAft>
              <a:defRPr sz="1100">
                <a:solidFill>
                  <a:srgbClr val="B4BAAE"/>
                </a:solidFill>
                <a:latin typeface="Aptos"/>
              </a:defRPr>
            </a:pPr>
            <a:r>
              <a:t>The post-tag Blue-hat security wave adds the administrator-operated `security/` toolkit: persistent Windows visibility/exceptions, ten monitor families, detect-only/armed/watch/aggressive modes, bounded automatic IP/process response, and a visible non-destructive regression harness. The current audited worktree corrects all six ASR identifiers, verifies effective Audit state, uses locale-neutral audit-policy GUIDs, and reports heuristic findings as investigation leads rather than confirmed attackers.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dossier pass resolves the product at annotated release `v1.50.0` (`ae6fec4c`), separately reports aligned local/remote HEAD `d161098e`,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2026-08-25 | d161098e | Bumping everything to v1.50.0, by Tlamatini's-AutoBot.</a:t>
            </a:r>
          </a:p>
          <a:p>
            <a:pPr>
              <a:spcAft>
                <a:spcPts val="400"/>
              </a:spcAft>
              <a:defRPr sz="1200">
                <a:solidFill>
                  <a:srgbClr val="B4BAAE"/>
                </a:solidFill>
                <a:latin typeface="Aptos"/>
              </a:defRPr>
            </a:pPr>
            <a:r>
              <a:t>2026-08-25 | 834eaa16 | Tlamatini has completelly implemented her security harnessing mechanics into her, by angelahack1</a:t>
            </a:r>
          </a:p>
          <a:p>
            <a:pPr>
              <a:spcAft>
                <a:spcPts val="400"/>
              </a:spcAft>
              <a:defRPr sz="1200">
                <a:solidFill>
                  <a:srgbClr val="B4BAAE"/>
                </a:solidFill>
                <a:latin typeface="Aptos"/>
              </a:defRPr>
            </a:pPr>
            <a:r>
              <a:t>2026-08-24 | ae6fec4c | Tlamatini implements her security harnessing mechanics into her, by angelahack1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2026-08-25 | d161098e | Bumping everything to v1.50.0, by Tlamatini's-AutoBot.</a:t>
            </a:r>
          </a:p>
          <a:p>
            <a:pPr>
              <a:spcAft>
                <a:spcPts val="400"/>
              </a:spcAft>
              <a:defRPr sz="1200">
                <a:solidFill>
                  <a:srgbClr val="B4BAAE"/>
                </a:solidFill>
                <a:latin typeface="Aptos"/>
              </a:defRPr>
            </a:pPr>
            <a:r>
              <a:t>2026-08-25 | 834eaa16 | Tlamatini has completelly implemented her security harnessing mechanics into her, by angelahack1</a:t>
            </a:r>
          </a:p>
          <a:p>
            <a:pPr>
              <a:spcAft>
                <a:spcPts val="400"/>
              </a:spcAft>
              <a:defRPr sz="1200">
                <a:solidFill>
                  <a:srgbClr val="B4BAAE"/>
                </a:solidFill>
                <a:latin typeface="Aptos"/>
              </a:defRPr>
            </a:pPr>
            <a:r>
              <a:t>2026-08-24 | ae6fec4c | Tlamatini implements her security harnessing mechanics into her, by angelahack1</a:t>
            </a:r>
          </a:p>
          <a:p>
            <a:pPr>
              <a:spcAft>
                <a:spcPts val="400"/>
              </a:spcAft>
              <a:defRPr sz="1200">
                <a:solidFill>
                  <a:srgbClr val="B4BAAE"/>
                </a:solidFill>
                <a:latin typeface="Aptos"/>
              </a:defRPr>
            </a:pPr>
            <a:r>
              <a:t>2026-08-23 | 6b0054a1 | Bumped version to 1.49.1, by angelahack1</a:t>
            </a:r>
          </a:p>
          <a:p>
            <a:pPr>
              <a:spcAft>
                <a:spcPts val="400"/>
              </a:spcAft>
              <a:defRPr sz="1200">
                <a:solidFill>
                  <a:srgbClr val="B4BAAE"/>
                </a:solidFill>
                <a:latin typeface="Aptos"/>
              </a:defRPr>
            </a:pPr>
            <a:r>
              <a:t>2026-08-23 | abc7899a | Created the NetSpeed-Calculator agent,  Improving Google (dorking caps), by angelahack1</a:t>
            </a:r>
          </a:p>
          <a:p>
            <a:pPr>
              <a:spcAft>
                <a:spcPts val="400"/>
              </a:spcAft>
              <a:defRPr sz="1200">
                <a:solidFill>
                  <a:srgbClr val="B4BAAE"/>
                </a:solidFill>
                <a:latin typeface="Aptos"/>
              </a:defRPr>
            </a:pPr>
            <a:r>
              <a:t>2026-08-23 | 6adf3623 | Created the NetSpeed-Calculator agent,  Improving Google (dorking caps), by angelahack1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TlamatiniImprovementsByClaudeOnLaTeXer.md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
|       |   |-- .gitignore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
|       |       |-- step_by_step_catalog.py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frontend.md
|       |-- gotchas.md
|       |-- INDEX.md
|       |-- mcp-tools.md
|       |-- multi-turn.md
|       `-- recent-fixes.md
|-- pyinstaller_hooks/
|   |-- hook-numpy.py
|   `-- hook-torch.py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
    |   `-- create_new_mcp.md
    |-- .skills/
    |   `-- create_new_skill.md
    |-- agent/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test_db_backup_restore_wal.py
    |   |-- test_db_backup_safety.py
    |   |-- test_de_compresser.py
    |   |-- test_deep_research_prompt.py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test_netspeed_calculator_agent.py
    |   |-- test_nmapper_agent.py
    |   |-- test_orphan_reaper.py
    |   |-- test_parametrizer_mcp_doctor.py
    |   |-- test_password_quoting.py
    |   |-- test_pdfer_agent.py
    |   |-- test_playwrighter_agent.py
    |   |-- test_preserved_user_state.py
    |   |-- test_prompt_catalog_contiguous.py
    |   |-- test_recorder_agent.py
    |   |-- test_runtime_provisioner.py
    |   |-- test_self_healing.py
    |   |-- test_self_modify_gate.py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
    |   |-- monitors/
    |   |   `-- monitor_sql.py
    |   |-- opus_client/
    |   |   |-- claude_opus_client.py
    |   |   |-- examples.py
    |   |   `-- README.md
    |   |-- rag/
    |   |   |-- __init__.py
    |   |   |-- binary_guard.py
    |   |   |-- config.py
    |   |   |-- factory.py
    |   |   |-- interaction.py
    |   |   |-- interface.py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adding_external_mcp/</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
    |   |       |       |-- ec_mc.jpg
    |   |       |       |-- ec_mo.jpg
    |   |       |       |-- eo_mc.jpg
    |   |       |       `-- eo_mo.jpg
    |   |       |-- js/
    |   |       |   |-- access_keys_wizard.js
    |   |       |   |-- acp-agent-connectors.js
    |   |       |   |-- acp-canvas-core.js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oob_child_helper.py
    |   |-- README.md
    |   |-- test_create_flow_visual.py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