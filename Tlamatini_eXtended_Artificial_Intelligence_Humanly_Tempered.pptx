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68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114,831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31, 2026 01:35 PM UTC-0600 at HEAD 373f6d8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critical-mission STM32F4 firmware control.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Answers codebase questions with loaded file or directory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Uses hybrid retrieval to extract metadata, split content, rank source chunks, and respect context budgets.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pause before every state-changing Multi-Turn execution and ask the operator to approve or deny that exact step through the Ask Execs checkbox.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raise a Windows attention signal when the browser needs the operator: Ask Execs prompts and Notifier events can flash Tlamatini’s own taskbar presence and leave an uppercase banner in `tlamatini.log`.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Registers packaged installs in Windows `Installed apps` / `Programs and Features` with a real uninstall entry, so the release behaves like a normal installed application instead of only a shortcut bundle.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Warns GPU-host operators before a directory-context load is likely to saturate VRAM and degrade embedding throughput.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Exposes a coherent versioning surface across builds, runtime UI, logs, and an open health-check endpoint.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Carries a first-person self-knowledge map so she can answer more accurately about her own architecture, ports, runtime modes, pages, and capabilities.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command Kali Linux offensive-security tooling through MCP-Kali-Server for authorized recon, enumeration, web scanning, and assessment workflows.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scaffold, author, build, flash, reset, and observe STM32F4 firmware through STM32er and the STM32 Template Project MCP, with a fail-safe preflight before any hardware mutation.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3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optionally inspect and modify her own bundled source tree in self-modify builds after verifying that `TlamatiniSourceCode/` is actually present.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Launches wrapped copies of selected workflow agents in isolated runtime folders without mutating templates.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Lets users design, validate, save, pause, resume, and stop visual workflows through the Agentic Control Panel.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Turns successful Multi-Turn tool executions into starter `.flw` workflows that can be inspected and validated in ACP.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Packages the project into a distributable Windows release with installer and uninstaller tooling.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Browser UI sends chat and workflow requests through Django views and Channels WebSockets.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RAG chains load selected file/directory context, retrieve relevant chunks, and build answer prompts.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Ask Execs is enabled, the synchronous Multi-Turn executor stops before each state-changing tool call, emits an `exec_permission_request`, and waits on `ExecPermissionBroker` until the browser sends Proceed or Deny.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Optional self-modify builds bundle `TlamatiniSourceCode/`; prompt rules require her to verify that directory exists before claiming she can inspect or change her own code.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6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Self-knowledge with scope discipline: she can talk accurately about herself without letting self-reference override a user-loaded project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the 4096-turn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HUMAN APPROVAL INSIDE THE MULTI-TURN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 In v1.11.0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`1.11.0` adds the `Ask Execs` checkbox as a Multi-Turn-only safety modifier: when it is on, Tlamatini asks before each state-changing Tool, MCP, wrapped agent, or skill-backed execution instead of running it immediately.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permission dialog is explicit and auditable: it names the Tool or Agent family, the underlying raw tool name, the full parameters, the program or command to be executed, and the shell or execution surface involved.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Proceed runs that one step and then prompts again at the next state-changing step; Deny halts the entire chain immediately and appends a red `Execution interrupted` banner even when Exec Report itself is off.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gate sits after deduplication and quota checks, so skipped calls never prompt and denied calls never appear as executed rows; only work that truly ran lands in Exec Report.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round-trip is fail-safe: browser disconnect, emit failure, cancel, or broker shutdown all resolve to Deny, so an unconfirmed state-changing action never slips through just because the UI vanished at the wrong time.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current Windows attention path is explicit and local: the browser calls `POST /agent/flash_window/`, and the backend routes that request through `agent/window_flash.py`.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That helper can flash the `Tlamatini.exe` console/taskbar window with `FlashWindowEx` and always prints an uppercase attention banner, so the signal survives in `tlamatini.log` even when the browser is minimized.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Two concrete reasons are wired today: Ask Execs execution approval prompts and Notifier notifications. The path is best-effort and fail-safe, degrading cleanly on non-Windows or windowless launches.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If the browser is buried, Tlamatini still has a local way to pull the operator back at the exact moment an approval prompt or notification matters.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path is concrete and auditable: `POST /agent/flash_window/`, `window_flash.py`, `FlashWindowEx`, and the matching uppercase banner in `tlamatini.log`.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Because the helper is best-effort and fail-safe, a missed flash never breaks the request path or blocks the surrounding workflow.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ON WINDOWS 10 AND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Version `1.11.0` makes the frozen install behave like a real Windows application: `install.py` now writes a per-user HKCU Add/Remove Programs entry so Tlamatini appears in Settings -&gt; Apps -&gt; Installed apps and in the legacy Programs and Features list.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Packaged installs now show up in normal Windows uninstall surfaces instead of only leaving behind shortcuts and a loose `Uninstaller.exe` in the install folder.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registration is HKCU-only and non-elevated, matching the installer’s per-user design on Windows 10 and Windows 11.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Because frozen startup self-heals the entry, even older installs can gain the uninstall surface after a later app launch without a reinstall.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68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kalier, stm32er,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68-agent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live operator surface now stands at 68 workflow agents, 75 Multi-Turn tools, 12 ACPX tools, and 26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inspection confirms the newer total: 43 wrapped chat-agent tools in `chat_agent_registry.py`, which combines with 20 core Python tools and 12 ACPX/Skill tools for 75 Multi-Turn tools overall.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68-agent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remains the 67th workflow agent in `v1.7.1`, but its newest upgrade is usability: Tlamatini now acts as the embedded MCP-Kali-Server client for chat-side runs.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can issue one capability per run, including `nmap`, `gobuster`, `dirb`, `nikto`, `sqlmap`, `metasploit`, `hydra`, `john`, `wpscan`, `enum4linux`, arbitrary `command`, or a safe `health` probe of the remote 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`INI_SECTION_KALIER` with `action`, `endpoint`, `subject`, `return_code`, `success`, `timed_out`, and `server_url`, so downstream Forker or Parametrizer logic can branch on results without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operator result is simpler prompts: after the Kali box URL is configured once, normal Multi-Turn requests no longer repeat `server_url` unless you intentionally override it for a one-off target.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language contract matters too: when a pronoun is used for Tlamatini in the documentation or prompt guidance, she is referred to as `she` / `her`, matching the updated handbook identity rules.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Self-modification is a separate capability axis from frozen-vs-source runtime: only builds created with `python build.py --self-modify` bundle `TlamatiniSourceCode/` next to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that directory is present, she can inspect and modify her own shipped source tree; when it is absent, she must say so plainly and fall back to her injected self-knowledge plus the surrounding docs.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build pipeline now announces that choice explicitly, so operators can tell whether a release is self-modify-capable before asking her to work on herself.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unified-agent loop now defaults to 4096 iterations instead of 256, giving long autonomous operator runs much more room before they exhaust the turn budget.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expansion is about conversational/tool-loop depth, not about blindly firing more tools at once: the planner’s selected-tool cap still keeps the tool surface bounded per request.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Open `/agent/` for chat. Load a file or directory context before asking codebase-specific questions.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Tick `Ask Execs` when you want human approval before each state-changing Multi-Turn step; it is disabled until Multi-Turn is on, and a single Deny stops the whole chain with an explicit red interruption banner.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you are using a packaged install on Windows 10 or Windows 11, uninstall it through Settings -&gt; Apps -&gt; Installed apps or the legacy Programs and Features entry, not by manually deleting the folder.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If an Ask Execs approval dialog or a Notifier event needs you while the browser is buried, watch for Tlamatini’s taskbar-attention flash and the matching uppercase banner in `tlamatini.log`.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URL configuration now also includes `kali_server_url` plus the STM32er bootstrap fields `stm32_mcp_server_script`, `stm32_mcp_python`, `stm32_template_dir`, `stm32_ide_root`, `stm32_mcp_repo_url`, and `stm32_mcp_install_dir`, all edited from `Config -&gt; URLs` and inherited automatically by the chat-side wrapped tools.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`v1.11.0` release state keeps the version badge, runtime surfaces, Ask Execs wording, self-knowledge wording, STM32er demo prompts,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Packaged installs also project the same release identity into Windows' Installed-apps metadata through the ARP `DisplayVersion` field, so the uninstall surface and the binaries agree on the version being removed.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1.11.0 | build: 1.11.0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Unrealer’s documentation now points at the public `XAIHT/XaihtUnrealEngineMCP` fork, the Unreal Engine MCP variant developed specifically for Tlamatini.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message for operators is simple: Unrealer forwards the connected plugin’s verb surface directly, so Tlamatini’s client does not need a new release every time the plugin adds another supported command.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Exec Report treats Unrealer as its own row family, and troubleshooting stays concrete: connection-refused means the plugin is not listening, while read-timeout usually means UE5's game thread is busy.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seeded Unreal demo prompts now cover screenshots, scene-building, and in-editor Python/introspection paths on top of the original blueprint flow.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kimi-k2.6:cloud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Ask Execs extends that safety story into execution approval itself: the operator can now stop a destructive chain before the next mutation instead of only auditing it after the fact in Exec Report.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 frozen mode, startup now also self-heals the per-user Windows Installed-apps entry when `Uninstaller.exe` is present beside `Tlamatini.exe`, so old installs can gain a standard uninstall surface without a reinstall.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Self-heals the frozen Windows Installed-apps entry when `Uninstaller.exe` is present beside the executable.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`dist/Tlamatini_Release_v&lt;version&gt;/`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shortcuts, `.flw` file associations, the bundled uninstaller, and the per-user Installed-apps entry.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373f6d8 - Implementing visual windows attention issuing,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1.11.0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31, 2026 01:35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tools: 75; wrapped chat-agent tools: 43; skills: 26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71; authoritative agent-description rows: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22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e716c5d on 2026-05-30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Updating visual documentation to version 1.11.0,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Commits since then: 2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Since the last committed PDF/PPTX refresh, operator attention handling moved to a concrete Windows path: browser-side Ask Execs and Notifier events can call `/agent/flash_window/`, which lets Tlamatini flash her own taskbar button and persist an uppercase attention banner in `tlamatini.log`.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114,831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156,955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297      78,689    110,077  68.5%
Markdown                  61      13,707     17,499  11.9%
JavaScript                28      13,466     16,984  11.7%
CSS                        6       3,583      4,540   3.1%
YAML                      72       1,530      3,317   1.3%
HTML                       4         858        876   0.7%
Other text                 3         791        970   0.7%
Prompt template            2         685        801   0.6%
PowerShell                 5         508        754   0.4%
JavaScript module          1         401        470   0.3%
JSON                       5         392        392   0.3%
Text                       5         188        218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7,304  10,587
Tlamatini/agent/tests.py                                Python         4,990   6,406
Tlamatini/agent/tools.py                                Python         2,565   3,697
Tlamatini/agent/doc_generation/complete_project_docs.py Python         2,138   2,398
BookOfTlamatini.md                                      Markdown       1,976   2,795
Tlamatini/agent/agents/flowcreator/agentic_skill.md     Markdown       1,965   2,179
...ini/agent/static/agent/css/agentic_control_panel.css CSS            1,720   2,298
Tlamatini/agent/static/agent/js/agent_page_init.js      JavaScript     1,435   1,687
Tlamatini/agent/static/agent/js/acp-canvas-core.js      JavaScript     1,303   1,613
Tlamatini/agent/static/agent/css/agent_page.css         CSS            1,302   1,582
Tlamatini/agent/consumers.py                            Python         1,300   1,638
README.md                                               Markdown       1,276   1,811
Tlamatini/agent/static/agent/js/acp-agent-connectors.js JavaScript     1,217   1,363
Tlamatini/agent/test_stm32er_agent.py                   Python         1,200   1,707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Operator attention routing also changed: when Ask Execs or a Notifier event needs the user, Tlamatini can now flash her own Windows taskbar presence and write an uppercase attention banner into `tlamatini.log`.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2026-05-31 | 373f6d8 | Implementing visual windows attention issuing,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2026-05-30 | 5ec9593 | Delete CNAME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2026-05-31 | 373f6d8 | Implementing visual windows attention issuing,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
|-- Tlamatini.jpg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cat_art.py
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
    |   |-- gpu_perf.py
    |   |-- inet_determiner.py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test_build_scripts.py
    |   |-- test_de_compresser.py
    |   |-- test_embedding_memory_guard.py
    |   |-- test_flow_contracts.py
    |   |-- test_kalier_agent.py
    |   |-- test_native_dialogs.py
    |   |-- test_orphan_reaper.py
    |   |-- test_password_quoting.py
    |   |-- test_playwrighter_agent.py
    |   |-- test_stm32er_agent.py
    |   |-- test_unrealer_agent.py
    |   |-- test_windower_agent.py
    |   |-- test_windows_app_registration.py
    |   |-- tests.py
    |   |-- Tlamatini.md
    |   |-- tools.py
    |   |-- urls.py
    |   |-- version.py
    |   |-- views.py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teletlamatini.py
    |   |   |-- unrealer/
    |   |   |   |-- config.yaml
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code_review/
    |   |   |   `-- SKILL.md
    |   |   |-- create_new_agent/
    |   |   |   `-- SKILL.md
    |   |   |-- create_new_mcp/
    |   |   |   `-- SKILL.md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