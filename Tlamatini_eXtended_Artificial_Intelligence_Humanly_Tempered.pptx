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61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94,376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15, 2026 09:44 PM UTC-0600 at HEAD 0adcd1f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61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1.1.1.dev0 | build: 1.1.1.dev0+g0adcd1f.dirty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0adcd1f - Patched requirements.txt due to new De-Compresser agent,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1.1.1.dev0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15, 2026 09:44 PM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94,376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128,242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256      63,015     87,746  66.8%
JavaScript                27      12,375     15,612  13.1%
Markdown                  50      11,169     14,327  11.8%
CSS                        5       3,043      3,831   3.2%
YAML                      65       1,347      2,665   1.4%
Other text                 3         789        967   0.8%
HTML                       4         780        798   0.8%
PowerShell                 5         506        752   0.5%
Prompt template            2         409        483   0.4%
JSON                       5         383        383   0.4%
JavaScript module          1         377        444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6,690   9,661
Tlamatini/agent/tests.py                                Python         3,886   4,963
Tlamatini/agent/tools.py                                Python         2,201   3,094
Tlamatini/agent/agents/flowcreator/agentic_skill.md     Markdown       1,797   2,001
BookOfTlamatini.md                                      Markdown       1,707   2,395
...ini/agent/static/agent/css/agentic_control_panel.css CSS            1,641   2,167
Tlamatini/agent/doc_generation/complete_project_docs.py Python         1,469   1,664
Tlamatini/agent/static/agent/js/agent_page_init.js      JavaScript     1,306   1,503
Tlamatini/agent/static/agent/js/acp-canvas-core.js      JavaScript     1,263   1,573
Tlamatini/agent/static/agent/css/agent_page.css         CSS            1,149   1,373
Tlamatini/agent/consumers.py                            Python         1,121   1,350
Tlamatini/agent/static/agent/js/acp-agent-connectors.js JavaScript     1,091   1,230
Tlamatini/agent/agents/whatstlamatini/whatstlamatini.py Python         1,044   1,300
Tlamatini/agent/static/agent/js/acp-control-buttons.js  JavaScript     1,036   1,344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De-Compresser agent: deterministic archive compression/decompression, Multi-Turn exposure, ACP canvas wiring, and a requirements patch that adds the `py7zr` fallback path.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Today’s headline change is the new versioning system: SemVer policy, git-tag sourcing, runtime version surfaces, and build-time embedding across the Windows artefacts.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behavior kept evolving across the period through quota tuning, execution-table persistence, autonomous-action improvements, and broader tool enablement.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ALL COMMITS FROM TODAY ACCORDING TO GIT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Today's Commit Appendix 1/1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36192"/>
            <a:ext cx="10561320" cy="4443984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36192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37360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Commit timeline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94560"/>
            <a:ext cx="10158984" cy="3639312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2026-05-15 | 0adcd1f | Patched requirements.txt due to new De-Compresser agent,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2026-05-15 | 2002314 | De-Compresser agent and added to multi-turn, by angelahack1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2026-05-15 | d2da4a4 | Updating and linting, by Tlamatini's-AutoBot.</a:t>
            </a:r>
            <a:endParaRPr sz="1200" b="0" i="0">
              <a:latin typeface="Calibri"/>
            </a:endParaRPr>
          </a:p>
          <a:p>
            <a:pPr>
              <a:spcAft>
                <a:spcPts val="600"/>
              </a:spcAft>
              <a:defRPr sz="1200">
                <a:solidFill>
                  <a:srgbClr val="B4BAAE"/>
                </a:solidFill>
                <a:latin typeface="Aptos"/>
              </a:defRPr>
            </a:pPr>
            <a:r>
              <a:rPr sz="1200" b="0" i="0">
                <a:latin typeface="Calibri"/>
              </a:rPr>
              <a:t>2026-05-15 | 382e1a1 | Implementing the professional way every worldwide system is gnerated, by angelahack1</a:t>
            </a:r>
            <a:endParaRPr sz="1200" b="0" i="0">
              <a:latin typeface="Calibri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path_guard.py
    |   |-- prompt.pmt
    |   |-- rag_enhancements.py
    |   |-- routing.py
    |   |-- test_de_compresser.py
    |   |-- test_embedding_memory_guard.py
    |   |-- test_flow_contracts.py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