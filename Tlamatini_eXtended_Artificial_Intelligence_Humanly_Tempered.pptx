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84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816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170,639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09, 2026 12:21 PM UTC-0600 at HEAD 08efa1d2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V1.38.1</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V1.38.1</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V1.38.1 — THE ROBOTIC-ARM LOOPING MILESTONE PLUS THE FRONTEND-STATE-RECOVERY HOTFIX</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repository currently resolves to the `v1.38.1` release line (HEAD is the tagged hotfix commit `08efa1d2`), with README.md, BookOfTlamatini.md, Git history, source inspection, and generated inventory tables confirming the workflow-agent, Multi-Turn-tool, skill, asset, and effective-line totals.</a:t>
            </a:r>
          </a:p>
          <a:p>
            <a:pPr>
              <a:spcAft>
                <a:spcPts val="400"/>
              </a:spcAft>
              <a:defRPr sz="1000">
                <a:solidFill>
                  <a:srgbClr val="B4BAAE"/>
                </a:solidFill>
                <a:latin typeface="Aptos"/>
              </a:defRPr>
            </a:pPr>
            <a:r>
              <a:t>`v1.36.0` is the Video-Analyzer release: the new `video_analyzer` workflow agent and wrapped `chat_agent_video_analyzer` tool read recorded videos, check for motion, ask two vision models for independent evidence, merge their reports, and emit explicit routeable verdict tokens.</a:t>
            </a:r>
          </a:p>
          <a:p>
            <a:pPr>
              <a:spcAft>
                <a:spcPts val="400"/>
              </a:spcAft>
              <a:defRPr sz="1000">
                <a:solidFill>
                  <a:srgbClr val="B4BAAE"/>
                </a:solidFill>
                <a:latin typeface="Aptos"/>
              </a:defRPr>
            </a:pPr>
            <a:r>
              <a:t>`v1.35.0` improves prompt discovery: the Tools dialog prompt cards now search by substring, word-start, and fuzzy matches and show mode badges so operators can navigate the larger seeded prompt catalog without memorizing exact names.</a:t>
            </a:r>
          </a:p>
          <a:p>
            <a:pPr>
              <a:spcAft>
                <a:spcPts val="400"/>
              </a:spcAft>
              <a:defRPr sz="1000">
                <a:solidFill>
                  <a:srgbClr val="B4BAAE"/>
                </a:solidFill>
                <a:latin typeface="Aptos"/>
              </a:defRPr>
            </a:pPr>
            <a:r>
              <a:t>The post-tag flow-layout commit improves generated `.flw` layout: chat-created workflows now use a serpentine/boustrophedon grid so long Starter -&gt; Agent -&gt; ... -&gt; Ender chains stay readable on the canvas instead of drifting off-screen.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committed reliability wave adds `agent/self_healing.py`: Multi-Turn model steps are watchdog-bounded, retry through distinct tactics, broadcast recovery status, and preserve completed agent work in degraded answers instead of discarding evidence.</a:t>
            </a:r>
          </a:p>
          <a:p>
            <a:pPr>
              <a:spcAft>
                <a:spcPts val="400"/>
              </a:spcAft>
              <a:defRPr sz="1000">
                <a:solidFill>
                  <a:srgbClr val="B4BAAE"/>
                </a:solidFill>
                <a:latin typeface="Aptos"/>
              </a:defRPr>
            </a:pPr>
            <a:r>
              <a:t>Create Flow now follows concrete tool evidence rather than the removed whole-answer classifier: the button appears when Multi-Turn produced at least one successful agent call, and generated `.flw` downloads keep only successful executions.</a:t>
            </a:r>
          </a:p>
          <a:p>
            <a:pPr>
              <a:spcAft>
                <a:spcPts val="400"/>
              </a:spcAft>
              <a:defRPr sz="1000">
                <a:solidFill>
                  <a:srgbClr val="B4BAAE"/>
                </a:solidFill>
                <a:latin typeface="Aptos"/>
              </a:defRPr>
            </a:pPr>
            <a:r>
              <a:t>The live frontend follow-up keeps the browser honest during self-healing: `agent_page_chat.js` recognizes live tactic-status frames and re-asserts the busy/Cancel state until the real final answer arrives.</a:t>
            </a:r>
          </a:p>
          <a:p>
            <a:pPr>
              <a:spcAft>
                <a:spcPts val="400"/>
              </a:spcAft>
              <a:defRPr sz="1000">
                <a:solidFill>
                  <a:srgbClr val="B4BAAE"/>
                </a:solidFill>
                <a:latin typeface="Aptos"/>
              </a:defRPr>
            </a:pPr>
            <a:r>
              <a:t>Create Flow resolution now tolerates display-name drift: successful calls are normalized against the live Agents sidebar, resolvable successes are kept, and unresolved successful entries are skipped instead of disabling the whole button.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DISCOVERER HARDENING PLUS CARRIED PRODUCT 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Security and source control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committed Discoverer wave adds PDCP key wiring: `PDCP_API_KEY` can be managed from Config -&gt; Access Keys Wizard -&gt; Security Recon (ProjectDiscovery), auto-injected into `chat_agent_discoverer`, redacted from `.flw`, and scrubbed by `regen_secrets.py`.</a:t>
            </a:r>
          </a:p>
          <a:p>
            <a:pPr>
              <a:spcAft>
                <a:spcPts val="400"/>
              </a:spcAft>
              <a:defRPr sz="1000">
                <a:solidFill>
                  <a:srgbClr val="B4BAAE"/>
                </a:solidFill>
                <a:latin typeface="Aptos"/>
              </a:defRPr>
            </a:pPr>
            <a:r>
              <a:t>Discoverer's CVE lane now treats the legacy `cvemap` tool key as ProjectDiscovery `vulnx`: the old cvemap API was retired in August 2025, so Tlamatini installs/runs the `vulnx` binary, supports `search`/`id`, and counts object-style JSON findings correctly.</a:t>
            </a:r>
          </a:p>
          <a:p>
            <a:pPr>
              <a:spcAft>
                <a:spcPts val="400"/>
              </a:spcAft>
              <a:defRPr sz="1000">
                <a:solidFill>
                  <a:srgbClr val="B4BAAE"/>
                </a:solidFill>
                <a:latin typeface="Aptos"/>
              </a:defRPr>
            </a:pPr>
            <a:r>
              <a:t>The private Go toolchain remains self-contained under `&lt;install_dir&gt;/Go`, but `.gitignore` and `git_deny_go.py` now make Go compiler/cache/tool binaries invisible to Git and block accidental commits with a pre-commit guard.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`v1.34.x` adds the triple-model Image-Interpreter release and the matching Config -&gt; Models dialog work: three visible model fields now correspond to interpreter 1, interpreter 2, and image merger instead of hiding a multi-model agent behind one old vision-model slot.</a:t>
            </a:r>
          </a:p>
          <a:p>
            <a:pPr>
              <a:spcAft>
                <a:spcPts val="400"/>
              </a:spcAft>
              <a:defRPr sz="1000">
                <a:solidFill>
                  <a:srgbClr val="B4BAAE"/>
                </a:solidFill>
                <a:latin typeface="Aptos"/>
              </a:defRPr>
            </a:pPr>
            <a:r>
              <a:t>`v1.33.x` remains the Zavuerer release family: the Zavu unified-messaging workflow agent adds SMS, WhatsApp, Telegram, Email, and Voice delivery through one configured API key, with setup-wizard dedupe and cloud-default cleanup carried forward.</a:t>
            </a:r>
          </a:p>
          <a:p>
            <a:pPr>
              <a:spcAft>
                <a:spcPts val="400"/>
              </a:spcAft>
              <a:defRPr sz="10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1000">
                <a:solidFill>
                  <a:srgbClr val="B4BAAE"/>
                </a:solidFill>
                <a:latin typeface="Aptos"/>
              </a:defRPr>
            </a:pPr>
            <a:r>
              <a:t>The resulting PDF/PPTX refresh treats `v1.38.1` — the robotic-arm looping milestone `v1.38.0` plus the frontend-state-recovery hotfix — as the current product snapshot while preserving the historical context for self-update, media agents, deterministic file tools, firmware agents, External MCPs, ACPX skills, Zavuerer, and Image-Interpreter.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is the same-week frontend-state-recovery hotfix: package.json is aligned at the tagged HEAD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public tag `v1.38.1`; the live HEAD is the tagged hotfix commit itself (frontend state recovery + the one-call `/agent/list_prompts/` prompt catalog).</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1000">
                <a:solidFill>
                  <a:srgbClr val="B4BAAE"/>
                </a:solidFill>
                <a:latin typeface="Aptos"/>
              </a:defRPr>
            </a:pPr>
            <a:r>
              <a:t>The `v1.36.0` wave added concrete video-verdict assets: `agent/agents/video_analyzer/`, migrations `0166`-`0168`, `test_video_analyzer_agent.py`, `chat_agent_video_analyzer` registry wiring, Video-Analyzer service contracts, and a seeded robotic-loop demo prompt.</a:t>
            </a:r>
          </a:p>
          <a:p>
            <a:pPr>
              <a:spcAft>
                <a:spcPts val="400"/>
              </a:spcAft>
              <a:defRPr sz="1000">
                <a:solidFill>
                  <a:srgbClr val="B4BAAE"/>
                </a:solidFill>
                <a:latin typeface="Aptos"/>
              </a:defRPr>
            </a:pPr>
            <a:r>
              <a:t>The adjacent `v1.35.0`-through-`v1.38.1` work updates prompt-card search/rendering assets (now fed by the one-call `/agent/list_prompts/` endpoint), `.flw` generation layout code, and the restored-mutable frontend state, so the latest operator improvements are visible in JavaScript/CSS and canvas workflow output, not only markdown.</a:t>
            </a:r>
          </a:p>
          <a:p>
            <a:pPr>
              <a:spcAft>
                <a:spcPts val="400"/>
              </a:spcAft>
              <a:defRPr sz="1000">
                <a:solidFill>
                  <a:srgbClr val="B4BAAE"/>
                </a:solidFill>
                <a:latin typeface="Aptos"/>
              </a:defRPr>
            </a:pPr>
            <a:r>
              <a:t>The newest committed reliability assets include `agent/self_healing.py`, `agent/test_self_healing.py`, `Tlamatini/tests_e2e/test_self_healing_visual.py`, `Tlamatini/tests_e2e/test_create_flow_visual.py`, and coordinated changes in `mcp_agent.py`, `consumers.py`, `response_parser.py`, and the chat frontend.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Discoverer and media</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Continuing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earlier `v1.33.2` wave adds or updates concrete assets too: `agent/agents/zavuerer/`, migrations `0159`-`0164`, Zavu Access Keys Wizard fields, planner hints, wrapped-tool registration, and the latest messaging-agent config defaults.</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84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84</a:t>
            </a:r>
          </a:p>
          <a:p>
            <a:pPr>
              <a:spcAft>
                <a:spcPts val="400"/>
              </a:spcAft>
              <a:defRPr sz="1500">
                <a:solidFill>
                  <a:srgbClr val="B4BAAE"/>
                </a:solidFill>
                <a:latin typeface="Aptos"/>
              </a:defRPr>
            </a:pPr>
            <a:r>
              <a:t>Description rows in `agents_descriptions.md`: 85</a:t>
            </a:r>
          </a:p>
          <a:p>
            <a:pPr>
              <a:spcAft>
                <a:spcPts val="400"/>
              </a:spcAft>
              <a:defRPr sz="1500">
                <a:solidFill>
                  <a:srgbClr val="B4BAAE"/>
                </a:solidFill>
                <a:latin typeface="Aptos"/>
              </a:defRPr>
            </a:pPr>
            <a:r>
              <a:t>This dossier reconciles README and Book wording back to the same 84-agent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84 workflow agents, 93 Multi-Turn tools, 12 ACPX tools, and 27 skills.</a:t>
            </a:r>
          </a:p>
          <a:p>
            <a:pPr>
              <a:spcAft>
                <a:spcPts val="400"/>
              </a:spcAft>
              <a:defRPr sz="1000">
                <a:solidFill>
                  <a:srgbClr val="B4BAAE"/>
                </a:solidFill>
                <a:latin typeface="Aptos"/>
              </a:defRPr>
            </a:pPr>
            <a:r>
              <a:t>Source inspection confirms the total: 61 distinct wrapped chat-agent tools bound from `chat_agent_registry.py`, which combines with 20 core Python tools and 12 ACPX/Skill tools for 93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and Video-Analyzer for robotic video verdicts.</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84-agent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`v1.38.1` release state keeps runtime surfaces, self-knowledge wording, firmware/External-MCP demos, ACPX skills, Zavuerer messaging, Video-Analyzer, Robotic-Loop-Training, generated `.flw` layout, and operator handbook aligned.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1.38.1 | build: 1.38.1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816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08efa1d2 - chore(release): bump package.json version to 1.38.1 for the v1.38.1 hotfix tag</a:t>
            </a:r>
          </a:p>
          <a:p>
            <a:pPr>
              <a:spcAft>
                <a:spcPts val="400"/>
              </a:spcAft>
              <a:defRPr sz="1500">
                <a:solidFill>
                  <a:srgbClr val="B4BAAE"/>
                </a:solidFill>
                <a:latin typeface="Aptos"/>
              </a:defRPr>
            </a:pPr>
            <a:r>
              <a:t>Resolved version: 1.38.1 (git)</a:t>
            </a:r>
          </a:p>
          <a:p>
            <a:pPr>
              <a:spcAft>
                <a:spcPts val="400"/>
              </a:spcAft>
              <a:defRPr sz="1500">
                <a:solidFill>
                  <a:srgbClr val="B4BAAE"/>
                </a:solidFill>
                <a:latin typeface="Aptos"/>
              </a:defRPr>
            </a:pPr>
            <a:r>
              <a:t>Generated on July 09, 2026 12:21 PM UTC-0600</a:t>
            </a:r>
          </a:p>
          <a:p>
            <a:pPr>
              <a:spcAft>
                <a:spcPts val="400"/>
              </a:spcAft>
              <a:defRPr sz="1500">
                <a:solidFill>
                  <a:srgbClr val="B4BAAE"/>
                </a:solidFill>
                <a:latin typeface="Aptos"/>
              </a:defRPr>
            </a:pPr>
            <a:r>
              <a:t>Inventory scope: 816 files = 816 tracked + 0 git-unignored working-tree additions</a:t>
            </a:r>
          </a:p>
          <a:p>
            <a:pPr>
              <a:spcAft>
                <a:spcPts val="400"/>
              </a:spcAft>
              <a:defRPr sz="1500">
                <a:solidFill>
                  <a:srgbClr val="B4BAAE"/>
                </a:solidFill>
                <a:latin typeface="Aptos"/>
              </a:defRPr>
            </a:pPr>
            <a:r>
              <a:t>Multi-Turn tools: 93; wrapped chat-agent tools: 61; skills: 27</a:t>
            </a:r>
          </a:p>
          <a:p>
            <a:pPr>
              <a:spcAft>
                <a:spcPts val="400"/>
              </a:spcAft>
              <a:defRPr sz="1500">
                <a:solidFill>
                  <a:srgbClr val="B4BAAE"/>
                </a:solidFill>
                <a:latin typeface="Aptos"/>
              </a:defRPr>
            </a:pPr>
            <a:r>
              <a:t>Python requirements: 79; authoritative agent-description rows: 85</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74bf4a0e on 2026-07-07</a:t>
            </a:r>
          </a:p>
          <a:p>
            <a:pPr>
              <a:spcAft>
                <a:spcPts val="400"/>
              </a:spcAft>
              <a:defRPr sz="1300">
                <a:solidFill>
                  <a:srgbClr val="B4BAAE"/>
                </a:solidFill>
                <a:latin typeface="Aptos"/>
              </a:defRPr>
            </a:pPr>
            <a:r>
              <a:t>Making Tlamatini a real looping asistant, this time she demonstrated to program a robotic arm from a wihte page and two cameras, we are in another era, the future is now the past, thanks Tlamatini, by angelahack1</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through `v1.35.0`, `v1.36.0`, `v1.38.0`, and `v1.38.1`: Video-Analyzer became the headline tagged agent release, the Robotic-Loop-Training circle was proven live on a robotic arm, generated flow files are more readable, model-step failures are recovered more truthfully, and the const-poison hotfix restored the frontend while adding the one-call prompt catalog.</a:t>
            </a:r>
          </a:p>
          <a:p>
            <a:pPr>
              <a:spcAft>
                <a:spcPts val="400"/>
              </a:spcAft>
              <a:defRPr sz="900">
                <a:solidFill>
                  <a:srgbClr val="B4BAAE"/>
                </a:solidFill>
                <a:latin typeface="Aptos"/>
              </a:defRPr>
            </a:pPr>
            <a:r>
              <a:t>The current visual-doc delta covers `agent/agents/video_analyzer/`, migrations `0166`-`0168`, `test_video_analyzer_agent.py`, `chat_agent_video_analyzer`, prompt-card search improvements, serpentine `.flw` layout, `agent/self_healing.py`, Create Flow gate cleanup, and the carried v1.33.x/v1.34.x model and messaging context.</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same refresh window also delivered the in-app self-update path: `self_update.py`, new update endpoints, staged release downloads, and the external `apply_update.ps1` swap helper that preserves operator state during upgrade.</a:t>
            </a:r>
          </a:p>
          <a:p>
            <a:pPr>
              <a:spcAft>
                <a:spcPts val="400"/>
              </a:spcAft>
              <a:defRPr sz="900">
                <a:solidFill>
                  <a:srgbClr val="B4BAAE"/>
                </a:solidFill>
                <a:latin typeface="Aptos"/>
              </a:defRPr>
            </a:pPr>
            <a:r>
              <a:t>The self-knowledge and optional self-modification surface has matured into the current baseline: she can describe her runtime honestly and, when `TlamatiniSourceCode/` is present, inspect the bundled rebuildable source tree that explains how she works.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THE V1.38.1 HOTFIX</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Video-Analyzer (v1.36.0): motion-verdict video analysis for robotic-loop training, with `TLM_VERDICT::` routing.</a:t>
            </a:r>
          </a:p>
          <a:p>
            <a:pPr>
              <a:spcAft>
                <a:spcPts val="400"/>
              </a:spcAft>
              <a:defRPr sz="1000">
                <a:solidFill>
                  <a:srgbClr val="B4BAAE"/>
                </a:solidFill>
                <a:latin typeface="Aptos"/>
              </a:defRPr>
            </a:pPr>
            <a:r>
              <a:t>Self-healing Multi-Turn: watchdog-bounded model steps, tactic switching, live status, and truthful degraded answers.</a:t>
            </a:r>
          </a:p>
          <a:p>
            <a:pPr>
              <a:spcAft>
                <a:spcPts val="400"/>
              </a:spcAft>
              <a:defRPr sz="1000">
                <a:solidFill>
                  <a:srgbClr val="B4BAAE"/>
                </a:solidFill>
                <a:latin typeface="Aptos"/>
              </a:defRPr>
            </a:pPr>
            <a:r>
              <a:t>Discoverer hardening: optional PDCP key wiring, `cvemap` -&gt; `vulnx` CVE search, and a Go-deny guard that keeps the private Go toolchain out of Git.</a:t>
            </a:r>
          </a:p>
          <a:p>
            <a:pPr>
              <a:spcAft>
                <a:spcPts val="400"/>
              </a:spcAft>
              <a:defRPr sz="1000">
                <a:solidFill>
                  <a:srgbClr val="B4BAAE"/>
                </a:solidFill>
                <a:latin typeface="Aptos"/>
              </a:defRPr>
            </a:pPr>
            <a:r>
              <a:t>Image-Interpreter: triple-model still-image analysis with independent interpreters and a merger model.</a:t>
            </a:r>
          </a:p>
          <a:p>
            <a:pPr>
              <a:spcAft>
                <a:spcPts val="400"/>
              </a:spcAft>
              <a:defRPr sz="1000">
                <a:solidFill>
                  <a:srgbClr val="B4BAAE"/>
                </a:solidFill>
                <a:latin typeface="Aptos"/>
              </a:defRPr>
            </a:pPr>
            <a:r>
              <a:t>Zavuerer: unified Zavu messaging for SMS, WhatsApp, Telegram, Email, and Voice.</a:t>
            </a:r>
          </a:p>
          <a:p>
            <a:pPr>
              <a:spcAft>
                <a:spcPts val="400"/>
              </a:spcAft>
              <a:defRPr sz="1000">
                <a:solidFill>
                  <a:srgbClr val="B4BAAE"/>
                </a:solidFill>
                <a:latin typeface="Aptos"/>
              </a:defRPr>
            </a:pPr>
            <a:r>
              <a:t>Prompt search and generated `.flw` files: fuzzy prompt cards plus serpentine successful-only flow downloads.</a:t>
            </a:r>
          </a:p>
          <a:p>
            <a:pPr>
              <a:spcAft>
                <a:spcPts val="400"/>
              </a:spcAft>
              <a:defRPr sz="10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`v1.38.1` at the current HEAD — the robotic-arm looping milestone (`v1.38.0`) plus the frontend-state-recovery hotfix.</a:t>
            </a:r>
          </a:p>
          <a:p>
            <a:pPr>
              <a:spcAft>
                <a:spcPts val="400"/>
              </a:spcAft>
              <a:defRPr sz="1000">
                <a:solidFill>
                  <a:srgbClr val="B4BAAE"/>
                </a:solidFill>
                <a:latin typeface="Aptos"/>
              </a:defRPr>
            </a:pPr>
            <a:r>
              <a:t>Create Flow now follows successful tool calls instead of the removed `answer_success` classifier.</a:t>
            </a:r>
          </a:p>
          <a:p>
            <a:pPr>
              <a:spcAft>
                <a:spcPts val="400"/>
              </a:spcAft>
              <a:defRPr sz="1000">
                <a:solidFill>
                  <a:srgbClr val="B4BAAE"/>
                </a:solidFill>
                <a:latin typeface="Aptos"/>
              </a:defRPr>
            </a:pPr>
            <a:r>
              <a:t>Frontend recovery controls keep live self-healing status frames in Cancel/busy state until the true final answer.</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Catalog now stands at 84 workflow agents and 93 Multi-Turn tools (61 wrapped chat-agent + 12 ACPX/Skill + 20 core), with 27 skills.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170,639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239,861</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459     122,182    175,215  71.6%
Markdown                 157      20,327     27,027  11.9%
JavaScript                31      16,058     20,431   9.4%
CSS                        9       5,657      7,155   3.3%
YAML                      89       1,957      4,888   1.1%
HTML                       4       1,055      1,073   0.6%
Prompt template            2       1,014      1,133   0.6%
PowerShell                 6         672        987   0.4%
JSON                       8         544        544   0.3%
Other text                 8         506        606   0.3%
JavaScript module          1         417        498   0.2%
Text                       5         215        242   0.1%
Protocol Buffers           1          20         33   0.0%
Batch                      1          15         29   0.0%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8,259  12,020
Tlamatini/agent/tests.py                                Python         5,510   7,166
Tlamatini/agent/doc_generation/complete_project_docs.py Python         3,278   3,657
Tlamatini/agent/tools.py                                Python         3,056   4,446
BookOfTlamatini.md                                      Markdown       2,488   3,520
Tlamatini/agent/agents/flowcreator/agentic_skill.md     Markdown       2,264   2,502
...ini/agent/static/agent/css/agentic_control_panel.css CSS            2,031   2,711
Tlamatini/agent/external_mcp_manager.py                 Python         1,841   2,252
Tlamatini/agent/chat_agent_registry.py                  Python         1,671   1,708
Tlamatini/agent/static/agent/js/agent_page_chat.js      JavaScript     1,639   2,273
Tlamatini/agent/static/agent/css/agent_page.css         CSS            1,608   2,001
Tlamatini/agent/static/agent/js/acp-agent-connectors.js JavaScript     1,505   1,679
Tlamatini/agent/static/agent/js/agent_page_init.js      JavaScript     1,462   1,728
Tlamatini/agent/static/agent/js/acp-canvas-core.js      JavaScript     1,381   1,703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`v1.38.1` — the robotic-arm looping milestone `v1.38.0` plus the same-week frontend-state-recovery hotfix: README.md, BookOfTlamatini.md, Git history, and source inventory tables confirm the current workflow-agent, Multi-Turn-tool, skill, asset, and effective-line totals.</a:t>
            </a:r>
          </a:p>
          <a:p>
            <a:pPr>
              <a:spcAft>
                <a:spcPts val="400"/>
              </a:spcAft>
              <a:defRPr sz="900">
                <a:solidFill>
                  <a:srgbClr val="B4BAAE"/>
                </a:solidFill>
                <a:latin typeface="Aptos"/>
              </a:defRPr>
            </a:pPr>
            <a:r>
              <a:t>The current release wave is broader than a badge bump: `v1.36.0` added Video-Analyzer, `v1.38.0` proved the Robotic-Loop-Training circle live on a robotic arm (programmed from a blank page and two cameras) on top of the self-healing model-step invoker and the cleaner Create Flow gate, and `v1.38.1` recovered the frontend from the const-poison incident while adding the one-call `/agent/list_prompts/` prompt catalog.</a:t>
            </a:r>
          </a:p>
          <a:p>
            <a:pPr>
              <a:spcAft>
                <a:spcPts val="400"/>
              </a:spcAft>
              <a:defRPr sz="900">
                <a:solidFill>
                  <a:srgbClr val="B4BAAE"/>
                </a:solidFill>
                <a:latin typeface="Aptos"/>
              </a:defRPr>
            </a:pPr>
            <a:r>
              <a:t>The newest committed reliability wave adds `agent/self_healing.py`: every Multi-Turn model step now runs under a watchdog, switches recovery tactics on transient failures, broadcasts live recovery status, and preserves already-executed agent work instead of discarding it.</a:t>
            </a:r>
          </a:p>
          <a:p>
            <a:pPr>
              <a:spcAft>
                <a:spcPts val="400"/>
              </a:spcAft>
              <a:defRPr sz="900">
                <a:solidFill>
                  <a:srgbClr val="B4BAAE"/>
                </a:solidFill>
                <a:latin typeface="Aptos"/>
              </a:defRPr>
            </a:pPr>
            <a:r>
              <a:t>The newest committed Discoverer wave strengthens ProjectDiscovery operation: PDCP key setup is documented and auto-injected, legacy `cvemap` CVE searches now run through `vulnx`, and Go-toolchain source-control guardrails keep the private compiler/cache out of the repository.</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900">
                <a:solidFill>
                  <a:srgbClr val="B4BAAE"/>
                </a:solidFill>
                <a:latin typeface="Aptos"/>
              </a:defRPr>
            </a:pPr>
            <a:r>
              <a:t>The latest documentation pass aligns the handbook and source with the `v1.38.1` release line — the `v1.38.0` robotic-arm looping milestone plus the frontend-state-recovery hotfix — so this dossier now carries the current reliability story, media-verdict agent story, prompt-search UX, live line-count inventory, and Agent-directory responsibility boundary instead of stale v1.33.x prose.</a:t>
            </a:r>
          </a:p>
          <a:p>
            <a:pPr>
              <a:spcAft>
                <a:spcPts val="400"/>
              </a:spcAft>
              <a:defRPr sz="9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2026-07-09 | 08efa1d2 | chore(release): bump package.json version to 1.38.1 for the v1.38.1 hotfix tag</a:t>
            </a:r>
          </a:p>
          <a:p>
            <a:pPr>
              <a:spcAft>
                <a:spcPts val="400"/>
              </a:spcAft>
              <a:defRPr sz="1200">
                <a:solidFill>
                  <a:srgbClr val="B4BAAE"/>
                </a:solidFill>
                <a:latin typeface="Aptos"/>
              </a:defRPr>
            </a:pPr>
            <a:r>
              <a:t>2026-07-09 | af356c31 | fix(frontend): restore mutable JS globals after the const-poison incident; add /list_prompts/ catalog endpoint + regression tests</a:t>
            </a:r>
          </a:p>
          <a:p>
            <a:pPr>
              <a:spcAft>
                <a:spcPts val="400"/>
              </a:spcAft>
              <a:defRPr sz="1200">
                <a:solidFill>
                  <a:srgbClr val="B4BAAE"/>
                </a:solidFill>
                <a:latin typeface="Aptos"/>
              </a:defRPr>
            </a:pPr>
            <a:r>
              <a:t>2026-07-08 | bb1fa2f8 | Upddate self-modify and self-update assets according to the latest changes, by Tlamatini's-AutoBot.</a:t>
            </a:r>
          </a:p>
          <a:p>
            <a:pPr>
              <a:spcAft>
                <a:spcPts val="400"/>
              </a:spcAft>
              <a:defRPr sz="1200">
                <a:solidFill>
                  <a:srgbClr val="B4BAAE"/>
                </a:solidFill>
                <a:latin typeface="Aptos"/>
              </a:defRPr>
            </a:pPr>
            <a:r>
              <a:t>2026-07-08 | 85ee4e6c | Improving general performance and some personal developer data of angelahack1, by Tlamatini's-AutoBot.</a:t>
            </a:r>
          </a:p>
          <a:p>
            <a:pPr>
              <a:spcAft>
                <a:spcPts val="400"/>
              </a:spcAft>
              <a:defRPr sz="1200">
                <a:solidFill>
                  <a:srgbClr val="B4BAAE"/>
                </a:solidFill>
                <a:latin typeface="Aptos"/>
              </a:defRPr>
            </a:pPr>
            <a:r>
              <a:t>2026-07-08 | 099e1300 | Restore Angela Lopez Mendoza + @angelahack1 across the repo; keep them permanent in every build; make contacts private-complete / public-empty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2026-07-09 | 08efa1d2 | chore(release): bump package.json version to 1.38.1 for the v1.38.1 hotfix tag</a:t>
            </a:r>
          </a:p>
          <a:p>
            <a:pPr>
              <a:spcAft>
                <a:spcPts val="400"/>
              </a:spcAft>
              <a:defRPr sz="1200">
                <a:solidFill>
                  <a:srgbClr val="B4BAAE"/>
                </a:solidFill>
                <a:latin typeface="Aptos"/>
              </a:defRPr>
            </a:pPr>
            <a:r>
              <a:t>2026-07-09 | af356c31 | fix(frontend): restore mutable JS globals after the const-poison incident; add /list_prompts/ catalog endpoint + regression tests</a:t>
            </a:r>
          </a:p>
          <a:p>
            <a:pPr>
              <a:spcAft>
                <a:spcPts val="400"/>
              </a:spcAft>
              <a:defRPr sz="1200">
                <a:solidFill>
                  <a:srgbClr val="B4BAAE"/>
                </a:solidFill>
                <a:latin typeface="Aptos"/>
              </a:defRPr>
            </a:pPr>
            <a:r>
              <a:t>2026-07-08 | bb1fa2f8 | Upddate self-modify and self-update assets according to the latest changes, by Tlamatini's-AutoBot.</a:t>
            </a:r>
          </a:p>
          <a:p>
            <a:pPr>
              <a:spcAft>
                <a:spcPts val="400"/>
              </a:spcAft>
              <a:defRPr sz="1200">
                <a:solidFill>
                  <a:srgbClr val="B4BAAE"/>
                </a:solidFill>
                <a:latin typeface="Aptos"/>
              </a:defRPr>
            </a:pPr>
            <a:r>
              <a:t>2026-07-08 | 85ee4e6c | Improving general performance and some personal developer data of angelahack1, by Tlamatini's-AutoBot.</a:t>
            </a:r>
          </a:p>
          <a:p>
            <a:pPr>
              <a:spcAft>
                <a:spcPts val="400"/>
              </a:spcAft>
              <a:defRPr sz="1200">
                <a:solidFill>
                  <a:srgbClr val="B4BAAE"/>
                </a:solidFill>
                <a:latin typeface="Aptos"/>
              </a:defRPr>
            </a:pPr>
            <a:r>
              <a:t>2026-07-08 | 099e1300 | Restore Angela Lopez Mendoza + @angelahack1 across the repo; keep them permanent in every build; make contacts private-complete / public-empty</a:t>
            </a:r>
          </a:p>
          <a:p>
            <a:pPr>
              <a:spcAft>
                <a:spcPts val="400"/>
              </a:spcAft>
              <a:defRPr sz="1200">
                <a:solidFill>
                  <a:srgbClr val="B4BAAE"/>
                </a:solidFill>
                <a:latin typeface="Aptos"/>
              </a:defRPr>
            </a:pPr>
            <a:r>
              <a:t>2026-07-07 | 74bf4a0e | Making Tlamatini a real looping asistant, this time she demonstrated to program a robotic arm from a wihte page and two cameras, we are in another era, the future is now the past, thanks Tlamatini, by angelahack1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2026-07-07 | 43aa9921 | Improving the PDCP Key retrieval and setting, som markdnown documentations in charge of Codex, Kimi, Claude, etby Tlamatini's-AutoBot. Improving the PDCP Key retrieval and setting, and update of some markdown documentations in charge of Codex, Kimi, Claude, etc., by Tlamatini's-AutoBot.</a:t>
            </a:r>
          </a:p>
          <a:p>
            <a:pPr>
              <a:spcAft>
                <a:spcPts val="400"/>
              </a:spcAft>
              <a:defRPr sz="1200">
                <a:solidFill>
                  <a:srgbClr val="B4BAAE"/>
                </a:solidFill>
                <a:latin typeface="Aptos"/>
              </a:defRPr>
            </a:pPr>
            <a:r>
              <a:t>2026-07-06 | 35c8d257 | Deep improvement in tactics retrying behaviour and reporting the failures in Tlamatini, by Tlamatini's-AutoBot.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git_deny_go.py
|-- install.py
|-- KIMI.md
|-- LICENSE
|-- MessagingConnectorAssistant_Design.md
|-- OllamaPricing.png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
|   |-- settings.json
|   |-- hooks/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discoverer_1000.py
|       |       |-- mcp_playwright_suite.py
|       |       |-- qualify.py
|       |       |-- questions.py
|       |       |-- README.md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orphan_reaper.py
    |   |-- path_guard.py
    |   |-- prompt.pmt
    |   |-- rag_enhancements.py
    |   |-- routing.py
    |   |-- self_healing.py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test_discoverer_thousand.py
    |   |-- test_editor_agent.py
    |   |-- test_embedding_memory_guard.py
    |   |-- test_esp32er_agent.py
    |   |-- test_esphomer_agent.py
    |   |-- test_execute_command_bounded.py
    |   |-- test_external_mcp_add_flow.py
    |   |-- test_external_mcp_e2e.py
    |   |-- test_external_mcp_transports.py
    |   |-- test_external_mcp_universal.py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test_orphan_reaper.py
    |   |-- test_parametrizer_mcp_doctor.py
    |   |-- test_password_quoting.py
    |   |-- test_playwrighter_agent.py
    |   |-- test_recorder_agent.py
    |   |-- test_self_healing.py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mongoxer.py
    |   |   |-- monitor_log/
    |   |   |   |-- config.yaml
    |   |   |   `-- monitor_log.py
    |   |   |-- monitor_netstat/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scripts/
    |   |   |       |-- make_flow.py
    |   |   |       `-- result_to_flw.py
    |   |   |-- github/
    |   |   |   `-- SKILL.md
    |   |   |-- gmail/
    |   |   |   `-- SKILL.md
    |   |   |-- hello_world/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README.md
    |   |-- test_create_flow_visual.py
    |   `-- test_self_healing_visual.py
    `-- tlamatini/</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__init__.py
        |-- asgi.py
        |-- context_processors.py
        |-- logging_filters.py
        |-- middleware.py
        |-- settings.py
        |-- urls.py
        `-- wsgi.py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