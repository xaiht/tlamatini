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spAutoFit/>
          </a:bodyPr>
          <a:lstStyle/>
          <a:p>
            <a:pPr algn="l"/>
            <a:r>
              <a:rPr sz="1700" b="0">
                <a:solidFill>
                  <a:srgbClr val="B4BAAE"/>
                </a:solidFill>
                <a:latin typeface="Aptos"/>
              </a:rPr>
              <a:t>Self-hosted AI developer assistant (cloud LLMs by default) with RAG, Multi-Turn orchestration, 87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spAutoFit/>
          </a:bodyPr>
          <a:lstStyle/>
          <a:p>
            <a:pPr algn="l"/>
            <a:r>
              <a:rPr sz="2000" b="1">
                <a:solidFill>
                  <a:srgbClr val="E8E8DE"/>
                </a:solidFill>
                <a:latin typeface="Aptos"/>
              </a:rPr>
              <a:t>207,678</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spAutoFit/>
          </a:bodyPr>
          <a:lstStyle/>
          <a:p>
            <a:pPr algn="l"/>
            <a:r>
              <a:rPr sz="900" b="0">
                <a:solidFill>
                  <a:srgbClr val="B4BAAE"/>
                </a:solidFill>
                <a:latin typeface="Aptos"/>
              </a:rPr>
              <a:t>Generated August 16, 2026 11:17 AM UTC-0600 at HEAD 9531b43f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Lets operators manage provider secrets from the browser through the Config -&gt; Access Keys Wizard instead of hand-editing `config.json`.</a:t>
            </a:r>
          </a:p>
          <a:p>
            <a:pPr>
              <a:spcAft>
                <a:spcPts val="400"/>
              </a:spcAft>
              <a:defRPr sz="12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200">
                <a:solidFill>
                  <a:srgbClr val="B4BAAE"/>
                </a:solidFill>
                <a:latin typeface="Aptos"/>
              </a:defRPr>
            </a:pPr>
            <a:r>
              <a:t>Can pause before every state-changing Multi-Turn execution and ask the operator to approve or deny that exact step through the Ask Execs checkbox.</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Hardens generated files: File-Creator’s bulk-write path now preserves long content byte-complete even when it contains heavy quoting or semicolon-rich source text.</a:t>
            </a:r>
          </a:p>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11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1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Can manage real desktop windows by title: focus them, tile them, resize them, list them, and close them deterministically through Win32 calls.</a:t>
            </a:r>
          </a:p>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200">
                <a:solidFill>
                  <a:srgbClr val="B4BAAE"/>
                </a:solidFill>
                <a:latin typeface="Aptos"/>
              </a:defRPr>
            </a:pPr>
            <a:r>
              <a:t>Runs checked Multi-Turn requests through request-scoped planning, capability selection, tool calls, observations, monitoring, and final 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V1.10.0 SAFETY MODIFIER STILL ACTIVE IN THE V1.48.15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V1.11.0 UNINSTALL INTEGRATION CARRIED INTO THE V1.48.15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V1.48.15 TARGET - ENCODING-SAFE SEARCH, GUARDED VERDICTS, UPDATER INTEGRITY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target is `v1.48.15` at aligned local/remote HEAD `9531b43f`, four commits after annotated `v1.48.14`. Runtime identity remains Git-tag-derived; the environment override documents this not-yet-tagged target without changing runtime code, creating a tag, committing, or pushing.</a:t>
            </a:r>
          </a:p>
          <a:p>
            <a:pPr>
              <a:spcAft>
                <a:spcPts val="400"/>
              </a:spcAft>
              <a:defRPr sz="1000">
                <a:solidFill>
                  <a:srgbClr val="B4BAAE"/>
                </a:solidFill>
                <a:latin typeface="Aptos"/>
              </a:defRPr>
            </a:pPr>
            <a:r>
              <a:t>Grepper now detects BOM-marked UTF-8/16/32 before cp1252/Latin-1 fallbacks, deliberately before the NUL-byte binary test, so Windows logs and accented source stay searchable while genuine binaries remain skipped. The updater also preserves `Uninstaller.exe`, and parser-sensitive PowerShell comments stay on standalone lines.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Carried runtime and typesetting foundation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`v1.48.14` foundation provides Tlamatini's private per-user Node/npm/npx/pnpm and uv/uvx runtime, inactive official Memory/Sequential-Thinking defaults, edit/tombstone semantics, persistent state outside the install directory, secret-separated public/private catalogs, and fixed-point nested-diagram restoration.</a:t>
            </a:r>
          </a:p>
          <a:p>
            <a:pPr>
              <a:spcAft>
                <a:spcPts val="400"/>
              </a:spcAft>
              <a:defRPr sz="1000">
                <a:solidFill>
                  <a:srgbClr val="B4BAAE"/>
                </a:solidFill>
                <a:latin typeface="Aptos"/>
              </a:defRPr>
            </a:pPr>
            <a:r>
              <a:t>`v1.48.0` introduced LaTeXer and `v1.48.2` hardened it with an eight-rung repair ladder and MiKTeX-first package acquisition. Tlamatini bundles no multi-gigabyte TeX distribution; degraded builds never claim clean success, `shell_escape` stays off, and `latexmk` must prove usable rather than merely exist.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The self-report outranks the process exit code, but numeric process results never belong in `status:`. Kuberneter therefore emits `returncode: &lt;int&gt;`, `success: &lt;bool&gt;`, and `status: ok|failed`; its Parametrizer contract exposes all three. Source-derived tests keep supervisor lists, prompt terminal rules, and public/private catalog expectations from drifting with implementation.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Data and interface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startup database guard (`agent/db_guard.py`, wired before Django in `manage.py`) checks SQLite shape/integrity, preserves suspicious evidence under `DB/Corrupted/`, prints an actionable alarm, remembers healthy size/table fingerprints, and detects silent shrink. It never auto-restores, never blocks startup, exempts volatile ledger/session tables from ordinary row-drop alarms, and caps its own evidence copies.</a:t>
            </a:r>
          </a:p>
          <a:p>
            <a:pPr>
              <a:spcAft>
                <a:spcPts val="400"/>
              </a:spcAft>
              <a:defRPr sz="1000">
                <a:solidFill>
                  <a:srgbClr val="B4BAAE"/>
                </a:solidFill>
                <a:latin typeface="Aptos"/>
              </a:defRPr>
            </a:pPr>
            <a:r>
              <a:t>Frontend dialogs now share one visual language through `dialog_theme.css` and one fail-open dismissal contract through `dialog_policy.js`: outside click and Escape cannot dismiss guarded work, titlebar X is Cancel, and sealed updater states can block dismissal. `release_notes_renderer.js` safely renders update notes.</a:t>
            </a:r>
          </a:p>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Search assets now include Grepper's encoding-aware source and `agent/test_grepper_encodings.py`, whose sixteen cases cover BOM precedence, UTF-8/16/32, cp1252/Latin-1, unreadable inputs, and genuine binary exclusion.</a:t>
            </a:r>
          </a:p>
          <a:p>
            <a:pPr>
              <a:spcAft>
                <a:spcPts val="400"/>
              </a:spcAft>
              <a:defRPr sz="1000">
                <a:solidFill>
                  <a:srgbClr val="B4BAAE"/>
                </a:solidFill>
                <a:latin typeface="Aptos"/>
              </a:defRPr>
            </a:pPr>
            <a:r>
              <a:t>Execution-truth assets include `agent/agent_verdict.py`, Kuberneter, `services/agent_contracts.py`, and `agent/test_status_vocabulary.py`, which statically guards the five status classes and rejects numeric-status interpolation.</a:t>
            </a:r>
          </a:p>
          <a:p>
            <a:pPr>
              <a:spcAft>
                <a:spcPts val="400"/>
              </a:spcAft>
              <a:defRPr sz="1000">
                <a:solidFill>
                  <a:srgbClr val="B4BAAE"/>
                </a:solidFill>
                <a:latin typeface="Aptos"/>
              </a:defRPr>
            </a:pPr>
            <a:r>
              <a:t>Updater/build evidence includes the `apply_update.ps1` `Uninstaller.exe` preservation rule and a source-derived `test_preserved_user_state.py` contract proving that only the explicit private builder can supply a maintainer External-MCP catalog.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External-MCP runtime/default wave remains represented by `runtime_provisioner.py`, `external_mcp_defaults.py`, manager/doctor/apps/build wiring, isolated state, and focused runtime/default/public-build tests.</a:t>
            </a:r>
          </a:p>
          <a:p>
            <a:pPr>
              <a:spcAft>
                <a:spcPts val="400"/>
              </a:spcAft>
              <a:defRPr sz="1000">
                <a:solidFill>
                  <a:srgbClr val="B4BAAE"/>
                </a:solidFill>
                <a:latin typeface="Aptos"/>
              </a:defRPr>
            </a:pPr>
            <a:r>
              <a:t>Response-rendering assets still harden `services/response_parser.py` and its tests so nested explicit/auto diagrams, Markdown thematic breaks, malformed sentinels, and NUL cleanup remain lossless.</a:t>
            </a:r>
          </a:p>
          <a:p>
            <a:pPr>
              <a:spcAft>
                <a:spcPts val="400"/>
              </a:spcAft>
              <a:defRPr sz="1000">
                <a:solidFill>
                  <a:srgbClr val="B4BAAE"/>
                </a:solidFill>
                <a:latin typeface="Aptos"/>
              </a:defRPr>
            </a:pPr>
            <a:r>
              <a:t>The tracked tree reflects repository cleanup too: obsolete draft performance/FlowPills documents and duplicate image assets removed after v1.48.14 are no longer presented as current assets; the transactional-updater document remains explicitly a design proposal, not shipped behavior.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`v1.47.0` keeps the binary-content guard: `agent/rag/binary_guard.py` screens candidate context bytes with a short-circuiting extension/BOM/signature/NUL/control-ratio/UTF-8 cascade and logs each omission as `--- [BINARY-GUARD]`. Configuration can disable detection, tune the control ratio, or override text/binary extensions.</a:t>
            </a:r>
          </a:p>
          <a:p>
            <a:pPr>
              <a:spcAft>
                <a:spcPts val="400"/>
              </a:spcAft>
              <a:defRPr sz="900">
                <a:solidFill>
                  <a:srgbClr val="B4BAAE"/>
                </a:solidFill>
                <a:latin typeface="Aptos"/>
              </a:defRPr>
            </a:pPr>
            <a:r>
              <a:t>`v1.46.0` PDFer, `v1.45.x` FlowCreator and oversized-context recovery, `v1.44.0` prompt grammar, `v1.43.5` recon free-run, `v1.42.0` STM32er PlatformIO and stepwise camera demos, and `v1.41.4` External-MCP structured-result delivery remain carried behavior.</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the `v1.48.15` release target while the Git evidence section separately reports annotated `v1.48.14` and the four-commit-ahead local/remote HEAD. This distinction prevents a documentation target from being misreported as an already-created tag.</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the current tagged behavior and its historical predecessors are described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`v1.48.15` release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`v1.48.15` is the documentation/package target at aligned local/remote HEAD `9531b43f`, while `v1.48.14` remains the latest annotated tag four commits behind. The target adds encoding-safe Grepper search, guarded verdict classes, Kuberneter result normalization, updater/uninstaller preservation, and source-derived drift checks while carrying the private MCP runtime/defaults, diagram restoration, Mover/Deleter guard, LaTeXer, binary guard, PDFer, FlowCreator, prompt grammar, recon, STM32er PlatformIO, structured External-MCP output, and earlier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The 87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87</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live operator surface now stands at 87 workflow agents, 107 Multi-Turn tools, 12 ACPX tools, and 28 skills.</a:t>
            </a:r>
          </a:p>
          <a:p>
            <a:pPr>
              <a:spcAft>
                <a:spcPts val="400"/>
              </a:spcAft>
              <a:defRPr sz="1000">
                <a:solidFill>
                  <a:srgbClr val="B4BAAE"/>
                </a:solidFill>
                <a:latin typeface="Aptos"/>
              </a:defRPr>
            </a:pPr>
            <a:r>
              <a:t>Source inspection confirms the total: 20 core Python tools + 65 wrapped chat-agent tools + 12 ACPX/Skill tools + 10 External-MCP supervisors = 107 built-in Multi-Turn tools; healthy active servers add dynamic `ext__*` remotes separately.</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`v1.48.15` target documentation set; it adds encoding-safe search and guarded execution truth while carrying private MCP runtime/defaults, diagram hardening, LaTeXer, the binary guard, PDFer, chat-callable FlowCreator, prompt standardization, structured External-MCP delivery, category grouping, gap-tolerant loading, and ranked fuzzy search.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spAutoFit/>
          </a:bodyPr>
          <a:lstStyle/>
          <a:p>
            <a:pPr algn="l"/>
            <a:r>
              <a:rPr sz="900" b="0">
                <a:solidFill>
                  <a:srgbClr val="B4BAAE"/>
                </a:solidFill>
                <a:latin typeface="Cascadia Mono"/>
              </a:rPr>
              <a:t>Resolved current version: 1.48.15 | build: 1.48.15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193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9531b43f - Fix stale test expectations + Grepper's UTF-16/cp1252 blindness</a:t>
            </a:r>
          </a:p>
          <a:p>
            <a:pPr>
              <a:spcAft>
                <a:spcPts val="400"/>
              </a:spcAft>
              <a:defRPr sz="1500">
                <a:solidFill>
                  <a:srgbClr val="B4BAAE"/>
                </a:solidFill>
                <a:latin typeface="Aptos"/>
              </a:defRPr>
            </a:pPr>
            <a:r>
              <a:t>Resolved version: 1.48.15 (environment release target)</a:t>
            </a:r>
          </a:p>
          <a:p>
            <a:pPr>
              <a:spcAft>
                <a:spcPts val="400"/>
              </a:spcAft>
              <a:defRPr sz="1500">
                <a:solidFill>
                  <a:srgbClr val="B4BAAE"/>
                </a:solidFill>
                <a:latin typeface="Aptos"/>
              </a:defRPr>
            </a:pPr>
            <a:r>
              <a:t>Generated on August 16, 2026 11:17 AM UTC-0600</a:t>
            </a:r>
          </a:p>
          <a:p>
            <a:pPr>
              <a:spcAft>
                <a:spcPts val="400"/>
              </a:spcAft>
              <a:defRPr sz="1500">
                <a:solidFill>
                  <a:srgbClr val="B4BAAE"/>
                </a:solidFill>
                <a:latin typeface="Aptos"/>
              </a:defRPr>
            </a:pPr>
            <a:r>
              <a:t>Inventory scope: 956 files = 954 tracked + 2 git-unignored working-tree additions</a:t>
            </a:r>
          </a:p>
          <a:p>
            <a:pPr>
              <a:spcAft>
                <a:spcPts val="400"/>
              </a:spcAft>
              <a:defRPr sz="1500">
                <a:solidFill>
                  <a:srgbClr val="B4BAAE"/>
                </a:solidFill>
                <a:latin typeface="Aptos"/>
              </a:defRPr>
            </a:pPr>
            <a:r>
              <a:t>Multi-Turn tools: 107; wrapped chat-agent tools: 65; skills: 28</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9a8c3ed3 on 2026-08-15</a:t>
            </a:r>
          </a:p>
          <a:p>
            <a:pPr>
              <a:spcAft>
                <a:spcPts val="400"/>
              </a:spcAft>
              <a:defRPr sz="1300">
                <a:solidFill>
                  <a:srgbClr val="B4BAAE"/>
                </a:solidFill>
                <a:latin typeface="Aptos"/>
              </a:defRPr>
            </a:pPr>
            <a:r>
              <a:t>Enabling Tlamatini with a OOS (Out Of Session Mechanism) on memory and sequential mcps by default, by angelahack1</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target is `v1.48.15` at aligned local/remote HEAD `9531b43f`, four commits beyond annotated `v1.48.14`; the runtime version remains tag-derived rather than hardcoded.</a:t>
            </a:r>
          </a:p>
          <a:p>
            <a:pPr>
              <a:spcAft>
                <a:spcPts val="400"/>
              </a:spcAft>
              <a:defRPr sz="1000">
                <a:solidFill>
                  <a:srgbClr val="B4BAAE"/>
                </a:solidFill>
                <a:latin typeface="Aptos"/>
              </a:defRPr>
            </a:pPr>
            <a:r>
              <a:t>The release delta adds Grepper's UTF-8/16/32 and Windows-encoding search, the guarded five-class agent-verdict vocabulary, Kuberneter's semantic result shape, updater preservation of `Uninstaller.exe`, and source-derived drift tests; it carries the v1.48.14 External-MCP runtime/defaults, catalog privacy boundary, diagram restoration, and all earlier safeguards.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V1.48.15 RELEASE-TARGET LINEAGE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900">
                <a:solidFill>
                  <a:srgbClr val="B4BAAE"/>
                </a:solidFill>
                <a:latin typeface="Aptos"/>
              </a:defRPr>
            </a:pPr>
            <a:r>
              <a:t>LaTeXer (v1.48.0/v1.48.2): visual and wrapped LaTeX typesetter with whole-project compilation, bibliography/index convergence, readable diagnostics, and an eight-rung repair ladder. Requires MiKTeX; refuses cleanly when no distribution is present.</a:t>
            </a:r>
          </a:p>
          <a:p>
            <a:pPr>
              <a:spcAft>
                <a:spcPts val="400"/>
              </a:spcAft>
              <a:defRPr sz="900">
                <a:solidFill>
                  <a:srgbClr val="B4BAAE"/>
                </a:solidFill>
                <a:latin typeface="Aptos"/>
              </a:defRPr>
            </a:pPr>
            <a:r>
              <a:t>Execution verdict (v1.48.15): five guarded status classes distinguish completed diagnostics and intact work from degraded, not-done, and error outcomes; Kuberneter exposes returncode/success/status without numeric-status ambiguity.</a:t>
            </a:r>
          </a:p>
          <a:p>
            <a:pPr>
              <a:spcAft>
                <a:spcPts val="400"/>
              </a:spcAft>
              <a:defRPr sz="9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9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9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9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v1.48.15 is the release target at aligned local/origin HEAD 9531b43f; v1.48.14 remains the latest annotated tag four commits behind. Local configuration values are never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87 workflow agents and 107 built-in Multi-Turn tools (20 core + 65 wrapped + 12 ACPX/Skill + 10 External-MCP supervisors), with 28 skills; dynamic ext__ remotes are separate.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207,678</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295,804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spAutoFit/>
          </a:bodyPr>
          <a:lstStyle/>
          <a:p>
            <a:pPr algn="l"/>
            <a:r>
              <a:rPr sz="800" b="0">
                <a:solidFill>
                  <a:srgbClr val="E8E8DE"/>
                </a:solidFill>
                <a:latin typeface="Cascadia Mono"/>
              </a:rPr>
              <a:t>LANGUAGE                 FILES   EFFECTIVE      TOTAL   SHARE
Python                   551     150,009    218,576  72.2%
Markdown                 166      22,511     29,988  10.8%
JavaScript                37      17,725     22,970   8.5%
CSS                       11       6,421      8,490   3.1%
Other text                14       2,637      3,098   1.3%
YAML                      92       2,093      5,400   1.0%
Text                       6       1,135      1,447   0.5%
HTML                       4       1,123      1,169   0.5%
Prompt template            2       1,119      1,244   0.5%
Tlamatini Flow             4         837        837   0.4%
PowerShell                 7         724      1,058   0.3%
JSON                      10         710        710   0.3%
JavaScript module          1         426        511   0.2%
Batch                      2         188        273   0.1%
Protocol Buffers           1          20         33   0.0%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spAutoFit/>
          </a:bodyPr>
          <a:lstStyle/>
          <a:p>
            <a:pPr algn="l"/>
            <a:r>
              <a:rPr sz="800" b="0">
                <a:solidFill>
                  <a:srgbClr val="E8E8DE"/>
                </a:solidFill>
                <a:latin typeface="Cascadia Mono"/>
              </a:rPr>
              <a:t>PATH                                                     LANGUAGE     EFFECTIVE   TOTAL
Tlamatini/agent/views.py                                Python         8,576  12,535
Tlamatini/agent/tests.py                                Python         5,700   7,452
Tlamatini/agent/doc_generation/complete_project_docs.py Python         3,774   4,196
Tlamatini/agent/tools.py                                Python         3,190   4,725
Tlamatini/agent/agents/latexer/latexer.py               Python         3,151   4,593
BookOfTlamatini.md                                      Markdown       2,557   3,638
Tlamatini/agent/agents/flowcreator/agentic_skill.md     Markdown       2,339   2,580
...ini/agent/static/agent/css/agentic_control_panel.css CSS            2,074   2,891
Tlamatini/agent/external_mcp_manager.py                 Python         2,066   2,604
Tlamatini/agent/agents/stm32er/stm32er.py               Python         1,983   2,694
Tlamatini/agent/chat_agent_registry.py                  Python         1,913   1,964
Tlamatini/agent/static/agent/css/agent_page.css         CSS            1,870   2,414
Tlamatini/agent/static/agent/js/agent_page_chat.js      JavaScript     1,743   2,395
Tlamatini/agent/mcp_agent.py                            Python         1,653   2,748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next patch target is `v1.48.15` at local/remote HEAD `9531b43f`, four commits after annotated `v1.48.14`; runtime versions remain git-tag-derived through `agent/version.py`. Generated inventories derive current agent, tool, skill, asset, and effective-line totals from live source.</a:t>
            </a:r>
          </a:p>
          <a:p>
            <a:pPr>
              <a:spcAft>
                <a:spcPts val="400"/>
              </a:spcAft>
              <a:defRPr sz="1300">
                <a:solidFill>
                  <a:srgbClr val="B4BAAE"/>
                </a:solidFill>
                <a:latin typeface="Aptos"/>
              </a:defRPr>
            </a:pPr>
            <a:r>
              <a:t>The `v1.48.15` target adds multi-encoding Grepper search, a guarded five-class Exec Report vocabulary, Kuberneter's canonical result fields, `Uninstaller.exe` preservation, and source-derived drift checks. The `v1.48.14` private External-MCP runtime/defaults, catalog boundary, and nested-diagram restoration remain carried with the earlier placement, dialog, logging, and runtime safeguards.</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1300">
                <a:solidFill>
                  <a:srgbClr val="B4BAAE"/>
                </a:solidFill>
                <a:latin typeface="Aptos"/>
              </a:defRPr>
            </a:pPr>
            <a:r>
              <a:t>The latest dossier pass resolves the product at release target `v1.48.15`, reports annotated `v1.48.14` separately from the aligned local/remote HEAD,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2026-08-16 | 9531b43f | Fix stale test expectations + Grepper's UTF-16/cp1252 blindness</a:t>
            </a:r>
          </a:p>
          <a:p>
            <a:pPr>
              <a:spcAft>
                <a:spcPts val="400"/>
              </a:spcAft>
              <a:defRPr sz="1200">
                <a:solidFill>
                  <a:srgbClr val="B4BAAE"/>
                </a:solidFill>
                <a:latin typeface="Aptos"/>
              </a:defRPr>
            </a:pPr>
            <a:r>
              <a:t>2026-08-16 | 29e59c0a | Just a little autom. test fix, angelahack1</a:t>
            </a:r>
          </a:p>
          <a:p>
            <a:pPr>
              <a:spcAft>
                <a:spcPts val="400"/>
              </a:spcAft>
              <a:defRPr sz="1200">
                <a:solidFill>
                  <a:srgbClr val="B4BAAE"/>
                </a:solidFill>
                <a:latin typeface="Aptos"/>
              </a:defRPr>
            </a:pPr>
            <a:r>
              <a:t>2026-08-15 | 5c13ae55 | Just a little add for updating mecchanics, by angelahack1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2026-08-16 | 9531b43f | Fix stale test expectations + Grepper's UTF-16/cp1252 blindness</a:t>
            </a:r>
          </a:p>
          <a:p>
            <a:pPr>
              <a:spcAft>
                <a:spcPts val="400"/>
              </a:spcAft>
              <a:defRPr sz="1200">
                <a:solidFill>
                  <a:srgbClr val="B4BAAE"/>
                </a:solidFill>
                <a:latin typeface="Aptos"/>
              </a:defRPr>
            </a:pPr>
            <a:r>
              <a:t>2026-08-16 | 29e59c0a | Just a little autom. test fix, angelahack1</a:t>
            </a:r>
          </a:p>
          <a:p>
            <a:pPr>
              <a:spcAft>
                <a:spcPts val="400"/>
              </a:spcAft>
              <a:defRPr sz="1200">
                <a:solidFill>
                  <a:srgbClr val="B4BAAE"/>
                </a:solidFill>
                <a:latin typeface="Aptos"/>
              </a:defRPr>
            </a:pPr>
            <a:r>
              <a:t>2026-08-15 | 5c13ae55 | Just a little add for updating mecchanics, by angelahack1</a:t>
            </a:r>
          </a:p>
          <a:p>
            <a:pPr>
              <a:spcAft>
                <a:spcPts val="400"/>
              </a:spcAft>
              <a:defRPr sz="1200">
                <a:solidFill>
                  <a:srgbClr val="B4BAAE"/>
                </a:solidFill>
                <a:latin typeface="Aptos"/>
              </a:defRPr>
            </a:pPr>
            <a:r>
              <a:t>2026-08-15 | 9a8c3ed3 | Enabling Tlamatini with a OOS (Out Of Session Mechanism) on memory and sequential mcps by default, by angelahack1</a:t>
            </a:r>
          </a:p>
          <a:p>
            <a:pPr>
              <a:spcAft>
                <a:spcPts val="400"/>
              </a:spcAft>
              <a:defRPr sz="1200">
                <a:solidFill>
                  <a:srgbClr val="B4BAAE"/>
                </a:solidFill>
                <a:latin typeface="Aptos"/>
              </a:defRPr>
            </a:pPr>
            <a:r>
              <a:t>2026-08-15 | 848a011a | Implementing diagram on answers fixed, making a preeliminary change on memory MCPS as externals, by angelaahack1</a:t>
            </a:r>
          </a:p>
          <a:p>
            <a:pPr>
              <a:spcAft>
                <a:spcPts val="400"/>
              </a:spcAft>
              <a:defRPr sz="1200">
                <a:solidFill>
                  <a:srgbClr val="B4BAAE"/>
                </a:solidFill>
                <a:latin typeface="Aptos"/>
              </a:defRPr>
            </a:pPr>
            <a:r>
              <a:t>2026-08-15 | 3f07576b | Fixing Temp incorrect moving/deleting default mechanics, for mover and deleter,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2026-08-14 | 67ea9ffe | Menus' states improved while in long-time operations, by angelahack1</a:t>
            </a:r>
          </a:p>
          <a:p>
            <a:pPr>
              <a:spcAft>
                <a:spcPts val="400"/>
              </a:spcAft>
              <a:defRPr sz="1200">
                <a:solidFill>
                  <a:srgbClr val="B4BAAE"/>
                </a:solidFill>
                <a:latin typeface="Aptos"/>
              </a:defRPr>
            </a:pPr>
            <a:r>
              <a:t>2026-08-13 | 26ed9a84 | Log identification of user line by line, and all of the lines, by Tlamatini's-AutoBot.</a:t>
            </a:r>
          </a:p>
          <a:p>
            <a:pPr>
              <a:spcAft>
                <a:spcPts val="400"/>
              </a:spcAft>
              <a:defRPr sz="1200">
                <a:solidFill>
                  <a:srgbClr val="B4BAAE"/>
                </a:solidFill>
                <a:latin typeface="Aptos"/>
              </a:defRPr>
            </a:pPr>
            <a:r>
              <a:t>2026-08-13 | 2891685c | DIsable som additional menu entries while in long-time operations, by Tlamatini's-AutoBot.</a:t>
            </a:r>
          </a:p>
          <a:p>
            <a:pPr>
              <a:spcAft>
                <a:spcPts val="400"/>
              </a:spcAft>
              <a:defRPr sz="1200">
                <a:solidFill>
                  <a:srgbClr val="B4BAAE"/>
                </a:solidFill>
                <a:latin typeface="Aptos"/>
              </a:defRPr>
            </a:pPr>
            <a:r>
              <a:t>2026-08-13 | 65db3389 | Improving "Check for updates" dialog mechanics, by Tlamatini's-AutoBot.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TlamatiniImprovementsByClaudeOnLaTeXer.md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project_numpy_pyinstaller.md
|   |   |-- project_ollama_source_build_breaks_embeddings.md
|   |   |-- project_pdfer_agent.md
|   |   |-- project_planner_followup.md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dialog_theme_visible.py
|       |       |-- discoverer_1000.py
|       |       |-- discoverer_1000.py.antes_shoter
|       |       |-- flowcreator_wizard_e2e.py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companion-app-discovery.md
|   |-- external_mcp_bulletproof_architecture.md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hoy
    |-- manage.py
    |-- .agents/
    |   `-- workflows/
    |       `-- create_new_agent.md
    |-- .mcps/
    |   `-- create_new_mcp.md
    |-- .skills/
    |   `-- create_new_skill.md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db_guard.py
    |   |-- embedding_memory_guard.py
    |   |-- exec_permission.py
    |   |-- external_mcp_defaults.py
    |   |-- external_mcp_manager.py
    |   |-- external_mcps.json
    |   |-- filesearch.proto
    |   |-- filesearch_pb2.py
    |   |-- filesearch_pb2_grpc.py
    |   |-- global_execution_planner.py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runtime_provisioner.py
    |   |-- self_healing.py
    |   |-- self_update.py
    |   |-- test_access_key_wizard.py
    |   |-- test_agent_display_names.py
    |   |-- test_agent_manifest.py
    |   |-- test_agent_verdict.py
    |   |-- test_agents_see_hidden_dirs.py
    |   |-- test_arduiner_agent.py
    |   |-- test_ask_execs_allowlist.py
    |   |-- test_audioplayer_agent.py
    |   |-- test_binary_guard.py
    |   |-- test_blenderer_agent.py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test_db_backup_safety.py
    |   |-- test_db_guard.py
    |   |-- test_de_compresser.py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test_flow_contracts.py
    |   |-- test_frontend_mutable_state.py
    |   |-- test_globber_agent.py
    |   |-- test_googler_agent.py
    |   |-- test_grepper_agent.py
    |   |-- test_grepper_encodings.py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
    |   |-- test_self_update.py
    |   |-- test_shoter_takes_screenshots.py
    |   |-- test_sqlite_wal_mode.py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test_status_vocabulary.py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
    |   |   |-- pser/
    |   |   |   |-- config.yaml</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|-- 0187_add_flowcreator_end_to_end_wizard_prompt.py
    |   |   |-- 0188_add_pdfer.py
    |   |   |-- 0189_add_chat_agent_pdfer_tool.py
    |   |   |-- 0190_add_pdfer_demo_prompts.py
    |   |   |-- 0191_add_latexer.py
    |   |   |-- 0192_add_chat_agent_latexer_tool.py
    |   |   |-- 0193_add_latexer_demo_prompts.py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README.md
    |-- DB/
    |   |-- Older/
    |   |   `-- README.md
    |   `-- ToLoad/
    |       `-- README.md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