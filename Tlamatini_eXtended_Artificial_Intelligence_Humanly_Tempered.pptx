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61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446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95,703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16, 2026 04:23 PM UTC-0600 at HEAD ba9b18a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Launches wrapped copies of selected workflow agents in isolated runtime folders without mutating templates.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Lets users design, validate, save, pause, resume, and stop visual workflows through the Agentic Control Panel.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Turns successful Multi-Turn tool executions into starter `.flw` workflows that can be inspected and validated in ACP.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Packages the project into a distributable Windows release with installer and uninstaller tooling.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61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1.1.2 | build: 1.1.2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446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ba9b18a - Updating documentation acording Orphan-Process Cleanup,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1.1.2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16, 2026 04:23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95,703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130,341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257      64,252     89,709  67.1%
JavaScript                27      12,375     15,612  12.9%
Markdown                  50      11,259     14,463  11.8%
CSS                        5       3,043      3,831   3.2%
YAML                      65       1,347      2,665   1.4%
Other text                 3         789        967   0.8%
HTML                       4         780        798   0.8%
PowerShell                 5         506        752   0.5%
Prompt template            2         409        483   0.4%
JSON                       5         383        383   0.4%
JavaScript module          1         377        444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6,718   9,696
Tlamatini/agent/tests.py                                Python         3,886   4,963
Tlamatini/agent/tools.py                                Python         2,201   3,094
Tlamatini/agent/agents/flowcreator/agentic_skill.md     Markdown       1,797   2,001
BookOfTlamatini.md                                      Markdown       1,708   2,397
...ini/agent/static/agent/css/agentic_control_panel.css CSS            1,641   2,167
Tlamatini/agent/doc_generation/complete_project_docs.py Python         1,503   1,701
Tlamatini/agent/static/agent/js/agent_page_init.js      JavaScript     1,306   1,503
Tlamatini/agent/static/agent/js/acp-canvas-core.js      JavaScript     1,263   1,573
Tlamatini/agent/consumers.py                            Python         1,173   1,444
Tlamatini/agent/static/agent/css/agent_page.css         CSS            1,149   1,373
Tlamatini/agent/static/agent/js/acp-agent-connectors.js JavaScript     1,091   1,230
Tlamatini/agent/agents/whatstlamatini/whatstlamatini.py Python         1,059   1,323
Tlamatini/agent/static/agent/js/acp-control-buttons.js  JavaScript     1,036   1,344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orphan-process cleanup on Windows: a three-tier reaper, hardened detached spawn sites, ACPX process-tree termination, and user-visible survivor reporting when anything truly refuses to die.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ba9b18a | Updating documentation acording Orphan-Process Cleanup,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dcd1613 | Hope this sec/perf enhancment works very well, I'll stay testing it,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2026-05-16 | b2eacef | Establishing version 1.1.1,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