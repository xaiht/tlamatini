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1045</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229,429</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September 05, 2026 05:32 PM UTC-0600 at HEAD baa1a1f6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V1.50.5-BASED CHECKOUT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V1.50.5-BASED CHECKOUT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V1.50.5 BASE - CTRL+C REPAIR AND LOCAL PROMPT DESIGNER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Checkout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checked-out `designer` branch resolves public version `1.50.5` from annotated tag `v1.50.5` at `fbcd118d`; HEAD `baa1a1f6` is one untagged local commit later. v1.50.5 fixes repeated Ctrl+C by keeping the signal handler minimal, moving cleanup to a daemon worker, adding a bounded watchdog, and making a second Ctrl+C exit immediately. Runtime identity stays Git/build-derived, and this generator creates no tag, commit, merge, or push.</a:t>
            </a:r>
          </a:p>
          <a:p>
            <a:pPr>
              <a:spcAft>
                <a:spcPts val="400"/>
              </a:spcAft>
              <a:defRPr sz="1000">
                <a:solidFill>
                  <a:srgbClr val="B4BAAE"/>
                </a:solidFill>
                <a:latin typeface="Aptos"/>
              </a:defRPr>
            </a:pPr>
            <a:r>
              <a:t>The local Prompt Designer adds a third operator page beside chat and ACP: `prompt_designer.html`, a dedicated stylesheet, seven isolated JavaScript modules, menu/view/URL wiring, themed dialogs, keyboard-accessible layout controls, and a backend-down banner driven by rejected fetches plus an eight-second `/agent/version/` heartbeat. Sprint-one controls remain staged and honest, while a visible Playwright/Shoter harness checks the page without sharing ACP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Googler's structured dork compiler enforces no-space operators, exact quoting, uppercase parenthesized OR groups, exclusions, presets/aliases, and `links_only` file discovery; its pool runtime tries four plain-HTTP routes first, then seven browser routes with bounded retries. v1.50.3 unescapes HTML entities, decodes Bing `ck/a` Base64URL targets, and filters Mojeek self-promotional links. External MCP onboarding and Deep Internet Research prompt 118 remain carried.</a:t>
            </a:r>
          </a:p>
          <a:p>
            <a:pPr>
              <a:spcAft>
                <a:spcPts val="400"/>
              </a:spcAft>
              <a:defRPr sz="1000">
                <a:solidFill>
                  <a:srgbClr val="B4BAAE"/>
                </a:solidFill>
                <a:latin typeface="Aptos"/>
              </a:defRPr>
            </a:pPr>
            <a:r>
              <a:t>Complete operation now documents Ollama Pro or higher as the intended minimum service tier for the shipped cloud-model workload. The private builder synchronizes same-machine contact sources into gitignored `contacts.private.json`, while public builds and self-modify snapshots remain contact-empty.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LOCAL DESIGNER BRANCH - ISOLATED STAGED PROMPT WORKSPACE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Designer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surface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Open Prompt Designer from `Designer &gt; Prompts` in the chat navbar. Django routes the new tab through `views.prompt_designer` and the named `prompt_designer` URL.</a:t>
            </a:r>
          </a:p>
          <a:p>
            <a:pPr>
              <a:spcAft>
                <a:spcPts val="400"/>
              </a:spcAft>
              <a:defRPr sz="1200">
                <a:solidFill>
                  <a:srgbClr val="B4BAAE"/>
                </a:solidFill>
                <a:latin typeface="Aptos"/>
              </a:defRPr>
            </a:pPr>
            <a:r>
              <a:t>The page follows the approved split workspace: Assets on the left, a draggable keyboard-accessible divider, and Prompt Canvas on the right with Validate, Start, Stop, Pause, and Clear controls plus File/Open, Save as, and Close.</a:t>
            </a:r>
          </a:p>
          <a:p>
            <a:pPr>
              <a:spcAft>
                <a:spcPts val="400"/>
              </a:spcAft>
              <a:defRPr sz="1200">
                <a:solidFill>
                  <a:srgbClr val="B4BAAE"/>
                </a:solidFill>
                <a:latin typeface="Aptos"/>
              </a:defRPr>
            </a:pPr>
            <a:r>
              <a:t>Its frontend stays isolated from ACP through `prompt_designer.css` and seven page-specific modules for globals/dialogs, menu, controls, assets, canvas, layout, and connection status.</a:t>
            </a:r>
          </a:p>
          <a:p>
            <a:pPr>
              <a:spcAft>
                <a:spcPts val="400"/>
              </a:spcAft>
              <a:defRPr sz="1200">
                <a:solidFill>
                  <a:srgbClr val="B4BAAE"/>
                </a:solidFill>
                <a:latin typeface="Aptos"/>
              </a:defRPr>
            </a:pPr>
            <a:r>
              <a:t>The canvas preserves the ACP two-layer geometry rule: `subpromptcanvas-container` is the scrolling viewport and `prompt-canvas-content` is the coordinate frame used for future positioned blocks.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Honest staging and resilience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Sprint one is intentionally a visible shell. Every page control responds with the themed `Working on it for further sprints` notice instead of silently implying that prompt persistence or execution already ships.</a:t>
            </a:r>
          </a:p>
          <a:p>
            <a:pPr>
              <a:spcAft>
                <a:spcPts val="400"/>
              </a:spcAft>
              <a:defRPr sz="1100">
                <a:solidFill>
                  <a:srgbClr val="B4BAAE"/>
                </a:solidFill>
                <a:latin typeface="Aptos"/>
              </a:defRPr>
            </a:pPr>
            <a:r>
              <a:t>The Assets list is empty on purpose, but its renderer already accepts named gradient items. The idle-looking toolbar buttons remain clickable so the staged-feature notice is reachable.</a:t>
            </a:r>
          </a:p>
          <a:p>
            <a:pPr>
              <a:spcAft>
                <a:spcPts val="400"/>
              </a:spcAft>
              <a:defRPr sz="1100">
                <a:solidFill>
                  <a:srgbClr val="B4BAAE"/>
                </a:solidFill>
                <a:latin typeface="Aptos"/>
              </a:defRPr>
            </a:pPr>
            <a:r>
              <a:t>A fail-open connection monitor wraps fetch rejections and polls the public `/agent/version/` endpoint every eight seconds. It shows the same red backend-down banner as chat and ACP without disabling controls or sharing ACP state.</a:t>
            </a:r>
          </a:p>
          <a:p>
            <a:pPr>
              <a:spcAft>
                <a:spcPts val="400"/>
              </a:spcAft>
              <a:defRPr sz="1100">
                <a:solidFill>
                  <a:srgbClr val="B4BAAE"/>
                </a:solidFill>
                <a:latin typeface="Aptos"/>
              </a:defRPr>
            </a:pPr>
            <a:r>
              <a:t>Regression coverage includes tree-wide dialog-policy tests and a visible headed-Chrome harness where Playwright drives the page and Shoter records evidence across 22 checks.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THE V1.50.5-BASED CHECKOUT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local wave adds the Prompt Designer template, stylesheet, seven page-specific JavaScript modules, view/URL/menu wiring, a matching connection-status monitor, `PromptDesigner.jpg`, dialog-policy tests, and the 22-check visible harness under `.claude/skills/tlamatini-daily-chat-test/harness/`.</a:t>
            </a:r>
          </a:p>
          <a:p>
            <a:pPr>
              <a:spcAft>
                <a:spcPts val="400"/>
              </a:spcAft>
              <a:defRPr sz="1000">
                <a:solidFill>
                  <a:srgbClr val="B4BAAE"/>
                </a:solidFill>
                <a:latin typeface="Aptos"/>
              </a:defRPr>
            </a:pPr>
            <a:r>
              <a:t>v1.50.5 assets add the re-entry-safe shutdown worker/watchdog in `agent/apps.py`, 215 lines of source-contract tests, and a visible end-to-end Ctrl+C runner. The local follow-up also makes forked Windows exit codes readable and distinguishes console interruption from script failure.</a:t>
            </a:r>
          </a:p>
          <a:p>
            <a:pPr>
              <a:spcAft>
                <a:spcPts val="400"/>
              </a:spcAft>
              <a:defRPr sz="1000">
                <a:solidFill>
                  <a:srgbClr val="B4BAAE"/>
                </a:solidFill>
                <a:latin typeface="Aptos"/>
              </a:defRPr>
            </a:pPr>
            <a:r>
              <a:t>Private/public release safeguards now include a tracked empty `.private_targets.template.json`, optional-target mode tests, source-derived restoration lists, and pushable-secret checks. Generated dossiers inventory these assets without reproducing credentials, endpoints, contact values, or private target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carried v1.50.4 assets include `test_web_process_stays_lean.py`, the frozen-process exclusion in `build.py`, canonical `langchain_core.tools` imports, and the warning/ML-stack regression contract documented in `docs/claude/recent-fixes.md`.</a:t>
            </a:r>
          </a:p>
          <a:p>
            <a:pPr>
              <a:spcAft>
                <a:spcPts val="400"/>
              </a:spcAft>
              <a:defRPr sz="1000">
                <a:solidFill>
                  <a:srgbClr val="B4BAAE"/>
                </a:solidFill>
                <a:latin typeface="Aptos"/>
              </a:defRPr>
            </a:pPr>
            <a:r>
              <a:t>WAL-safe database, External-MCP onboarding, Deep Internet Research, Grepper encoding, verdict vocabulary, Kuberneter result fields, `Uninstaller.exe` preservation, and frozen-archive carriage assets remain represented in the complete inventory.</a:t>
            </a:r>
          </a:p>
          <a:p>
            <a:pPr>
              <a:spcAft>
                <a:spcPts val="400"/>
              </a:spcAft>
              <a:defRPr sz="1000">
                <a:solidFill>
                  <a:srgbClr val="B4BAAE"/>
                </a:solidFill>
                <a:latin typeface="Aptos"/>
              </a:defRPr>
            </a:pPr>
            <a:r>
              <a:t>Blue-hat assets include the six tracked files under `security/`, build/source-snapshot log exclusions, official ASR and audit-policy GUID contracts, path-safe UAC launchers, the bounded defender watch loop, and the non-destructive visible harness.</a:t>
            </a:r>
          </a:p>
          <a:p>
            <a:pPr>
              <a:spcAft>
                <a:spcPts val="400"/>
              </a:spcAft>
              <a:defRPr sz="1000">
                <a:solidFill>
                  <a:srgbClr val="B4BAAE"/>
                </a:solidFill>
                <a:latin typeface="Aptos"/>
              </a:defRPr>
            </a:pPr>
            <a:r>
              <a:t>The current tree removes the two earlier diagnostic PNGs and adds `PromptDesigner.jpg` as the active design-reference asset. Line totals count text only and exclude comments, blanks, and Python docstrings according to the documented method.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remain the complete content baselines, while Git is the version source of truth. The current `designer` checkout is one commit beyond `v1.50.5`; fetched `origin/main` is three commits ahead on a separate line and reaches annotated `v1.50.6` at `6e4ffa73`, followed by documentation/Parametrizer and build fixes. Those remote-only commits are reported as remote context, not as code merged into this worktree. Generated facts remain source-derived: 88 agents, 66 wrapped launchers, 108 built-in Multi-Turn tools, 29 skills, and 197 migrations before documentation edits change line totals.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current `v1.50.5`-based checkout.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the checked-out `designer` branch resolves public version `1.50.5` from annotated tag `v1.50.5` at `fbcd118d`, while untagged HEAD `baa1a1f6` adds Prompt Designer. Fetched `origin/main` separately reaches `v1.50.6` at `6e4ffa73`; the dossier does not claim those remote-only commits are merged. The checkout carries the v1.50.4 lean-startup fix, v1.50.3 Googler resilience, NetSpeed-Calculator, WAL-safe SQLite movement, External-MCP onboarding, Deep Internet Research, private contact synchronization, and the earlier safety/platform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`v1.50.5`-based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3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300">
                <a:solidFill>
                  <a:srgbClr val="B4BAAE"/>
                </a:solidFill>
                <a:latin typeface="Aptos"/>
              </a:defRPr>
            </a:pPr>
            <a:r>
              <a:t>Git resolves this checkout's public version as `TLAMATINI_VERSION=1.50.5` from its newest reachable annotated tag. Untagged `designer` HEAD and fetched `origin/main` are shown separately rather than inventing a release identity or borrowing remote `v1.50.6` for local code.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1.50.5 | build: 1.50.5</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1045</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44</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12</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5</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baa1a1f6 - Prompt Designer work</a:t>
            </a:r>
          </a:p>
          <a:p>
            <a:pPr>
              <a:spcAft>
                <a:spcPts val="400"/>
              </a:spcAft>
              <a:defRPr sz="1300">
                <a:solidFill>
                  <a:srgbClr val="B4BAAE"/>
                </a:solidFill>
                <a:latin typeface="Aptos"/>
              </a:defRPr>
            </a:pPr>
            <a:r>
              <a:t>Resolved version: 1.50.5 (git)</a:t>
            </a:r>
          </a:p>
          <a:p>
            <a:pPr>
              <a:spcAft>
                <a:spcPts val="400"/>
              </a:spcAft>
              <a:defRPr sz="1300">
                <a:solidFill>
                  <a:srgbClr val="B4BAAE"/>
                </a:solidFill>
                <a:latin typeface="Aptos"/>
              </a:defRPr>
            </a:pPr>
            <a:r>
              <a:t>Branch: designer; origin/main: a27ba134 (v1.50.6); divergence: 1 local-only / 3 remote-only</a:t>
            </a:r>
          </a:p>
          <a:p>
            <a:pPr>
              <a:spcAft>
                <a:spcPts val="400"/>
              </a:spcAft>
              <a:defRPr sz="1300">
                <a:solidFill>
                  <a:srgbClr val="B4BAAE"/>
                </a:solidFill>
                <a:latin typeface="Aptos"/>
              </a:defRPr>
            </a:pPr>
            <a:r>
              <a:t>Generated on September 05, 2026 05:32 PM UTC-0600</a:t>
            </a:r>
          </a:p>
          <a:p>
            <a:pPr>
              <a:spcAft>
                <a:spcPts val="400"/>
              </a:spcAft>
              <a:defRPr sz="1300">
                <a:solidFill>
                  <a:srgbClr val="B4BAAE"/>
                </a:solidFill>
                <a:latin typeface="Aptos"/>
              </a:defRPr>
            </a:pPr>
            <a:r>
              <a:t>Inventory scope: 1045 files = 1043 tracked + 2 git-unignored working-tree additions</a:t>
            </a:r>
          </a:p>
          <a:p>
            <a:pPr>
              <a:spcAft>
                <a:spcPts val="400"/>
              </a:spcAft>
              <a:defRPr sz="1300">
                <a:solidFill>
                  <a:srgbClr val="B4BAAE"/>
                </a:solidFill>
                <a:latin typeface="Aptos"/>
              </a:defRPr>
            </a:pPr>
            <a:r>
              <a:t>Multi-Turn tools: 108; wrapped chat-agent tools: 66; skills: 29</a:t>
            </a:r>
          </a:p>
          <a:p>
            <a:pPr>
              <a:spcAft>
                <a:spcPts val="400"/>
              </a:spcAft>
              <a:defRPr sz="1300">
                <a:solidFill>
                  <a:srgbClr val="B4BAAE"/>
                </a:solidFill>
                <a:latin typeface="Aptos"/>
              </a:defRPr>
            </a:pPr>
            <a:r>
              <a:t>Python requirements: 80; authoritative agent-description rows: 88</a:t>
            </a:r>
          </a:p>
          <a:p>
            <a:pPr>
              <a:spcAft>
                <a:spcPts val="400"/>
              </a:spcAft>
              <a:defRPr sz="1300">
                <a:solidFill>
                  <a:srgbClr val="B4BAAE"/>
                </a:solidFill>
                <a:latin typeface="Aptos"/>
              </a:defRPr>
            </a:pPr>
            <a:r>
              <a:t>Binary or asset inventory files skipped from line count: 49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c0d11bad on 2026-08-29</a:t>
            </a:r>
          </a:p>
          <a:p>
            <a:pPr>
              <a:spcAft>
                <a:spcPts val="400"/>
              </a:spcAft>
              <a:defRPr sz="1300">
                <a:solidFill>
                  <a:srgbClr val="B4BAAE"/>
                </a:solidFill>
                <a:latin typeface="Aptos"/>
              </a:defRPr>
            </a:pPr>
            <a:r>
              <a:t>General Tlamaitni (english) assets pairing, by angelahack1</a:t>
            </a:r>
          </a:p>
          <a:p>
            <a:pPr>
              <a:spcAft>
                <a:spcPts val="400"/>
              </a:spcAft>
              <a:defRPr sz="1300">
                <a:solidFill>
                  <a:srgbClr val="B4BAAE"/>
                </a:solidFill>
                <a:latin typeface="Aptos"/>
              </a:defRPr>
            </a:pPr>
            <a:r>
              <a:t>Commits since then: 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current checkout resolves public version `1.50.5` from annotated tag `v1.50.5` at `fbcd118d`; untagged `designer` HEAD `baa1a1f6` and fetched `origin/main` are reported separately so release and worktree identities remain honest.</a:t>
            </a:r>
          </a:p>
          <a:p>
            <a:pPr>
              <a:spcAft>
                <a:spcPts val="400"/>
              </a:spcAft>
              <a:defRPr sz="1000">
                <a:solidFill>
                  <a:srgbClr val="B4BAAE"/>
                </a:solidFill>
                <a:latin typeface="Aptos"/>
              </a:defRPr>
            </a:pPr>
            <a:r>
              <a:t>The carried v1.50.4 runtime fix excludes optional Transformers from the frozen web-process bundle, preserves Torch only in carried Python for Talker, replaces deprecated `langchain.tools` imports, and adds a dedicated lean-process regression suite. v1.50.5 then fixes repeated Ctrl+C termination, and local HEAD adds Prompt Designer plus stronger forked-process and release-target diagnostics.</a:t>
            </a:r>
          </a:p>
          <a:p>
            <a:pPr>
              <a:spcAft>
                <a:spcPts val="400"/>
              </a:spcAft>
              <a:defRPr sz="1000">
                <a:solidFill>
                  <a:srgbClr val="B4BAAE"/>
                </a:solidFill>
                <a:latin typeface="Aptos"/>
              </a:defRPr>
            </a:pPr>
            <a:r>
              <a:t>Ctrl+C shutdown now delegates cleanup to a daemon worker, bounds termination with a watchdog, and reserves the signal handler for an Event plus immediate second-press escape. Unit contracts and a visible console E2E runner cover the real Django/Daphne path.</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VERIFIED IMPLEMENTATION CHANGES 4-4</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10716768"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10716768"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10314432" cy="310896"/>
          </a:xfrm>
          <a:prstGeom prst="rect">
            <a:avLst/>
          </a:prstGeom>
          <a:noFill/>
        </p:spPr>
        <p:txBody>
          <a:bodyPr wrap="square" anchor="t" lIns="12700" rIns="12700" tIns="12700" bIns="12700">
            <a:normAutofit/>
          </a:bodyPr>
          <a:lstStyle/>
          <a:p>
            <a:pPr algn="l"/>
            <a:r>
              <a:rPr sz="1400" b="1">
                <a:solidFill>
                  <a:srgbClr val="48BF8F"/>
                </a:solidFill>
                <a:latin typeface="Aptos"/>
              </a:rPr>
              <a:t>Additional verified change</a:t>
            </a:r>
          </a:p>
        </p:txBody>
      </p:sp>
      <p:sp>
        <p:nvSpPr>
          <p:cNvPr id="12" name="TextBox 11"/>
          <p:cNvSpPr txBox="1"/>
          <p:nvPr/>
        </p:nvSpPr>
        <p:spPr>
          <a:xfrm>
            <a:off x="914400" y="2121408"/>
            <a:ext cx="10314432"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Prompt Designer contributes `prompt_designer.html`, `prompt_designer.css`, seven isolated `prompt-designer-*.js` modules, navbar routing, a matching backend-down banner, themed-dialog coverage, `PromptDesigner.jpg`, and a 22-check visible Playwright/Shoter harness.</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V1.50.5-BASED CHECKOUT PLUS THE CARRIED V1.48.15-V1.48.17 LINEAGE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local `designer` is based on annotated v1.50.5 at fbcd118d and has untagged Prompt Designer work at baa1a1f6; fetched origin/main separately reaches annotated v1.50.6 at 6e4ffa73. The carried frozen web process excludes optional Transformers/Torch while carried Python retains Torch for Talker.</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229,429</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327,730</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603     163,942    240,122  71.5%
Markdown                 178      25,564     33,815  11.1%
JavaScript                44      18,465     24,375   8.0%
CSS                       12       6,959      9,263   3.0%
Other text                19       4,749      5,567   2.1%
YAML                      93       2,138      5,607   0.9%
PowerShell                10       1,692      2,318   0.7%
HTML                       5       1,267      1,335   0.6%
Prompt template            2       1,203      1,332   0.5%
Text                       7       1,142      1,454   0.5%
Tlamatini Flow             4         837        837   0.4%
JSON                      11         730        730   0.3%
JavaScript module          2         457        562   0.2%
Batch                      4         264        380   0.1%
Protocol Buffers           1          20         33   0.0%</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8,663  12,668
Tlamatini/agent/tests.py                                Python         5,700   7,452
Tlamatini/agent/doc_generation/complete_project_docs.py Python         4,068   4,515
Tlamatini/agent/tools.py                                Python         3,214   4,858
Tlamatini/agent/agents/latexer/latexer.py               Python         3,151   4,593
BookOfTlamatini.md                                      Markdown       2,728   3,887
Tlamatini/agent/agents/flowcreator/agentic_skill.md     Markdown       2,378   2,620
...ini/agent/static/agent/css/agentic_control_panel.css CSS            2,084   2,905
Tlamatini/agent/external_mcp_manager.py                 Python         2,066   2,604
Tlamatini/agent/agents/stm32er/stm32er.py               Python         1,983   2,694
Tlamatini/agent/chat_agent_registry.py                  Python         1,967   2,018
Tlamatini/agent/static/agent/css/agent_page.css         CSS            1,878   2,426
Tlamatini/agent/static/agent/js/agent_page_chat.js      JavaScript     1,775   2,446
docs/claude/recent-fixes.md                             Markdown       1,662   2,287</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checked-out `designer` branch resolves public version `1.50.5` from its reachable annotated tag at `fbcd118d`; untagged HEAD `baa1a1f6` carries the Prompt Designer implementation. Fetched `origin/main` is a separate line whose newest reachable annotated tag is `v1.50.6` at `6e4ffa73`, so the dossier reports the divergence instead of relabeling local code as the remote release.</a:t>
            </a:r>
          </a:p>
          <a:p>
            <a:pPr>
              <a:spcAft>
                <a:spcPts val="400"/>
              </a:spcAft>
              <a:defRPr sz="1100">
                <a:solidFill>
                  <a:srgbClr val="B4BAAE"/>
                </a:solidFill>
                <a:latin typeface="Aptos"/>
              </a:defRPr>
            </a:pPr>
            <a:r>
              <a:t>The release root-fixes installed-runtime startup noise and latency: frozen Django builds exclude optional `transformers` so its guarded token-counter fallback cannot import the unused Torch stack, while carried Python keeps Torch for Talker. Runtime and tests now import tools from `langchain_core.tools`, and source-derived guards prohibit warning muting, accidental ML imports, or an unsafe upstream contract change.</a:t>
            </a:r>
          </a:p>
          <a:p>
            <a:pPr>
              <a:spcAft>
                <a:spcPts val="400"/>
              </a:spcAft>
              <a:defRPr sz="1100">
                <a:solidFill>
                  <a:srgbClr val="B4BAAE"/>
                </a:solidFill>
                <a:latin typeface="Aptos"/>
              </a:defRPr>
            </a:pPr>
            <a:r>
              <a:t>The local Prompt Designer adds a third operator page beside chat and the Agentic Control Panel: a dedicated template, stylesheet, seven isolated JavaScript modules, menu routing, themed dialogs, a heartbeat-backed connection banner, and a visible Playwright/Shoter proof harness. Its current controls expose the staged designer contract without leaking ACP state across pages.</a:t>
            </a:r>
          </a:p>
          <a:p>
            <a:pPr>
              <a:spcAft>
                <a:spcPts val="400"/>
              </a:spcAft>
              <a:defRPr sz="11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100">
                <a:solidFill>
                  <a:srgbClr val="B4BAAE"/>
                </a:solidFill>
                <a:latin typeface="Aptos"/>
              </a:defRPr>
            </a:pPr>
            <a:r>
              <a:t>The latest dossier pass resolves the checked-out product at public version `1.50.5` from tag `v1.50.5` (`fbcd118d`) and reports untagged `designer` HEAD `baa1a1f6` separately from fetched `origin/main` and its reachable `v1.50.6` tag. README.md and BookOfTlamatini.md remain content baselines while source and Git supply current counts and branch truth.</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Visual Dossier Change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2026-09-03 | baa1a1f6 | Prompt Designer work</a:t>
            </a:r>
          </a:p>
          <a:p>
            <a:pPr>
              <a:spcAft>
                <a:spcPts val="400"/>
              </a:spcAft>
              <a:defRPr sz="1200">
                <a:solidFill>
                  <a:srgbClr val="B4BAAE"/>
                </a:solidFill>
                <a:latin typeface="Aptos"/>
              </a:defRPr>
            </a:pPr>
            <a:r>
              <a:t>2026-08-29 | fbcd118d | Fixing repeated Ctrl+C correct behaviour., by angelahack1</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2026-09-03 | baa1a1f6 | Prompt Designer work</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.private_targets.template.json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git_deny_go.py
|-- install.py
|-- KIMI.md
|-- LICENSE
|-- MCPMemoriesFlowCreation.flw
|-- MessagingConnectorAssistant_Design.md
|-- OllamaPricing.png
|-- OOB_shift_reaper-and-NAMU-Design.pdf
|-- package.json
|-- PIVOT_CHANGES.md
|-- pnpm-lock.yaml
|-- preserved_user_state.json
|-- private_targets.example.json
|-- PromptDesigner.jpg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TLAMATINI_MCP.md
|-- tlamatini_mcp_server.py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project_ask_execs_feature.md
|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project_ollama_source_build_breaks_embeddings.md
|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skills/
|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prompt_designer_visible.py
|       |       |-- qualify.py
|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shoter_shot.py
|       |       |-- step_by_step_catalog.py
|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architecture.md
|       |-- exec-report.md
|       |-- frontend.md
|       |-- gotchas.md
|       |-- INDEX.md
|       |-- mcp-tools.md
|       |-- multi-turn.md
|       `-- recent-fixes.md
|-- pyinstaller_hooks/
|   |-- hook-numpy.py
|   `-- hook-torch.py
|-- scripts/
|   `-- check_js_parse.mjs
|-- security/
|   |-- automated_tests_of_security_assets.py
|   |-- enable_tlamatini_v2.bat
|   |-- README.md
|   |-- run_defender.bat
|   |-- tlamatini_defender.ps1
|   `-- tlamatini_whitelist_v2.ps1
|-- Tests/
|   |-- test_about_window_name_visible.py
|   `-- test_perf_3x_visual.py
`-- Tlamatini/
    |-- cat_art.py
    |-- manage.py
    |-- .agents/
    |   `-- workflows/
    |       `-- create_new_agent.md
    |-- .mcps/
    |   `-- create_new_mcp.md</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.skills/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global_execution_planner.py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test_audioplayer_agent.py
    |   |-- test_binary_guard.py
    |   |-- test_blenderer_agent.py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test_ctrl_c_shutdown.py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test_execute_command_bounded.py
    |   |-- test_executer_forked_exit_codes.py
    |   |-- test_external_mcp_add_flow.py
    |   |-- test_external_mcp_e2e.py
    |   |-- test_external_mcp_transports.py
    |   |-- test_external_mcp_universal.py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test_pdfer_agent.py
    |   |-- test_playwrighter_agent.py
    |   |-- test_preserved_user_state.py
    |   |-- test_prompt_catalog_contiguous.py
    |   |-- test_public_release_targets.py
    |   |-- test_public_release_targets_optional.py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test_web_process_stays_lean.py
    |   |-- test_whatsapper_identity.py
    |   |-- test_whisperer_agent.py
    |   |-- test_windower_agent.py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test_windows_app_registration.py
    |   |-- test_zavuerer_agent.py
    |   |-- tests.py
    |   |-- tests_perf_3x.py
    |   |-- Tlamatini.md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and.py
    |   |   |   `-- config.yaml
    |   |   |-- apirer/
    |   |   |   |-- apirer.py
    |   |   |   `-- config.yaml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cleaner/
    |   |   |   |-- __init__.py
    |   |   |   |-- cleaner.py
    |   |   |   `-- config.yaml
    |   |   |-- counter/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ender/
    |   |   |   |-- config.yaml
    |   |   |   `-- ender.py
    |   |   |-- esp32er/
    |   |   |   |-- config.yaml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result_to_flw.py
    |   |   |-- flowhypervisor/
    |   |   |   |-- config.yaml
    |   |   |   |-- flowhypervisor.py
    |   |   |   |-- hypervisor_alert.wav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image_interpreter.py
    |   |   |-- instant_messaging_doctor/
    |   |   |   |-- config.yaml
    |   |   |   `-- instant_messaging_doctor.py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latexer/
    |   |   |   |-- config.yaml</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latexer.py
    |   |   |-- mcp_doctor/
    |   |   |   |-- config.yaml
    |   |   |   `-- mcp_doctor.py
    |   |   |-- mongoxer/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
    |   |   |   |-- node_manager.py
    |   |   |   |-- nodes_example.json
    |   |   |   `-- nodes_example.yaml</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notifier/
    |   |   |   |-- config.yaml
    |   |   |   `-- notifier.py
    |   |   |-- or/
    |   |   |   |-- config.yaml
    |   |   |   `-- or.py
    |   |   |-- parametrizer/
    |   |   |   |-- config.yaml
    |   |   |   `-- parametrizer.py
    |   |   |-- pdfer/
    |   |   |   |-- config.yaml
    |   |   |   `-- pdfer.py
    |   |   |-- playwrighter/
    |   |   |   |-- config.yaml
    |   |   |   `-- playwrighter.py
    |   |   |-- prompter/
    |   |   |   |-- config.yaml
    |   |   |   `-- prompter.py
    |   |   |-- pser/
    |   |   |   |-- config.yaml
    |   |   |   `-- pser.py
    |   |   |-- pythonxer/
    |   |   |   |-- config.yaml
    |   |   |   `-- pythonxer.py
    |   |   |-- raiser/
    |   |   |   |-- config.yaml
    |   |   |   `-- raiser.py
    |   |   |-- recmailer/
    |   |   |   |-- config.yaml
    |   |   |   `-- recmailer.py
    |   |   |-- recorder/</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recorder.py
    |   |   |-- reviewer/
    |   |   |   |-- config.yaml
    |   |   |   `-- reviewer.py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TlamatiniAndKyber.mp4
    |   |   |-- TlamatiniClosedMouthClosedEyes.jpg
    |   |   |-- TlamatiniClosedMouthOpenedEyes.jpg
    |   |   |-- TlamatiniDrawings.png
    |   |   |-- TlamatiniOpenedMouthClosedEyes.jpg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response_parser.py
    |   |-- skills/
    |   |   |-- __init__.py
    |   |   |-- frontmatter.py
    |   |   |-- harness.py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prompt_designer.css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skills_dialog.css
    |   |       |   |-- tools_dialog.css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agent_page_init.js
    |   |       |   |-- agent_page_layout.js
    |   |       |   |-- agent_page_state.js
    |   |       |   |-- agent_page_ui.js
    |   |       |   |-- agentic_control_panel.js
    |   |       |   |-- avatar.js
    |   |       |   |-- canvas_item_dialog.js
    |   |       |   |-- chat_image_paste.js
    |   |       |   |-- chat_page_runtime_poller.js
    |   |       |   |-- checkbox_bulk_toggle.js
    |   |       |   |-- contacts_dialog.js
    |   |       |   |-- contextual_menus.js
    |   |       |   |-- dialog_policy.js
    |   |       |   |-- external_mcps_dialog.js
    |   |       |   |-- prompt-designer-assets.js
    |   |       |   |-- prompt-designer-canvas.js
    |   |       |   |-- prompt-designer-connection-status.js
    |   |       |   |-- prompt-designer-controls.js
    |   |       |   |-- prompt-designer-globals.js
    |   |       |   |-- prompt-designer-layout.js
    |   |       |   |-- prompt-designer-menu.js
    |   |       |   |-- release_notes_renderer.js
    |   |       |   |-- shared-runtime-dialogs.js
    |   |       |   |-- skills_dialog.js
    |   |       |   `-- tools_dialog.js
    |   |       |-- sounds/
    |   |       |   |-- hypervisor_alert.wav
    |   |       |   `-- notification.wav
    |   |       `-- video/
    |   |           `-- XAIHT-Tlamatini.mp4
    |   |-- templates/</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agent/
    |   |       |-- agent_page.html
    |   |       |-- agentic_control_panel.html
    |   |       |-- login.html
    |   |       |-- prompt_designer.html
    |   |       `-- welcome.html
    |   |-- test_fixtures/
    |   |   `-- talker_orpheus_tokens.txt
    |   `-- TlamatiniSourceCode/
    |       `-- README.md
    |-- DB/
    |   |-- Older/
    |   |   `-- README.md
    |   `-- ToLoad/
    |       `-- README.md
    |-- jd-cli/
    |   |-- jd-cli.bat
    |   `-- jd-cli.jar
    |-- tests_e2e/
    |   |-- oob_child_helper.py</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- 41 of 41</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README.md
    |   |-- test_create_flow_visual.py
    |   |-- test_ctrl_c_quits_visible.py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