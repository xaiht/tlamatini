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72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122,888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04, 2026 03:09 PM UTC-0600 at HEAD e58ed54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`v1.14.0`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`v1.14.0`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72-agent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72-agent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`v1.14.0`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1.14.0 | build: 1.14.0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e58ed54 - Recorder agent implemented,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1.14.0 (env)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04, 2026 03:09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79; wrapped chat-agent tools: 47;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73; authoritative agent-description rows: 72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e58ed54 on 2026-06-04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Recorder agent implemented, by Tlamatini's-AutoBot.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NEWEST AGENTS,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Since-Monday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capture trio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Camcorder: physical-webcam capture via OpenCV — a photo (default) or a short video — saved to Pictures/TlamatiniCamcorder; read-only, the camera sibling of Shoter.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Recorder: microphone capture via sounddevice to a WAV in Music/TlamatiniRecords, native sample-rate by default — the audio sibling that completes the screen/camera/mic trio.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Both are observational, so they stay out of the Exec Report; each ships on the canvas and as a wrapped Multi-Turn tool.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72 workflow agents and 79 Multi-Turn tools (47 wrapped chat-agent + 12 ACPX/Skill + 20 core), with 27 skills.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122,888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168,420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319      85,350    119,603  69.5%
Markdown                  65      14,537     18,512  11.8%
JavaScript                28      13,664     17,208  11.1%
CSS                        6       3,643      4,626   3.0%
YAML                      77       1,595      3,669   1.3%
Other text                 6         894      1,089   0.7%
HTML                       4         858        876   0.7%
Prompt template            2         803        924   0.7%
PowerShell                 5         508        754   0.4%
JavaScript module          1         403        472   0.3%
JSON                       5         398        398   0.3%
Text                       5         202        232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7,528  10,945
Tlamatini/agent/tests.py                                Python         5,036   6,473
Tlamatini/agent/tools.py                                Python         2,616   3,758
Tlamatini/agent/doc_generation/complete_project_docs.py Python         2,295   2,593
BookOfTlamatini.md                                      Markdown       2,109   2,967
Tlamatini/agent/agents/flowcreator/agentic_skill.md     Markdown       2,038   2,256
...ini/agent/static/agent/css/agentic_control_panel.css CSS            1,768   2,364
Tlamatini/agent/static/agent/js/agent_page_init.js      JavaScript     1,435   1,687
Tlamatini/agent/static/agent/js/acp-canvas-core.js      JavaScript     1,319   1,629
Tlamatini/agent/static/agent/css/agent_page.css         CSS            1,314   1,602
Tlamatini/agent/consumers.py                            Python         1,300   1,638
README.md                                               Markdown       1,297   1,849
Tlamatini/agent/static/agent/js/acp-agent-connectors.js JavaScript     1,289   1,439
Tlamatini/agent/static/agent/js/agent_page_chat.js      JavaScript     1,246   1,700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2026-06-04 | e58ed54 | Recorder agent implemented, by Tlamatini's-AutoBot.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Tlamatini.jpg
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test_build_scripts.py
    |   |-- test_camcorder_agent.py
    |   |-- test_de_compresser.py
    |   |-- test_embedding_memory_guard.py
    |   |-- test_esp32er_agent.py
    |   |-- test_flow_contracts.py
    |   |-- test_kalier_agent.py
    |   |-- test_native_dialogs.py
    |   |-- test_orphan_reaper.py
    |   |-- test_password_quoting.py
    |   |-- test_playwrighter_agent.py
    |   |-- test_recorder_agent.py
    |   |-- test_stm32er_agent.py
    |   |-- test_temp_dir_policy.py
    |   |-- test_unrealer_agent.py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`-- __init__.py
    |   |-- monitors/
    |   |   `-- monitor_sql.py
    |   |-- opus_client/
    |   |   |-- claude_opus_client.py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