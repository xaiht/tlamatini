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69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116,777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31, 2026 09:37 PM UTC-0600 at HEAD 1df130b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Answers codebase questions with loaded file or directory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Uses hybrid retrieval to extract metadata, split content, rank source chunks, and respect context budgets.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pause before every state-changing Multi-Turn execution and ask the operator to approve or deny that exact step through the Ask Execs checkbox.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raise a Windows attention signal when the browser needs the operator: Ask Execs prompts and Notifier events can flash Tlamatini’s own taskbar presence and leave an uppercase banner in `tlamatini.log`.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Registers packaged installs in Windows `Installed apps` / `Programs and Features` with a real uninstall entry, so the release behaves like a normal installed application instead of only a shortcut bundle.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Warns GPU-host operators before a directory-context load is likely to saturate VRAM and degrade embedding throughput.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Exposes a coherent versioning surface across builds, runtime UI, logs, and an open health-check endpoint.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upload, and monitor ESP32-class firmware through ESP32er and PlatformIO Core, with zero-config bootstrap and a serial-aware preflight before hardware mutation.</a:t>
            </a:r>
            <a:endParaRPr sz="13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Browser UI sends chat and workflow requests through Django views and Channels WebSockets.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RAG chains load selected file/directory context, retrieve relevant chunks, and build answer prompts.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Ask Execs is enabled, the synchronous Multi-Turn executor stops before each state-changing tool call, emits an `exec_permission_request`, and waits on `ExecPermissionBroker` until the browser sends Proceed or Deny.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6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Introduced in `v1.10.0` and still part of the current `v1.12.0` surface, `Ask Execs` is the Multi-Turn-only safety modifier that makes Tlamatini ask before each state-changing Tool, MCP, wrapped agent, or skill-backed execution instead of running it immediately.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permission dialog is explicit and auditable: it names the Tool or Agent family, the underlying raw tool name, the full parameters, the program or command to be executed, and the shell or execution surface involved.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Proceed runs that one step and then prompts again at the next state-changing step; Deny halts the entire chain immediately and appends a red `Execution interrupted` banner even when Exec Report itself is off.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gate sits after deduplication and quota checks, so skipped calls never prompt and denied calls never appear as executed rows; only work that truly ran lands in Exec Report.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round-trip is fail-safe: browser disconnect, emit failure, cancel, or broker shutdown all resolve to Deny, so an unconfirmed state-changing action never slips through just because the UI vanished at the wrong time.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current Windows attention path is explicit and local: the browser calls `POST /agent/flash_window/`, and the backend routes that request through `agent/window_flash.py`.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That helper can flash the `Tlamatini.exe` console/taskbar window with `FlashWindowEx` and always prints an uppercase attention banner, so the signal survives in `tlamatini.log` even when the browser is minimized.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concrete reasons are wired today: Ask Execs execution approval prompts and Notifier notifications. The path is best-effort and fail-safe, degrading cleanly on non-Windows or windowless launches.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If the browser is buried, Tlamatini still has a local way to pull the operator back at the exact moment an approval prompt or notification matters.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path is concrete and auditable: `POST /agent/flash_window/`, `window_flash.py`, `FlashWindowEx`, and the matching uppercase banner in `tlamatini.log`.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Because the helper is best-effort and fail-safe, a missed flash never breaks the request path or blocks the surrounding workflow.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Introduced in `v1.11.0` and still carried by the current `v1.12.0`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Packaged installs now show up in normal Windows uninstall surfaces instead of only leaving behind shortcuts and a loose `Uninstaller.exe` in the install folder.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registration is HKCU-only and non-elevated, matching the installer’s per-user design on Windows 10 and Windows 11.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Because frozen startup self-heals the entry, even older installs can gain the uninstall surface after a later app launch without a reinstall.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69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esp32er,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69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69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69-agent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69 workflow agents, 76 Multi-Turn tools, 12 ACPX tools, and 26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44 wrapped chat-agent tools in `chat_agent_registry.py`, which combines with 20 core Python tools and 12 ACPX/Skill tools for 76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69-agent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mirrors ESP32er’s grain: `platformio.ini`, `src/`, `include/`, `lib/`, `test/`, a blinking `main.cpp`, serial output at 115200, and GitHub-ready docs/CI so the reference project does not silently rot.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reference project gives Tlamatini a stable build/upload/monitor proving ground before a user asks her to generate larger ESP32 firmware.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it is a plain PlatformIO repo, it matches the exact grain of `chat_agent_esp32er` and the visual ESP32er node instead of introducing another sidecar protocol.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closes the gap between the new agent and a practical first project a user can build, flash, and watch over serial on real silicon.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`/agent/` for chat. Load a file or directory context before asking codebase-specific questions.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Tick `Ask Execs` when you want human approval before each state-changing Multi-Turn step; it is disabled until Multi-Turn is on, and a single Deny stops the whole chain with an explicit red interruption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you are using a packaged install on Windows 10 or Windows 11, uninstall it through Settings -&gt; Apps -&gt; Installed apps or the legacy Programs and Features entry, not by manually deleting the folder.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an Ask Execs approval dialog or a Notifier event needs you while the browser is buried, watch for Tlamatini’s taskbar-attention flash and the matching uppercase banner in `tlamatini.log`.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`v1.12.0` release state keeps the version badge, runtime surfaces, self-knowledge wording, STM32er/ESP32er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Packaged installs also project the same release identity into Windows' Installed-apps metadata through the ARP `DisplayVersion` field, so the uninstall surface and the binaries agree on the version being removed.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1.12.0 | build: 1.12.0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kimi-k2.6:cloud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Ask Execs extends that safety story into execution approval itself: the operator can now stop a destructive chain before the next mutation instead of only auditing it after the fact in Exec Report.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 frozen mode, startup now also self-heals the per-user Windows Installed-apps entry when `Uninstaller.exe` is present beside `Tlamatini.exe`, so old installs can gain a standard uninstall surface without a reinstall.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Self-heals the frozen Windows Installed-apps entry when `Uninstaller.exe` is present beside the executable.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`dist/Tlamatini_Release_v&lt;version&gt;/`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shortcuts, `.flw` file associations, the bundled uninstaller, and the per-user Installed-apps entry.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1df130b - Adding ES32er Agent programmer, debugger and uploader, by angelahack1, to push version 1.12.0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1.12.0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31, 2026 09:37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76; wrapped chat-agent tools: 44; skills: 26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69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606421d on 2026-05-31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Getting rid of the native toast in documentation,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1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`v1.12.0` added ESP32er as the 69th workflow agent and `chat_agent_esp32er` as the new embedded-firmware surface: she now drives PlatformIO Core directly to scaffold, build, upload, and monitor ESP32-class firmware with zero-config bootstrap and a serial-aware safety preflight.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116,777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159,672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302      80,392    112,417  68.8%
Markdown                  61      13,859     17,694  11.9%
JavaScript                28      13,515     17,040  11.6%
CSS                        6       3,600      4,565   3.1%
YAML                      73       1,552      3,415   1.3%
HTML                       4         858        876   0.7%
Other text                 3         791        970   0.7%
Prompt template            2         685        801   0.6%
PowerShell                 5         508        754   0.4%
JavaScript module          1         401        470   0.3%
JSON                       5         395        395   0.3%
Text                       5         188        218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7,360  10,677
Tlamatini/agent/tests.py                                Python         4,990   6,406
Tlamatini/agent/tools.py                                Python         2,581   3,718
Tlamatini/agent/doc_generation/complete_project_docs.py Python         2,180   2,445
BookOfTlamatini.md                                      Markdown       2,095   2,948
Tlamatini/agent/agents/flowcreator/agentic_skill.md     Markdown       1,985   2,200
...ini/agent/static/agent/css/agentic_control_panel.css CSS            1,731   2,313
Tlamatini/agent/static/agent/js/agent_page_init.js      JavaScript     1,435   1,687
Tlamatini/agent/static/agent/css/agent_page.css         CSS            1,308   1,592
Tlamatini/agent/static/agent/js/acp-canvas-core.js      JavaScript     1,307   1,617
Tlamatini/agent/consumers.py                            Python         1,300   1,638
README.md                                               Markdown       1,286   1,829
Tlamatini/agent/static/agent/js/acp-agent-connectors.js JavaScript     1,235   1,382
Tlamatini/agent/test_stm32er_agent.py                   Python         1,200   1,707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`v1.12.0` ESP32er: Tlamatini now reaches 69 workflow agents and adds a direct PlatformIO Core bridge, so she can scaffold, author, build, upload, and monitor ESP32-class firmware from chat or canvas without an external MCP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Operator attention routing also changed: when Ask Execs or a Notifier event needs the user, Tlamatini can now flash her own Windows taskbar presence and write an uppercase attention banner into `tlamatini.log`.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1df130b | Adding ES32er Agent programmer, debugger and uploader, by angelahack1, to push version 1.12.0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1df130b | Adding ES32er Agent programmer, debugger and uploader, by angelahack1, to push version 1.12.0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606421d | Getting rid of the native toast in documentation,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2026-05-31 | 373f6d8 | Implementing visual windows attention issuing,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test_windows_app_registration.py
    |   |-- tests.py
    |   |-- Tlamatini.md
    |   |-- tools.py
    |   |-- urls.py
    |   |-- version.py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TorsoTlamatini.png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`-- __init__.py
    |   |-- monitors/
    |   |   `-- monitor_sql.py
    |   |-- opus_client/
    |   |   |-- claude_opus_client.py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