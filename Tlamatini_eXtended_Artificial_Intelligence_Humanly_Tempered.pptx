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81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718</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81</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148,397</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June 15, 2026 03:48 PM UTC-0600 at HEAD c0c633c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2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2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local model operation, Windows packaging and uninstall registration, first-person self-knowledge about her own runtime, and embedded-firmware control for STM32F4,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(1/4)</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Answers codebase questions with loaded file or directory context.</a:t>
            </a:r>
          </a:p>
          <a:p>
            <a:pPr>
              <a:spcAft>
                <a:spcPts val="400"/>
              </a:spcAft>
              <a:defRPr sz="1100">
                <a:solidFill>
                  <a:srgbClr val="B4BAAE"/>
                </a:solidFill>
                <a:latin typeface="Aptos"/>
              </a:defRPr>
            </a:pPr>
            <a:r>
              <a:t>Uses hybrid retrieval to extract metadata, split content, rank source chunks, and respect context budgets.</a:t>
            </a:r>
          </a:p>
          <a:p>
            <a:pPr>
              <a:spcAft>
                <a:spcPts val="400"/>
              </a:spcAft>
              <a:defRPr sz="11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100">
                <a:solidFill>
                  <a:srgbClr val="B4BAAE"/>
                </a:solidFill>
                <a:latin typeface="Aptos"/>
              </a:defRPr>
            </a:pPr>
            <a:r>
              <a:t>Gives operators GUI-first database maintenance through the new DB dropdown for backup and staged database replacement.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9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(2/4)</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Warns GPU-host operators before a directory-context load is likely to saturate VRAM and degrade embedding throughput.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(3/4)</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9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900">
                <a:solidFill>
                  <a:srgbClr val="B4BAAE"/>
                </a:solidFill>
                <a:latin typeface="Aptos"/>
              </a:defRPr>
            </a:pPr>
            <a:r>
              <a:t>Runs checked Multi-Turn requests through request-scoped planning, capability selection, tool calls, observations, monitoring, and final synthesis.</a:t>
            </a:r>
          </a:p>
          <a:p>
            <a:pPr>
              <a:spcAft>
                <a:spcPts val="400"/>
              </a:spcAft>
              <a:defRPr sz="900">
                <a:solidFill>
                  <a:srgbClr val="B4BAAE"/>
                </a:solidFill>
                <a:latin typeface="Aptos"/>
              </a:defRPr>
            </a:pPr>
            <a:r>
              <a:t>Can optionally inspect and modify her own bundled source tree in self-modify builds after verifying that `TlamatiniSourceCode/` is actually present.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(4/4)</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Launches wrapped copies of selected workflow agents in isolated runtime folders without mutating templates.</a:t>
            </a:r>
          </a:p>
          <a:p>
            <a:pPr>
              <a:spcAft>
                <a:spcPts val="400"/>
              </a:spcAft>
              <a:defRPr sz="1200">
                <a:solidFill>
                  <a:srgbClr val="B4BAAE"/>
                </a:solidFill>
                <a:latin typeface="Aptos"/>
              </a:defRPr>
            </a:pPr>
            <a:r>
              <a:t>Lets users design, validate, save, pause, resume, and stop visual workflows through the Agentic Control Panel.</a:t>
            </a:r>
          </a:p>
          <a:p>
            <a:pPr>
              <a:spcAft>
                <a:spcPts val="400"/>
              </a:spcAft>
              <a:defRPr sz="1200">
                <a:solidFill>
                  <a:srgbClr val="B4BAAE"/>
                </a:solidFill>
                <a:latin typeface="Aptos"/>
              </a:defRPr>
            </a:pPr>
            <a:r>
              <a:t>Turns successful Multi-Turn tool executions into starter `.flw` workflows that can be inspected and validated in ACP.</a:t>
            </a:r>
          </a:p>
          <a:p>
            <a:pPr>
              <a:spcAft>
                <a:spcPts val="400"/>
              </a:spcAft>
              <a:defRPr sz="12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a:p>
            <a:pPr>
              <a:spcAft>
                <a:spcPts val="400"/>
              </a:spcAft>
              <a:defRPr sz="9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900">
                <a:solidFill>
                  <a:srgbClr val="B4BAAE"/>
                </a:solidFill>
                <a:latin typeface="Aptos"/>
              </a:defRPr>
            </a:pPr>
            <a:r>
              <a:t>ACP flows deploy session-scoped pool instances, wire config values, validate NxN graph rules, and execute through Starter-driven flow semantics.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Answer Analizer classifies success so the UI can expose Create Flow only when useful.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V1.24.0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`v1.24.0`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V1.24.0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`v1.24.0`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V1.24.0 TAG PLUS SAME-DAY HEAD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repository currently resolves to `v1.24.0` from the latest tag `eb92877` dated June 15, 2026; the current HEAD `c0c633c` later the same day keeps that version line and layers the ESPHomer smart-home firmware surface on top of it.</a:t>
            </a:r>
          </a:p>
          <a:p>
            <a:pPr>
              <a:spcAft>
                <a:spcPts val="400"/>
              </a:spcAft>
              <a:defRPr sz="900">
                <a:solidFill>
                  <a:srgbClr val="B4BAAE"/>
                </a:solidFill>
                <a:latin typeface="Aptos"/>
              </a:defRPr>
            </a:pPr>
            <a:r>
              <a:t>Data-preserving update is the key fix: the live database sits inside the PyInstaller `_internal/` folder, which an update replaces wholesale, so a naive swap would wipe chat history and custom toggles. `apply_update.ps1` now stages the user's database through `DB/ToLoad/` and drops a `post_update_migrate.flag`; on the next launch `manage.py` swaps that database back over the freshly shipped one and runs `migrate` in a child process, so the user keeps their history and toggles and still receives new agent / tool / prompt rows.</a:t>
            </a:r>
          </a:p>
          <a:p>
            <a:pPr>
              <a:spcAft>
                <a:spcPts val="400"/>
              </a:spcAft>
              <a:defRPr sz="900">
                <a:solidFill>
                  <a:srgbClr val="B4BAAE"/>
                </a:solidFill>
                <a:latin typeface="Aptos"/>
              </a:defRPr>
            </a:pPr>
            <a:r>
              <a:t>The second pillar is media-agent reliability: numpy and OpenCV (`cv2`) are now embedded in both the carried Python that runs the pool agents and the frozen `_internal`, with `build.py` asserting both imports so the build aborts loudly rather than shipping a Recorder, Camcorder, AudioPlayer, VideoPlayer, or Whisperer that would crash at runtime for a missing native library.</a:t>
            </a:r>
          </a:p>
          <a:p>
            <a:pPr>
              <a:spcAft>
                <a:spcPts val="400"/>
              </a:spcAft>
              <a:defRPr sz="900">
                <a:solidFill>
                  <a:srgbClr val="B4BAAE"/>
                </a:solidFill>
                <a:latin typeface="Aptos"/>
              </a:defRPr>
            </a:pPr>
            <a:r>
              <a:t>The broader operator surface around this release is larger too: Globber, Grepper, and Editor give Tlamatini deterministic file discovery, regex search, and surgical in-place editing, and the current HEAD extends the firmware stack further with ESPHomer for ESPHome-based smart-home devices.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version story is now explicit: the repo resolves to `v1.24.0` from the latest tag, while the current HEAD one commit later adds ESPHomer without changing that version baseline.</a:t>
            </a:r>
          </a:p>
          <a:p>
            <a:pPr>
              <a:spcAft>
                <a:spcPts val="400"/>
              </a:spcAft>
              <a:defRPr sz="1300">
                <a:solidFill>
                  <a:srgbClr val="B4BAAE"/>
                </a:solidFill>
                <a:latin typeface="Aptos"/>
              </a:defRPr>
            </a:pPr>
            <a:r>
              <a:t>Operators still inherit the two major foundations from the immediately prior release line: self-update preserves the user's database and custom toggles, and frozen builds ship the numpy/OpenCV native libraries the media agents need.</a:t>
            </a:r>
          </a:p>
          <a:p>
            <a:pPr>
              <a:spcAft>
                <a:spcPts val="400"/>
              </a:spcAft>
              <a:defRPr sz="1300">
                <a:solidFill>
                  <a:srgbClr val="B4BAAE"/>
                </a:solidFill>
                <a:latin typeface="Aptos"/>
              </a:defRPr>
            </a:pPr>
            <a:r>
              <a:t>The resulting narrative matches the current README, Book, Git history, new media assets, and source tree more honestly than the older milestone-only framing.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Recent assets worth calling out explicitly now span several release waves: `agent/self_update.py` plus `apply_update.ps1` for the data-preserving updater, `build.py` for numpy/OpenCV embedding checks, the `agent/agents/{editor,grepper,globber}/` directories plus their migrations/tests for deterministic file discovery, and the new `agent/agents/esphomer/` tree plus migrations/tests/sample YAML for ESPHome-based smart-home firmware control.</a:t>
            </a:r>
          </a:p>
          <a:p>
            <a:pPr>
              <a:spcAft>
                <a:spcPts val="400"/>
              </a:spcAft>
              <a:defRPr sz="900">
                <a:solidFill>
                  <a:srgbClr val="B4BAAE"/>
                </a:solidFill>
                <a:latin typeface="Aptos"/>
              </a:defRPr>
            </a:pPr>
            <a:r>
              <a:t>The current `v1.24.0` window also refreshes shipped visual assets: `TlamatiniAbout.png` replaces the old `TlamatiniAbout.jpg`, and `agent/images/TlamatiniAndKyber.mp4` is now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they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These files are the concrete proof behind the release narrative: build-time self-snapshotting, a graphical credentials setup surface, and a safer File-Creator transport are all implemented in tracked source, not merely described in markdown.</a:t>
            </a:r>
          </a:p>
          <a:p>
            <a:pPr>
              <a:spcAft>
                <a:spcPts val="400"/>
              </a:spcAft>
              <a:defRPr sz="1200">
                <a:solidFill>
                  <a:srgbClr val="B4BAAE"/>
                </a:solidFill>
                <a:latin typeface="Aptos"/>
              </a:defRPr>
            </a:pPr>
            <a:r>
              <a:t>They also increase the line inventory in JavaScript, CSS, HTML, Markdown, YAML, and Python, which the dossier’s language tables and complete repository tree now pick up automatically.</a:t>
            </a:r>
          </a:p>
          <a:p>
            <a:pPr>
              <a:spcAft>
                <a:spcPts val="400"/>
              </a:spcAft>
              <a:defRPr sz="1200">
                <a:solidFill>
                  <a:srgbClr val="B4BAAE"/>
                </a:solidFill>
                <a:latin typeface="Aptos"/>
              </a:defRPr>
            </a:pPr>
            <a:r>
              <a:t>For operators and maintainers, this makes the PDF/PPTX useful as both a product overview and a change-orientation map after a busy sprint.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81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telegramer, telegramrx, teletlamatini, whatsapper, whatstlamatini</a:t>
            </a:r>
          </a:p>
          <a:p>
            <a:pPr>
              <a:spcAft>
                <a:spcPts val="400"/>
              </a:spcAft>
              <a:defRPr sz="1300">
                <a:solidFill>
                  <a:srgbClr val="B4BAAE"/>
                </a:solidFill>
                <a:latin typeface="Aptos"/>
              </a:defRPr>
            </a:pPr>
            <a:r>
              <a:t>Security and media: kyber_keygen, kyber_cipher, kyber_decipher, image_interpreter,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81</a:t>
            </a:r>
          </a:p>
          <a:p>
            <a:pPr>
              <a:spcAft>
                <a:spcPts val="400"/>
              </a:spcAft>
              <a:defRPr sz="1500">
                <a:solidFill>
                  <a:srgbClr val="B4BAAE"/>
                </a:solidFill>
                <a:latin typeface="Aptos"/>
              </a:defRPr>
            </a:pPr>
            <a:r>
              <a:t>Description rows in `agents_descriptions.md`: 81</a:t>
            </a:r>
          </a:p>
          <a:p>
            <a:pPr>
              <a:spcAft>
                <a:spcPts val="400"/>
              </a:spcAft>
              <a:defRPr sz="1500">
                <a:solidFill>
                  <a:srgbClr val="B4BAAE"/>
                </a:solidFill>
                <a:latin typeface="Aptos"/>
              </a:defRPr>
            </a:pPr>
            <a:r>
              <a:t>This dossier reconciles README and Book wording back to the same 81-agent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81 workflow agents, 88 Multi-Turn tools, 12 ACPX tools, and 27 skills.</a:t>
            </a:r>
          </a:p>
          <a:p>
            <a:pPr>
              <a:spcAft>
                <a:spcPts val="400"/>
              </a:spcAft>
              <a:defRPr sz="1000">
                <a:solidFill>
                  <a:srgbClr val="B4BAAE"/>
                </a:solidFill>
                <a:latin typeface="Aptos"/>
              </a:defRPr>
            </a:pPr>
            <a:r>
              <a:t>Source inspection confirms the total: 56 distinct wrapped chat-agent tools bound from `chat_agent_registry.py`, which combines with 20 core Python tools and 12 ACPX/Skill tools for 88 Multi-Turn tools overall.</a:t>
            </a:r>
          </a:p>
          <a:p>
            <a:pPr>
              <a:spcAft>
                <a:spcPts val="400"/>
              </a:spcAft>
              <a:defRPr sz="1000">
                <a:solidFill>
                  <a:srgbClr val="B4BAAE"/>
                </a:solidFill>
                <a:latin typeface="Aptos"/>
              </a:defRPr>
            </a:pPr>
            <a:r>
              <a:t>The count increase over the older 77/84 story now comes from two waves together: the deterministic file-navigation/file-edit trio — Globber, Grepper, and Editor — plus ESPHomer, the new ESPHome smart-home firmware lane. All four exist both on the visual canvas and as wrapped chat-agent tools.</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81-agent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(1/3)</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Run from source: create a virtual environment, install requirements, migrate, create a superuser, collect static files, and start Django.</a:t>
            </a:r>
          </a:p>
          <a:p>
            <a:pPr>
              <a:spcAft>
                <a:spcPts val="400"/>
              </a:spcAft>
              <a:defRPr sz="1200">
                <a:solidFill>
                  <a:srgbClr val="B4BAAE"/>
                </a:solidFill>
                <a:latin typeface="Aptos"/>
              </a:defRPr>
            </a:pPr>
            <a:r>
              <a:t>Open `/agent/` for chat. Load a file or directory context before asking codebase-specific questions.</a:t>
            </a:r>
          </a:p>
          <a:p>
            <a:pPr>
              <a:spcAft>
                <a:spcPts val="400"/>
              </a:spcAft>
              <a:defRPr sz="1200">
                <a:solidFill>
                  <a:srgbClr val="B4BAAE"/>
                </a:solidFill>
                <a:latin typeface="Aptos"/>
              </a:defRPr>
            </a:pPr>
            <a:r>
              <a:t>Keep Multi-Turn unchecked for direct Q&amp;A; enable Multi-Turn for tasks that need tools, wrapped agents, monitoring, or workflow seeding.</a:t>
            </a:r>
          </a:p>
          <a:p>
            <a:pPr>
              <a:spcAft>
                <a:spcPts val="400"/>
              </a:spcAft>
              <a:defRPr sz="12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200">
                <a:solidFill>
                  <a:srgbClr val="B4BAAE"/>
                </a:solidFill>
                <a:latin typeface="Aptos"/>
              </a:defRPr>
            </a:pPr>
            <a:r>
              <a:t>Use Config -&gt; Access Keys Wizard when you need to wire or update provider credentials without editing `config.json` manually.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900">
                <a:solidFill>
                  <a:srgbClr val="B4BAAE"/>
                </a:solidFill>
                <a:latin typeface="Aptos"/>
              </a:defRPr>
            </a:pPr>
            <a:r>
              <a:t>For desktop-window control, call `chat_agent_windower` from Multi-Turn to focus, tile, resize, list, or close a window by title, or model the same action in ACP with the Windower node.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(2/3)</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(3/3)</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3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300">
                <a:solidFill>
                  <a:srgbClr val="B4BAAE"/>
                </a:solidFill>
                <a:latin typeface="Aptos"/>
              </a:defRPr>
            </a:pPr>
            <a:r>
              <a:t>Open `/agentic_control_panel/` to drag agents, connect them, configure each node, validate, start, pause/resume, stop, and save `.flw` workflows.</a:t>
            </a:r>
          </a:p>
          <a:p>
            <a:pPr>
              <a:spcAft>
                <a:spcPts val="400"/>
              </a:spcAft>
              <a:defRPr sz="13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Python 3.12.10 is the strongly recommended source-mode version in the README, and the codebase has been tested most deeply there.</a:t>
            </a:r>
          </a:p>
          <a:p>
            <a:pPr>
              <a:spcAft>
                <a:spcPts val="400"/>
              </a:spcAft>
              <a:defRPr sz="1400">
                <a:solidFill>
                  <a:srgbClr val="B4BAAE"/>
                </a:solidFill>
                <a:latin typeface="Aptos"/>
              </a:defRPr>
            </a:pPr>
            <a:r>
              <a:t>Source installs require a clone, virtual environment, dependency install from `requirements.txt`, migrations, a superuser, static collection, and then the web server.</a:t>
            </a:r>
          </a:p>
          <a:p>
            <a:pPr>
              <a:spcAft>
                <a:spcPts val="400"/>
              </a:spcAft>
              <a:defRPr sz="1400">
                <a:solidFill>
                  <a:srgbClr val="B4BAAE"/>
                </a:solidFill>
                <a:latin typeface="Aptos"/>
              </a:defRPr>
            </a:pPr>
            <a:r>
              <a:t>You can run either the checked-in cloud/back-end defaults from `Tlamatini/agent/config.json` or a local Ollama-backed configuration with matching model names.</a:t>
            </a:r>
          </a:p>
          <a:p>
            <a:pPr>
              <a:spcAft>
                <a:spcPts val="400"/>
              </a:spcAft>
              <a:defRPr sz="1400">
                <a:solidFill>
                  <a:srgbClr val="B4BAAE"/>
                </a:solidFill>
                <a:latin typeface="Aptos"/>
              </a:defRPr>
            </a:pPr>
            <a:r>
              <a:t>Packaged Windows installs create a default `user / changeme` account; manual source installs use your own `createsuperuser` account instead.</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`kimi-k2.6:cloud`,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Credential configuration is no longer hand-edit-only: Config -&gt; Access Keys Wizard provides a browser-side path for ACPX and provider secrets while preserving masked status in the UI.</a:t>
            </a:r>
          </a:p>
          <a:p>
            <a:pPr>
              <a:spcAft>
                <a:spcPts val="400"/>
              </a:spcAft>
              <a:defRPr sz="15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5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5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500">
                <a:solidFill>
                  <a:srgbClr val="B4BAAE"/>
                </a:solidFill>
                <a:latin typeface="Aptos"/>
              </a:defRPr>
            </a:pPr>
            <a:r>
              <a:t>Image interpretation can run through Claude-backed cloud paths or Qwen/Ollama-backed local paths, and remote Ollama can be protected with a bearer token.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3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300">
                <a:solidFill>
                  <a:srgbClr val="B4BAAE"/>
                </a:solidFill>
                <a:latin typeface="Aptos"/>
              </a:defRPr>
            </a:pPr>
            <a:r>
              <a:t>Those readability rules remain in force in the current documentation set, and the current `v1.24.0` release state keeps the version badge, runtime surfaces, self-knowledge wording, STM32er/ESP32er demo prompts, and operator handbook aligned.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1.24.0 | build: 1.24.0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serve
Invoke-WebRequest http://127.0.0.1:11434/api/tags -UseBasicParsing
ollama pull Nomic-Embed-Text:latest
ollama pull kimi-k2.6:cloud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500">
                <a:solidFill>
                  <a:srgbClr val="B4BAAE"/>
                </a:solidFill>
                <a:latin typeface="Aptos"/>
              </a:defRPr>
            </a:pPr>
            <a:r>
              <a:t>Pull the default repository model tags exactly as written if you want the shipped config and agent templates to work unchanged.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kimi-k2.6:cloud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--noreload`.</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718</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81</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140</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29</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7</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c0c633c - Implementing the new ESPHomer agent, and setting the latest version as 1.24.0, by Tlamatini's-AutoBot.</a:t>
            </a:r>
          </a:p>
          <a:p>
            <a:pPr>
              <a:spcAft>
                <a:spcPts val="400"/>
              </a:spcAft>
              <a:defRPr sz="1300">
                <a:solidFill>
                  <a:srgbClr val="B4BAAE"/>
                </a:solidFill>
                <a:latin typeface="Aptos"/>
              </a:defRPr>
            </a:pPr>
            <a:r>
              <a:t>Resolved version: 1.24.0 (git)</a:t>
            </a:r>
          </a:p>
          <a:p>
            <a:pPr>
              <a:spcAft>
                <a:spcPts val="400"/>
              </a:spcAft>
              <a:defRPr sz="1300">
                <a:solidFill>
                  <a:srgbClr val="B4BAAE"/>
                </a:solidFill>
                <a:latin typeface="Aptos"/>
              </a:defRPr>
            </a:pPr>
            <a:r>
              <a:t>Generated on June 15, 2026 03:48 PM UTC-0600</a:t>
            </a:r>
          </a:p>
          <a:p>
            <a:pPr>
              <a:spcAft>
                <a:spcPts val="400"/>
              </a:spcAft>
              <a:defRPr sz="1300">
                <a:solidFill>
                  <a:srgbClr val="B4BAAE"/>
                </a:solidFill>
                <a:latin typeface="Aptos"/>
              </a:defRPr>
            </a:pPr>
            <a:r>
              <a:t>Inventory scope: 718 files = 718 tracked + 0 git-unignored working-tree additions</a:t>
            </a:r>
          </a:p>
          <a:p>
            <a:pPr>
              <a:spcAft>
                <a:spcPts val="400"/>
              </a:spcAft>
              <a:defRPr sz="1300">
                <a:solidFill>
                  <a:srgbClr val="B4BAAE"/>
                </a:solidFill>
                <a:latin typeface="Aptos"/>
              </a:defRPr>
            </a:pPr>
            <a:r>
              <a:t>Multi-Turn tools: 88; wrapped chat-agent tools: 56; skills: 27</a:t>
            </a:r>
          </a:p>
          <a:p>
            <a:pPr>
              <a:spcAft>
                <a:spcPts val="400"/>
              </a:spcAft>
              <a:defRPr sz="1300">
                <a:solidFill>
                  <a:srgbClr val="B4BAAE"/>
                </a:solidFill>
                <a:latin typeface="Aptos"/>
              </a:defRPr>
            </a:pPr>
            <a:r>
              <a:t>Python requirements: 79; authoritative agent-description rows: 81</a:t>
            </a:r>
          </a:p>
          <a:p>
            <a:pPr>
              <a:spcAft>
                <a:spcPts val="400"/>
              </a:spcAft>
              <a:defRPr sz="1300">
                <a:solidFill>
                  <a:srgbClr val="B4BAAE"/>
                </a:solidFill>
                <a:latin typeface="Aptos"/>
              </a:defRPr>
            </a:pPr>
            <a:r>
              <a:t>Binary or asset inventory files skipped from line count: 23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c0c633c on 2026-06-15</a:t>
            </a:r>
          </a:p>
          <a:p>
            <a:pPr>
              <a:spcAft>
                <a:spcPts val="400"/>
              </a:spcAft>
              <a:defRPr sz="1300">
                <a:solidFill>
                  <a:srgbClr val="B4BAAE"/>
                </a:solidFill>
                <a:latin typeface="Aptos"/>
              </a:defRPr>
            </a:pPr>
            <a:r>
              <a:t>Implementing the new ESPHomer agent, and setting the latest version as 1.24.0, by Tlamatini's-AutoBot.</a:t>
            </a:r>
          </a:p>
          <a:p>
            <a:pPr>
              <a:spcAft>
                <a:spcPts val="400"/>
              </a:spcAft>
              <a:defRPr sz="1300">
                <a:solidFill>
                  <a:srgbClr val="B4BAAE"/>
                </a:solidFill>
                <a:latin typeface="Aptos"/>
              </a:defRPr>
            </a:pPr>
            <a:r>
              <a:t>Commits since then: 0</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live workspace now includes the untagged ESPHomer wave: a new ESPHome firmware agent, wrapped `chat_agent_esphomer` tool, sample YAML project, migrations, tests, and handbook chapters that extend Tlamatini into smart-home device provisioning.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RELEASE WAVES FROM V1.17.X THROUGH V1.24.0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Globber / Grepper / Editor (v1.22.0 wave): a deterministic file-discovery/search/edit trio — find files by pattern, search them by regex, and make exact in-place replacements without dropping to shell `dir` / `findstr` / `sed` workflows.</a:t>
            </a:r>
          </a:p>
          <a:p>
            <a:pPr>
              <a:spcAft>
                <a:spcPts val="400"/>
              </a:spcAft>
              <a:defRPr sz="900">
                <a:solidFill>
                  <a:srgbClr val="B4BAAE"/>
                </a:solidFill>
                <a:latin typeface="Aptos"/>
              </a:defRPr>
            </a:pPr>
            <a:r>
              <a:t>ESPHomer (current working tree): the ESPHome bridge for YAML-authored smart-home devices — zero-config bootstrap, `new_config`, validation, compile, USB/OTA upload, bounded logs, and a bundled sample `tlamatini-light.yaml` baseline.</a:t>
            </a:r>
          </a:p>
          <a:p>
            <a:pPr>
              <a:spcAft>
                <a:spcPts val="400"/>
              </a:spcAft>
              <a:defRPr sz="900">
                <a:solidFill>
                  <a:srgbClr val="B4BAAE"/>
                </a:solidFill>
                <a:latin typeface="Aptos"/>
              </a:defRPr>
            </a:pPr>
            <a:r>
              <a:t>Blenderer (introduced in v1.20.0): the live Blender bridge over the official MCP add-on socket, so Tlamatini can inspect scenes, mutate geometry/materials, run raw code, and trigger renders from chat or canvas.</a:t>
            </a:r>
          </a:p>
          <a:p>
            <a:pPr>
              <a:spcAft>
                <a:spcPts val="400"/>
              </a:spcAft>
              <a:defRPr sz="900">
                <a:solidFill>
                  <a:srgbClr val="B4BAAE"/>
                </a:solidFill>
                <a:latin typeface="Aptos"/>
              </a:defRPr>
            </a:pPr>
            <a:r>
              <a:t>Talker (text-to-speech): SPEAKS input_text aloud via an Ollama neural TTS model (default Orpheus-3b-FT), SNAC-decoded to a 24 kHz WAV — FEMALE-VOICE-ONLY by design (a male voice is refused, never substituted); needs snac+torch (CPU is fine) else degrades to tokens_only.</a:t>
            </a:r>
          </a:p>
          <a:p>
            <a:pPr>
              <a:spcAft>
                <a:spcPts val="400"/>
              </a:spcAft>
              <a:defRPr sz="900">
                <a:solidFill>
                  <a:srgbClr val="B4BAAE"/>
                </a:solidFill>
                <a:latin typeface="Aptos"/>
              </a:defRPr>
            </a:pPr>
            <a:r>
              <a:t>Whisperer (speech-to-text): records the mic ITSELF (no Recorder dep, 30 s default) or transcribes a file, via faster-whisper LOCALLY — NVIDIA-GPU auto-detect with an ALWAYS-present CPU fallback — or cloud Groq/OpenAI; Ollama can only tidy the finished transcript.</a:t>
            </a:r>
          </a:p>
          <a:p>
            <a:pPr>
              <a:spcAft>
                <a:spcPts val="400"/>
              </a:spcAft>
              <a:defRPr sz="900">
                <a:solidFill>
                  <a:srgbClr val="B4BAAE"/>
                </a:solidFill>
                <a:latin typeface="Aptos"/>
              </a:defRPr>
            </a:pPr>
            <a:r>
              <a:t>Both audio agents now light a zero-latency console REC indicator (blinking dot + live VU bar) driven by the audio-stream callback — ON within ~20 ms of real samples, OFF the instant the stream stops; the agent reveals its own console even when spawned headless.</a:t>
            </a:r>
          </a:p>
          <a:p>
            <a:pPr>
              <a:spcAft>
                <a:spcPts val="400"/>
              </a:spcAft>
              <a:defRPr sz="900">
                <a:solidFill>
                  <a:srgbClr val="B4BAAE"/>
                </a:solidFill>
                <a:latin typeface="Aptos"/>
              </a:defRPr>
            </a:pPr>
            <a:r>
              <a:t>Camcorder + Recorder (capture): webcam photo/video via OpenCV and microphone WAV via sounddevice; AudioPlayer + VideoPlayer (playback): file to speakers / to a chosen display — the media-I/O family (screen / camera-in / mic-in / speakers-out / screen-out).</a:t>
            </a:r>
          </a:p>
          <a:p>
            <a:pPr>
              <a:spcAft>
                <a:spcPts val="400"/>
              </a:spcAft>
              <a:defRPr sz="900">
                <a:solidFill>
                  <a:srgbClr val="B4BAAE"/>
                </a:solidFill>
                <a:latin typeface="Aptos"/>
              </a:defRPr>
            </a:pPr>
            <a:r>
              <a:t>The capture/playback/voice family is observational/output, so it stays out of the Exec Report; each ships on the canvas and as a wrapped Multi-Turn tool. Arduiner adds a direct arduino-cli firmware bridge, and ESPHomer now adds the smart-home YAML/device lane on top of STM32er and ESP32er.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Version identity (v1.24.0): the latest tag now resolves the product to `1.24.0` across VERSIONING.md, release-folder naming, the About dialog story, startup banner wording, and `/agent/version/` expectations.</a:t>
            </a:r>
          </a:p>
          <a:p>
            <a:pPr>
              <a:spcAft>
                <a:spcPts val="400"/>
              </a:spcAft>
              <a:defRPr sz="900">
                <a:solidFill>
                  <a:srgbClr val="B4BAAE"/>
                </a:solidFill>
                <a:latin typeface="Aptos"/>
              </a:defRPr>
            </a:pPr>
            <a:r>
              <a:t>Visual/media asset refresh (v1.24.0 window): `TlamatiniAbout.png` replaces the earlier JPEG and `TlamatiniAndKyber.mp4` is now part of the shipped repository assets, so the dossier inventory and appendices need to count those new binaries.</a:t>
            </a:r>
          </a:p>
          <a:p>
            <a:pPr>
              <a:spcAft>
                <a:spcPts val="400"/>
              </a:spcAft>
              <a:defRPr sz="900">
                <a:solidFill>
                  <a:srgbClr val="B4BAAE"/>
                </a:solidFill>
                <a:latin typeface="Aptos"/>
              </a:defRPr>
            </a:pPr>
            <a:r>
              <a:t>Self-update foundation (v1.23.0 carried into v1.24.0): packaged installs preserve the user's DB across the swap — `apply_update.ps1` stages it through `DB/ToLoad/` and the next launch migrates it back into the new build.</a:t>
            </a:r>
          </a:p>
          <a:p>
            <a:pPr>
              <a:spcAft>
                <a:spcPts val="400"/>
              </a:spcAft>
              <a:defRPr sz="900">
                <a:solidFill>
                  <a:srgbClr val="B4BAAE"/>
                </a:solidFill>
                <a:latin typeface="Aptos"/>
              </a:defRPr>
            </a:pPr>
            <a:r>
              <a:t>Frozen-build hardening (v1.23.0 carried into v1.24.0): numpy and OpenCV are embedded in both bundled Python runtimes and `build.py` aborts if either import is missing, closing the last media-agent dependency gap in installed builds.</a:t>
            </a:r>
          </a:p>
          <a:p>
            <a:pPr>
              <a:spcAft>
                <a:spcPts val="400"/>
              </a:spcAft>
              <a:defRPr sz="900">
                <a:solidFill>
                  <a:srgbClr val="B4BAAE"/>
                </a:solidFill>
                <a:latin typeface="Aptos"/>
              </a:defRPr>
            </a:pPr>
            <a:r>
              <a:t>flow-making skill: turns a plain objective into a canvas-loadable .flw by driving the FlowCreator engine, so chat can build runnable flows without opening the designer.</a:t>
            </a:r>
          </a:p>
          <a:p>
            <a:pPr>
              <a:spcAft>
                <a:spcPts val="400"/>
              </a:spcAft>
              <a:defRPr sz="900">
                <a:solidFill>
                  <a:srgbClr val="B4BAAE"/>
                </a:solidFill>
                <a:latin typeface="Aptos"/>
              </a:defRPr>
            </a:pPr>
            <a:r>
              <a:t>Temp/Templates policy: every transient file stays under &lt;app&gt;/Temp and every scaffolded firmware/engine project under &lt;app&gt;/Templates (never C:/Temp or %TEMP%), pinned before Django starts and taught to the LLM as Rules 15/16.</a:t>
            </a:r>
          </a:p>
          <a:p>
            <a:pPr>
              <a:spcAft>
                <a:spcPts val="400"/>
              </a:spcAft>
              <a:defRPr sz="900">
                <a:solidFill>
                  <a:srgbClr val="B4BAAE"/>
                </a:solidFill>
                <a:latin typeface="Aptos"/>
              </a:defRPr>
            </a:pPr>
            <a:r>
              <a:t>FlowHypervisor monitoring now covers every agent — ESP32er, Arduiner, ESPHomer, Camcorder, and Recorder were added to its categorization, timing, startup markers, and do-not-flag rules, with first-build-downloads-a-large-toolchain caveats where needed.</a:t>
            </a:r>
          </a:p>
          <a:p>
            <a:pPr>
              <a:spcAft>
                <a:spcPts val="400"/>
              </a:spcAft>
              <a:defRPr sz="900">
                <a:solidFill>
                  <a:srgbClr val="B4BAAE"/>
                </a:solidFill>
                <a:latin typeface="Aptos"/>
              </a:defRPr>
            </a:pPr>
            <a:r>
              <a:t>Catalog now stands at 81 workflow agents and 88 Multi-Turn tools (56 wrapped chat-agent + 12 ACPX/Skill + 20 core), with 27 skills.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148,397</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204,348</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388     104,884    147,621  70.7%
Markdown                 147      18,253     23,194  12.3%
JavaScript                29      14,646     18,312   9.9%
CSS                        7       4,256      5,393   2.9%
YAML                      87       1,770      4,474   1.2%
Other text                 7         906      1,101   0.6%
HTML                       4         906        924   0.6%
Prompt template            2         881        993   0.6%
PowerShell                 6         672        987   0.5%
JSON                       8         524        524   0.4%
JavaScript module          1         412        481   0.3%
Text                       7         252        282   0.2%
Protocol Buffers           1          20         33   0.0%
Batch                      1          15         29   0.0%</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8,045  11,713
Tlamatini/agent/tests.py                                Python         5,315   6,874
Tlamatini/agent/tools.py                                Python         2,764   4,036
Tlamatini/agent/doc_generation/complete_project_docs.py Python         2,623   2,955
BookOfTlamatini.md                                      Markdown       2,350   3,322
Tlamatini/agent/agents/flowcreator/agentic_skill.md     Markdown       2,221   2,451
...ini/agent/static/agent/css/agentic_control_panel.css CSS            1,882   2,523
Tlamatini/agent/static/agent/css/agent_page.css         CSS            1,499   1,851
Tlamatini/agent/chat_agent_registry.py                  Python         1,496   1,524
Tlamatini/agent/static/agent/js/agent_page_chat.js      JavaScript     1,452   1,968
Tlamatini/agent/static/agent/js/acp-agent-connectors.js JavaScript     1,451   1,610
Tlamatini/agent/static/agent/js/agent_page_init.js      JavaScript     1,447   1,700
README.md                                               Markdown       1,443   2,051
Tlamatini/agent/static/agent/js/acp-canvas-core.js      JavaScript     1,358   1,668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current Git window establishes the new `v1.24.0` baseline: the latest tag `v1.24.0` sits at commit `eb92877` on June 15, 2026, and the current HEAD `c0c633c` later that same day layers the ESPHomer implementation on top of that version line.</a:t>
            </a:r>
          </a:p>
          <a:p>
            <a:pPr>
              <a:spcAft>
                <a:spcPts val="400"/>
              </a:spcAft>
              <a:defRPr sz="900">
                <a:solidFill>
                  <a:srgbClr val="B4BAAE"/>
                </a:solidFill>
                <a:latin typeface="Aptos"/>
              </a:defRPr>
            </a:pPr>
            <a:r>
              <a:t>The live working tree is already beyond the tagged `v1.24.0` release: ESPHomer is present as a fourth firmware lane, bridging Tlamatini to ESPHome so she can author YAML device configs, validate, compile, upload, and observe smart-home firmware from chat or canvas.</a:t>
            </a:r>
          </a:p>
          <a:p>
            <a:pPr>
              <a:spcAft>
                <a:spcPts val="400"/>
              </a:spcAft>
              <a:defRPr sz="900">
                <a:solidFill>
                  <a:srgbClr val="B4BAAE"/>
                </a:solidFill>
                <a:latin typeface="Aptos"/>
              </a:defRPr>
            </a:pPr>
            <a:r>
              <a:t>The same window refreshes the visible about/presentation media too: `TlamatiniAbout.png` replaces the old JPEG asset, and `TlamatiniAndKyber.mp4` joins the repository as a new shipped visual asset that the dossier inventory now counts.</a:t>
            </a:r>
          </a:p>
          <a:p>
            <a:pPr>
              <a:spcAft>
                <a:spcPts val="400"/>
              </a:spcAft>
              <a:defRPr sz="900">
                <a:solidFill>
                  <a:srgbClr val="B4BAAE"/>
                </a:solidFill>
                <a:latin typeface="Aptos"/>
              </a:defRPr>
            </a:pPr>
            <a:r>
              <a:t>The current Git window includes the `v1.23.0` release from June 15, 2026: the in-app updater now preserves the user's database and migrates it back into the new build on first launch, so chat history and custom Tool/Mcp/Agent toggles survive a packaged update.</a:t>
            </a:r>
          </a:p>
          <a:p>
            <a:pPr>
              <a:spcAft>
                <a:spcPts val="400"/>
              </a:spcAft>
              <a:defRPr sz="900">
                <a:solidFill>
                  <a:srgbClr val="B4BAAE"/>
                </a:solidFill>
                <a:latin typeface="Aptos"/>
              </a:defRPr>
            </a:pPr>
            <a:r>
              <a:t>The same `v1.23.0` wave hardens frozen builds for the media family: numpy and OpenCV are now embedded in both the carried Python and the frozen `_internal`, and `build.py` fails loudly if either import is missing instead of shipping a broken Recorder / Camcorder / AudioPlayer / VideoPlayer / Whisperer path.</a:t>
            </a:r>
          </a:p>
          <a:p>
            <a:pPr>
              <a:spcAft>
                <a:spcPts val="400"/>
              </a:spcAft>
              <a:defRPr sz="900">
                <a:solidFill>
                  <a:srgbClr val="B4BAAE"/>
                </a:solidFill>
                <a:latin typeface="Aptos"/>
              </a:defRPr>
            </a:pPr>
            <a:r>
              <a:t>The working tree also advances the file-navigation and file-editing operator surface: the new Globber, Grepper, and Editor agents/tools let Tlamatini discover files by pattern, search contents by regex, and make surgical in-place edits without falling back to a shell command.</a:t>
            </a:r>
          </a:p>
          <a:p>
            <a:pPr>
              <a:spcAft>
                <a:spcPts val="400"/>
              </a:spcAft>
              <a:defRPr sz="900">
                <a:solidFill>
                  <a:srgbClr val="B4BAAE"/>
                </a:solidFill>
                <a:latin typeface="Aptos"/>
              </a:defRPr>
            </a:pPr>
            <a:r>
              <a:t>The same recent release span still includes the Blenderer foundation: Tlamatini reaches a live Blender session through the official Blender MCP add-on socket (`localhost:9876`), both as the wrapped `chat_agent_blenderer` tool and as a visual workflow node.</a:t>
            </a:r>
          </a:p>
          <a:p>
            <a:pPr>
              <a:spcAft>
                <a:spcPts val="400"/>
              </a:spcAft>
              <a:defRPr sz="900">
                <a:solidFill>
                  <a:srgbClr val="B4BAAE"/>
                </a:solidFill>
                <a:latin typeface="Aptos"/>
              </a:defRPr>
            </a:pPr>
            <a:r>
              <a:t>The in-app self-update path itself is now mature across the current Git window: packaged installs can check GitHub releases, stage a download, hand the locked-file replacement to `apply_update.ps1`, and preserve both operator state and one `agents_backup` generation.</a:t>
            </a:r>
          </a:p>
          <a:p>
            <a:pPr>
              <a:spcAft>
                <a:spcPts val="400"/>
              </a:spcAft>
              <a:defRPr sz="900">
                <a:solidFill>
                  <a:srgbClr val="B4BAAE"/>
                </a:solidFill>
                <a:latin typeface="Aptos"/>
              </a:defRPr>
            </a:pPr>
            <a:r>
              <a:t>The latest documentation pass aligns the handbook and source with `v1.24.0`, which matters here because some older badges or prose lines still lag behind the live 81-agent / 88-tool inventory.</a:t>
            </a:r>
          </a:p>
          <a:p>
            <a:pPr>
              <a:spcAft>
                <a:spcPts val="400"/>
              </a:spcAft>
              <a:defRPr sz="900">
                <a:solidFill>
                  <a:srgbClr val="B4BAAE"/>
                </a:solidFill>
                <a:latin typeface="Aptos"/>
              </a:defRPr>
            </a:pPr>
            <a:r>
              <a:t>The `v1.19.5` File-Creator hardening pass now writes content byte-for-byte: plain `content` is re-extracted verbatim, and heavy escape/binary payloads can travel through `content_b64`, eliminating the wrong-symbol corruption that broke backslash-dense Java, JSON, and regex files.</a:t>
            </a:r>
          </a:p>
          <a:p>
            <a:pPr>
              <a:spcAft>
                <a:spcPts val="400"/>
              </a:spcAft>
              <a:defRPr sz="900">
                <a:solidFill>
                  <a:srgbClr val="B4BAAE"/>
                </a:solidFill>
                <a:latin typeface="Aptos"/>
              </a:defRPr>
            </a:pPr>
            <a:r>
              <a:t>The same release completes the self-modify story: `build.py --self-modify` now generates a rebuildable `TlamatiniSourceCode/` snapshot through `copy_source_assets.py`, so a self-able-modify build carries her own source tree, rebuild instructions, and redacted secrets in one honest package.</a:t>
            </a:r>
          </a:p>
          <a:p>
            <a:pPr>
              <a:spcAft>
                <a:spcPts val="400"/>
              </a:spcAft>
              <a:defRPr sz="900">
                <a:solidFill>
                  <a:srgbClr val="B4BAAE"/>
                </a:solidFill>
                <a:latin typeface="Aptos"/>
              </a:defRPr>
            </a:pPr>
            <a:r>
              <a:t>Self-awareness is now part of the steady baseline rather than a one-off milestone: Tlamatini carries a first-person self-knowledge map and, in self-modify builds, can inspect the bundled source snapshot that describes how she actually works.</a:t>
            </a:r>
          </a:p>
          <a:p>
            <a:pPr>
              <a:spcAft>
                <a:spcPts val="400"/>
              </a:spcAft>
              <a:defRPr sz="900">
                <a:solidFill>
                  <a:srgbClr val="B4BAAE"/>
                </a:solidFill>
                <a:latin typeface="Aptos"/>
              </a:defRPr>
            </a:pPr>
            <a:r>
              <a:t>Release-identity work also remains relevant: the SemVer policy, git-tag sourcing, runtime version surfaces, and build-time embedding across the Windows artefacts now define how Tlamatini reports her version.</a:t>
            </a:r>
          </a:p>
          <a:p>
            <a:pPr>
              <a:spcAft>
                <a:spcPts val="400"/>
              </a:spcAft>
              <a:defRPr sz="9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2026-06-15 | c0c633c | Implementing the new ESPHomer agent, and setting the latest version as 1.24.0, by Tlamatini's-AutoBot.</a:t>
            </a:r>
          </a:p>
          <a:p>
            <a:pPr>
              <a:spcAft>
                <a:spcPts val="400"/>
              </a:spcAft>
              <a:defRPr sz="1200">
                <a:solidFill>
                  <a:srgbClr val="B4BAAE"/>
                </a:solidFill>
                <a:latin typeface="Aptos"/>
              </a:defRPr>
            </a:pPr>
            <a:r>
              <a:t>2026-06-15 | eb92877 | Updating Tlamatini image about, by Tlamatini's-AutoBot.</a:t>
            </a:r>
          </a:p>
          <a:p>
            <a:pPr>
              <a:spcAft>
                <a:spcPts val="400"/>
              </a:spcAft>
              <a:defRPr sz="1200">
                <a:solidFill>
                  <a:srgbClr val="B4BAAE"/>
                </a:solidFill>
                <a:latin typeface="Aptos"/>
              </a:defRPr>
            </a:pPr>
            <a:r>
              <a:t>2026-06-15 | 3b4db3d | Just adding the latest video of Tlamatini and Kyber, by Tlamatini's-AutoBot.</a:t>
            </a:r>
          </a:p>
          <a:p>
            <a:pPr>
              <a:spcAft>
                <a:spcPts val="400"/>
              </a:spcAft>
              <a:defRPr sz="1200">
                <a:solidFill>
                  <a:srgbClr val="B4BAAE"/>
                </a:solidFill>
                <a:latin typeface="Aptos"/>
              </a:defRPr>
            </a:pPr>
            <a:r>
              <a:t>2026-06-15 | ed473eb | Update of documentation md and visual, by Tlamatini's-AutoBot.</a:t>
            </a:r>
          </a:p>
          <a:p>
            <a:pPr>
              <a:spcAft>
                <a:spcPts val="400"/>
              </a:spcAft>
              <a:defRPr sz="1200">
                <a:solidFill>
                  <a:srgbClr val="B4BAAE"/>
                </a:solidFill>
                <a:latin typeface="Aptos"/>
              </a:defRPr>
            </a:pPr>
            <a:r>
              <a:t>2026-06-15 | 1e7bb36 | Handling source code recommendations from Claude to Tlamatini in tool calling process, by Tlamatini's-AutoBot.</a:t>
            </a:r>
          </a:p>
          <a:p>
            <a:pPr>
              <a:spcAft>
                <a:spcPts val="400"/>
              </a:spcAft>
              <a:defRPr sz="1200">
                <a:solidFill>
                  <a:srgbClr val="B4BAAE"/>
                </a:solidFill>
                <a:latin typeface="Aptos"/>
              </a:defRPr>
            </a:pPr>
            <a:r>
              <a:t>2026-06-15 | 5400c83 | File-reading &amp; file-modification workflow + tool-order rule recommandation from Claude to Tlamatini in tool calling process, by Tlamatini's-AutoBot.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2026-06-15 | cba89d9 | fix(gitter): honor quoted args in custom_command (shlex) so a quoted -m no longer fails</a:t>
            </a:r>
          </a:p>
          <a:p>
            <a:pPr>
              <a:spcAft>
                <a:spcPts val="400"/>
              </a:spcAft>
              <a:defRPr sz="1200">
                <a:solidFill>
                  <a:srgbClr val="B4BAAE"/>
                </a:solidFill>
                <a:latin typeface="Aptos"/>
              </a:defRPr>
            </a:pPr>
            <a:r>
              <a:t>2026-06-15 | 91ad7d3 | docs: release v1.23.0 — data-preserving self-update + numpy/opencv embedding</a:t>
            </a:r>
          </a:p>
          <a:p>
            <a:pPr>
              <a:spcAft>
                <a:spcPts val="400"/>
              </a:spcAft>
              <a:defRPr sz="1200">
                <a:solidFill>
                  <a:srgbClr val="B4BAAE"/>
                </a:solidFill>
                <a:latin typeface="Aptos"/>
              </a:defRPr>
            </a:pPr>
            <a:r>
              <a:t>2026-06-15 | 00b85a2 | Embed numpy/opencv in both Pythons; migrate users' DB on self-update; doc agent-carriage rules</a:t>
            </a:r>
          </a:p>
          <a:p>
            <a:pPr>
              <a:spcAft>
                <a:spcPts val="400"/>
              </a:spcAft>
              <a:defRPr sz="1200">
                <a:solidFill>
                  <a:srgbClr val="B4BAAE"/>
                </a:solidFill>
                <a:latin typeface="Aptos"/>
              </a:defRPr>
            </a:pPr>
            <a:r>
              <a:t>2026-06-14 | cf4e67a | COmmiting the pairing og Claude's tools vs. Tlamatini's tools, by angelahack1</a:t>
            </a:r>
          </a:p>
          <a:p>
            <a:pPr>
              <a:spcAft>
                <a:spcPts val="400"/>
              </a:spcAft>
              <a:defRPr sz="1200">
                <a:solidFill>
                  <a:srgbClr val="B4BAAE"/>
                </a:solidFill>
                <a:latin typeface="Aptos"/>
              </a:defRPr>
            </a:pPr>
            <a:r>
              <a:t>2026-06-14 | 277951c | Bump version to 1.20.2 across docs/config; fix flaky Executer output capture</a:t>
            </a:r>
          </a:p>
          <a:p>
            <a:pPr>
              <a:spcAft>
                <a:spcPts val="400"/>
              </a:spcAft>
              <a:defRPr sz="1200">
                <a:solidFill>
                  <a:srgbClr val="B4BAAE"/>
                </a:solidFill>
                <a:latin typeface="Aptos"/>
              </a:defRPr>
            </a:pPr>
            <a:r>
              <a:t>2026-06-14 | 8778c52 | Fix Gitter agent: custom command now prepends 'git' (was rc=1, no-op)</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3/5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2026-06-14 | b669477 | Fix Blenderer params.code false-required gate; add Tlamatini-tools-only directive</a:t>
            </a:r>
          </a:p>
          <a:p>
            <a:pPr>
              <a:spcAft>
                <a:spcPts val="400"/>
              </a:spcAft>
              <a:defRPr sz="1200">
                <a:solidFill>
                  <a:srgbClr val="B4BAAE"/>
                </a:solidFill>
                <a:latin typeface="Aptos"/>
              </a:defRPr>
            </a:pPr>
            <a:r>
              <a:t>2026-06-14 | 7dcc3e8 | Release 1.20.1: fix self-update updater self-kill; preserve Uninstaller.exe</a:t>
            </a:r>
          </a:p>
          <a:p>
            <a:pPr>
              <a:spcAft>
                <a:spcPts val="400"/>
              </a:spcAft>
              <a:defRPr sz="1200">
                <a:solidFill>
                  <a:srgbClr val="B4BAAE"/>
                </a:solidFill>
                <a:latin typeface="Aptos"/>
              </a:defRPr>
            </a:pPr>
            <a:r>
              <a:t>2026-06-14 | 5b0354d | Updating visual documentation to 1.20.0, by angelahack1</a:t>
            </a:r>
          </a:p>
          <a:p>
            <a:pPr>
              <a:spcAft>
                <a:spcPts val="400"/>
              </a:spcAft>
              <a:defRPr sz="1200">
                <a:solidFill>
                  <a:srgbClr val="B4BAAE"/>
                </a:solidFill>
                <a:latin typeface="Aptos"/>
              </a:defRPr>
            </a:pPr>
            <a:r>
              <a:t>2026-06-14 | 1034cc1 | Implemeting skill to Claude make self sweeping of the entire source code in ordet to have complete both the sel-update assets and the self-modiffy assets, by angelahack1</a:t>
            </a:r>
          </a:p>
          <a:p>
            <a:pPr>
              <a:spcAft>
                <a:spcPts val="400"/>
              </a:spcAft>
              <a:defRPr sz="1200">
                <a:solidFill>
                  <a:srgbClr val="B4BAAE"/>
                </a:solidFill>
                <a:latin typeface="Aptos"/>
              </a:defRPr>
            </a:pPr>
            <a:r>
              <a:t>2026-06-14 | ea3ed85 | Making all md. documentation ans source code to point to 1.20.0 as the latest version, by Tlamatini's-AutoBot.</a:t>
            </a:r>
          </a:p>
          <a:p>
            <a:pPr>
              <a:spcAft>
                <a:spcPts val="400"/>
              </a:spcAft>
              <a:defRPr sz="1200">
                <a:solidFill>
                  <a:srgbClr val="B4BAAE"/>
                </a:solidFill>
                <a:latin typeface="Aptos"/>
              </a:defRPr>
            </a:pPr>
            <a:r>
              <a:t>2026-06-14 | 8badaaf | Implemented the source copying to autoupdate in the self-modify source code in order to Tlamatini count with all the recents implementations, by angelahack1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4/5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2026-06-14 | 72619c0 | Implemented the self-update capability, and the new agent Blenderer, by angelahack1</a:t>
            </a:r>
          </a:p>
          <a:p>
            <a:pPr>
              <a:spcAft>
                <a:spcPts val="400"/>
              </a:spcAft>
              <a:defRPr sz="1200">
                <a:solidFill>
                  <a:srgbClr val="B4BAAE"/>
                </a:solidFill>
                <a:latin typeface="Aptos"/>
              </a:defRPr>
            </a:pPr>
            <a:r>
              <a:t>2026-06-13 | 583ec34 | Just erasing trash, by angelahack1</a:t>
            </a:r>
          </a:p>
          <a:p>
            <a:pPr>
              <a:spcAft>
                <a:spcPts val="400"/>
              </a:spcAft>
              <a:defRPr sz="1200">
                <a:solidFill>
                  <a:srgbClr val="B4BAAE"/>
                </a:solidFill>
                <a:latin typeface="Aptos"/>
              </a:defRPr>
            </a:pPr>
            <a:r>
              <a:t>2026-06-13 | da60150 | Post PR check and testing stage re-checked, by angelahack1</a:t>
            </a:r>
          </a:p>
          <a:p>
            <a:pPr>
              <a:spcAft>
                <a:spcPts val="400"/>
              </a:spcAft>
              <a:defRPr sz="1200">
                <a:solidFill>
                  <a:srgbClr val="B4BAAE"/>
                </a:solidFill>
                <a:latin typeface="Aptos"/>
              </a:defRPr>
            </a:pPr>
            <a:r>
              <a:t>2026-06-13 | 176dd0c | Merge pull request #1 from fr4iser90/security/deps-and-hardening</a:t>
            </a:r>
          </a:p>
          <a:p>
            <a:pPr>
              <a:spcAft>
                <a:spcPts val="400"/>
              </a:spcAft>
              <a:defRPr sz="1200">
                <a:solidFill>
                  <a:srgbClr val="B4BAAE"/>
                </a:solidFill>
                <a:latin typeface="Aptos"/>
              </a:defRPr>
            </a:pPr>
            <a:r>
              <a:t>2026-06-13 | 9b71525 | Updating visual documentation to Tlamatini v1.19.5, by Tlamatini's-AutoBot.</a:t>
            </a:r>
          </a:p>
          <a:p>
            <a:pPr>
              <a:spcAft>
                <a:spcPts val="400"/>
              </a:spcAft>
              <a:defRPr sz="1200">
                <a:solidFill>
                  <a:srgbClr val="B4BAAE"/>
                </a:solidFill>
                <a:latin typeface="Aptos"/>
              </a:defRPr>
            </a:pPr>
            <a:r>
              <a:t>2026-06-13 | 5579391 | Updating documentation to Tlamatini v1.19.5, by Tlamatini's-AutoBot.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5/5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2026-06-12 | 563ae27 | Fixing the FileCreator bulk-down to avoid wrong symbols files, by Tlamatini's-AutoBot.</a:t>
            </a:r>
          </a:p>
          <a:p>
            <a:pPr>
              <a:spcAft>
                <a:spcPts val="400"/>
              </a:spcAft>
              <a:defRPr sz="1200">
                <a:solidFill>
                  <a:srgbClr val="B4BAAE"/>
                </a:solidFill>
                <a:latin typeface="Aptos"/>
              </a:defRPr>
            </a:pPr>
            <a:r>
              <a:t>2026-06-12 | acf1a35 | Updating visual documentation to Tlamatini v1.19.4, by Tlamatini's-AutoBot.</a:t>
            </a:r>
          </a:p>
          <a:p>
            <a:pPr>
              <a:spcAft>
                <a:spcPts val="400"/>
              </a:spcAft>
              <a:defRPr sz="1200">
                <a:solidFill>
                  <a:srgbClr val="B4BAAE"/>
                </a:solidFill>
                <a:latin typeface="Aptos"/>
              </a:defRPr>
            </a:pPr>
            <a:r>
              <a:t>2026-06-12 | 2a963c8 | Updating documentation to Tlamatini v1.19.4, by Tlamatini's-AutoBot.</a:t>
            </a:r>
          </a:p>
          <a:p>
            <a:pPr>
              <a:spcAft>
                <a:spcPts val="400"/>
              </a:spcAft>
              <a:defRPr sz="1200">
                <a:solidFill>
                  <a:srgbClr val="B4BAAE"/>
                </a:solidFill>
                <a:latin typeface="Aptos"/>
              </a:defRPr>
            </a:pPr>
            <a:r>
              <a:t>2026-06-12 | fe0cee2 | Fixing the FileCreator bulk-down to avoid truncated files, by Tlamatini's-AutoBot.</a:t>
            </a:r>
          </a:p>
          <a:p>
            <a:pPr>
              <a:spcAft>
                <a:spcPts val="400"/>
              </a:spcAft>
              <a:defRPr sz="1200">
                <a:solidFill>
                  <a:srgbClr val="B4BAAE"/>
                </a:solidFill>
                <a:latin typeface="Aptos"/>
              </a:defRPr>
            </a:pPr>
            <a:r>
              <a:t>2026-06-12 | 5a04129 | Now Implemented the complete source code as the codebase Tlamatini will work with in Auto-self modify, by Tlamatini's-AutoBot.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build_installer.py
|-- build_uninstaller.py
|-- Claude-Desktop-KALI-MCP-Session.md
|-- CLAUDE.md
|-- copy_source_assets.py
|-- CreateShortcut.json
|-- CreateShortcut.ps1
|-- eslint.config.mjs
|-- example_of_prompt_to_make_de-compresser_agent.txt
|-- install.py
|-- KIMI.md
|-- LICENSE
|-- OllamaPricing.png
|-- package.json
|-- PIVOT_CHANGES.md
|-- pnpm-lock.yaml
|-- prompt_example_2_create_agent.txt
|-- README.md
|-- regen_secrets.py
|-- register_flw.ps1
|-- RemoveShortcut.ps1
|-- requirements.txt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Tlamatini-Kali-Setup.md
|-- Tlamatini.ico
|-- Tlamatini.jpg
|-- Tlamatini.ps1
|-- tlamatini_app_summary.pdf
|-- Tlamatini_eXtended_Artificial_Intelligence_Humanly_Tempered.pptx
|-- TLAMATINI_MCP.md
|-- tlamatini_mcp_server.py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tlamatini-agent-creation/
|       |   `-- SKILL.md
|       |-- tlamatini-agent-naming/
|       |   `-- SKILL.md
|       |-- tlamatini-daily-chat-test/
|       |   |-- .gitignore
|       |   |-- SKILL.md
|       |   `-- harness/
|       |       |-- config.py
|       |       |-- cyber_watchdog_test.py
|       |       |-- qualify.py
|       |       |-- questions.py
|       |       |-- README.md
|       |       |-- requirements.txt
|       |       |-- run_test.py
|       |       |-- talk_test.py
|       |       `-- wrapped_questions.py
|       |-- tlamatini-self-modify-inclusion/
|       |   |-- SKILL.md
|       |   `-- scripts/
|       |       `-- sweep_self_modify.py
|       `-- tlamatini-self-update-inclusion/
|           |-- SKILL.md
|           `-- scripts/
|               `-- sweep_self_update.py
|-- .codex/
|   `-- skills/
|       |-- full-project-pdf-dossier/
|       |   `-- SKILL.md
|       `-- overlap-safe-pptx-dossier/
|           `-- SKILL.md</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.github/
|   `-- workflows/
|       `-- name-guard.yml
|-- .scanning/
|   `-- finding-policy.json
|-- AuxTests/
|   `-- mypdf2.py
|-- docs/
|   `-- claude/
|       |-- acpx.md
|       |-- agents.md
|       |-- architecture.md
|       |-- exec-report.md
|       |-- frontend.md
|       |-- gotchas.md
|       |-- INDEX.md
|       |-- mcp-tools.md
|       |-- multi-turn.md
|       `-- recent-fixes.md
|-- pyinstaller_hooks/
|   `-- hook-numpy.py
`-- Tlamatini/
    |-- cat_art.py
    |-- manage.py
    |-- .agents/
    |   `-- workflows/
    |       `-- create_new_agent.md
    |-- .mcps/
    |   `-- create_new_mcp.md
    |-- .skills/
    |   `-- create_new_skill.md</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agent/
    |   |-- __init__.py
    |   |-- access_key_wizard.py
    |   |-- admin.py
    |   |-- apps.py
    |   |-- capability_registry.py
    |   |-- chain_files_search_lcel.py
    |   |-- chain_system_lcel.py
    |   |-- chat_agent_registry.py
    |   |-- chat_agent_runtime.py
    |   |-- chat_history_loader.py
    |   |-- command_togen_pb2.txt
    |   |-- command_watchdog.py
    |   |-- config.json
    |   |-- config_loader.py
    |   |-- constants.py
    |   |-- consumers.py
    |   |-- embedding_memory_guard.py
    |   |-- exec_permission.py
    |   |-- filesearch.proto
    |   |-- filesearch_pb2.py
    |   |-- filesearch_pb2_grpc.py
    |   |-- global_execution_planner.py
    |   |-- global_state.py
    |   |-- gpu_perf.py
    |   |-- inet_determiner.py
    |   |-- mcp_agent.py
    |   |-- mcp_files_search_client.py
    |   |-- mcp_files_search_server.py
    |   |-- mcp_system_client.py
    |   |-- mcp_system_server.py</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models.py
    |   |-- native_dialogs.py
    |   |-- orphan_reaper.py
    |   |-- path_guard.py
    |   |-- prompt.pmt
    |   |-- rag_enhancements.py
    |   |-- routing.py
    |   |-- self_update.py
    |   |-- test_access_key_wizard.py
    |   |-- test_arduiner_agent.py
    |   |-- test_audioplayer_agent.py
    |   |-- test_blenderer_agent.py
    |   |-- test_build_scripts.py
    |   |-- test_camcorder_agent.py
    |   |-- test_chat_bridge_bots.py
    |   |-- test_command_watchdog.py
    |   |-- test_crawler_agent.py
    |   |-- test_de_compresser.py
    |   |-- test_editor_agent.py
    |   |-- test_embedding_memory_guard.py
    |   |-- test_esp32er_agent.py
    |   |-- test_esphomer_agent.py
    |   |-- test_execute_command_bounded.py
    |   |-- test_file_extractor_reader.py
    |   |-- test_flow_contracts.py
    |   |-- test_globber_agent.py
    |   |-- test_googler_agent.py
    |   |-- test_grepper_agent.py
    |   |-- test_j_decompiler_agent.py
    |   |-- test_kalier_agent.py
    |   |-- test_native_dialogs.py</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test_orphan_reaper.py
    |   |-- test_password_quoting.py
    |   |-- test_playwrighter_agent.py
    |   |-- test_recorder_agent.py
    |   |-- test_self_update.py
    |   |-- test_stm32er_agent.py
    |   |-- test_talker_agent.py
    |   |-- test_temp_dir_policy.py
    |   |-- test_unrealer_agent.py
    |   |-- test_videoplayer_agent.py
    |   |-- test_whisperer_agent.py
    |   |-- test_windower_agent.py
    |   |-- test_windows_app_registration.py
    |   |-- tests.py
    |   |-- Tlamatini.md
    |   |-- tools.py
    |   |-- urls.py
    |   |-- version.py
    |   |-- views.py
    |   |-- web_search_llm.py
    |   |-- window_flash.py
    |   |-- windows_app_registration.py
    |   |-- acpx/
    |   |   |-- __init__.py
    |   |   |-- agent_registry.py
    |   |   |-- config.py
    |   |   |-- permissions.py
    |   |   |-- runtime.py
    |   |   |-- service.py
    |   |   |-- session_store.py
    |   |   |-- tests.py</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
    |   |   |   `-- de_compresser.py
    |   |   |-- deleter/
    |   |   |   |-- config.yaml
    |   |   |   `-- deleter.py
    |   |   |-- dockerer/
    |   |   |   |-- config.yaml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flowbacker/
    |   |   |   |-- config.yaml
    |   |   |   `-- flowbacker.py
    |   |   |-- flowcreator/
    |   |   |   |-- agentic_skill.md
    |   |   |   |-- config.yaml
    |   |   |   `-- flowcreator.py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googler.py
    |   |   |-- grepper/
    |   |   |   |-- config.yaml
    |   |   |   `-- grepper.py
    |   |   |-- image_interpreter/
    |   |   |   |-- config.yaml
    |   |   |   `-- image_interpreter.py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kyber_keygen.py
    |   |   |-- mongoxer/
    |   |   |   |-- config.yaml
    |   |   |   `-- mongoxer.py
    |   |   |-- monitor_log/
    |   |   |   |-- config.yaml
    |   |   |   `-- monitor_log.py
    |   |   |-- monitor_netstat/
    |   |   |   |-- config.yaml
    |   |   |   `-- monitor_netstat.py
    |   |   |-- mouser/
    |   |   |   |-- config.yaml
    |   |   |   `-- mouser.py
    |   |   |-- mover/
    |   |   |   |-- config.yaml
    |   |   |   `-- mover.py
    |   |   |-- node_manager/
    |   |   |   |-- config.yaml
    |   |   |   |-- node_manager.md
    |   |   |   |-- node_manager.py
    |   |   |   |-- nodes_example.json
    |   |   |   `-- nodes_example.yaml
    |   |   |-- notifier/
    |   |   |   |-- config.yaml
    |   |   |   `-- notifier.py
    |   |   |-- or/
    |   |   |   |-- config.yaml
    |   |   |   `-- or.py
    |   |   |-- parametrizer/
    |   |   |   |-- config.yaml
    |   |   |   `-- parametrizer.py</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playwrighter/
    |   |   |   |-- config.yaml
    |   |   |   `-- playwrighter.py
    |   |   |-- prompter/
    |   |   |   |-- config.yaml
    |   |   |   `-- prompter.py
    |   |   |-- pser/
    |   |   |   |-- config.yaml
    |   |   |   `-- pser.py
    |   |   |-- pythonxer/
    |   |   |   |-- config.yaml
    |   |   |   `-- pythonxer.py
    |   |   |-- raiser/
    |   |   |   |-- config.yaml
    |   |   |   `-- raiser.py
    |   |   |-- recmailer/
    |   |   |   |-- config.yaml
    |   |   |   `-- recmailer.py
    |   |   |-- recorder/
    |   |   |   |-- config.yaml
    |   |   |   `-- recorder.py
    |   |   |-- reviewer/
    |   |   |   |-- config.yaml
    |   |   |   `-- reviewer.py
    |   |   |-- scper/
    |   |   |   |-- config.yaml
    |   |   |   `-- scper.py
    |   |   |-- shoter/
    |   |   |   |-- config.yaml
    |   |   |   `-- shoter.py
    |   |   |-- sleeper/</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sleeper.py
    |   |   |-- sqler/
    |   |   |   |-- config.yaml
    |   |   |   `-- sqler.py
    |   |   |-- ssher/
    |   |   |   |-- config.yaml
    |   |   |   `-- ssher.py
    |   |   |-- starter/
    |   |   |   |-- config.yaml
    |   |   |   `-- starter.py
    |   |   |-- stm32er/
    |   |   |   |-- config.yaml
    |   |   |   `-- stm32er.py
    |   |   |-- stopper/
    |   |   |   |-- config.yaml
    |   |   |   `-- stopper.py
    |   |   |-- summarizer/
    |   |   |   |-- config.yaml
    |   |   |   `-- summarizer.py
    |   |   |-- talker/
    |   |   |   |-- config.yaml
    |   |   |   `-- talker.py
    |   |   |-- telegramer/
    |   |   |   |-- config.yaml
    |   |   |   `-- telegramer.py
    |   |   |-- telegramrx/
    |   |   |   |-- config.yaml
    |   |   |   `-- telegramrx.py
    |   |   |-- teletlamatini/
    |   |   |   |-- config.yaml</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teletlamatini.py
    |   |   |-- unrealer/
    |   |   |   |-- config.yaml
    |   |   |   `-- unrealer.py
    |   |   |-- videoplayer/
    |   |   |   |-- config.yaml
    |   |   |   `-- videoplayer.py
    |   |   |-- whatsapper/
    |   |   |   |-- config.yaml
    |   |   |   `-- whatsapper.py
    |   |   |-- whatstlamatini/
    |   |   |   |-- config.yaml
    |   |   |   `-- whatstlamatini.py
    |   |   |-- whisperer/
    |   |   |   |-- config.yaml
    |   |   |   `-- whisperer.py
    |   |   `-- windower/
    |   |       |-- config.yaml
    |   |       `-- windower.py
    |   |-- doc_generation/
    |   |   |-- complete_project_docs.py
    |   |   |-- mardown_to_pdf.py
    |   |   |-- refresh_project_docs.py
    |   |   `-- test_output.pdf
    |   |-- images/
    |   |   |-- HiIamTlamatini.png
    |   |   |-- mockup.jpg
    |   |   |-- RealisticTlamatini.png
    |   |   |-- ShouldersUoTlamatini.png
    |   |   |-- Tlamatini AI Agentic Advisor Video.mp4
    |   |   |-- TlamatiniAbout.png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TlamatiniAndKyber.mp4
    |   |   |-- TlamatiniDrawings.png
    |   |   |-- TlammatiniLetsMakeSomeMagic.mp4
    |   |   |-- TorsoTlamatini.png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__init__.py
    |   |-- monitors/
    |   |   `-- monitor_sql.py
    |   |-- opus_client/
    |   |   |-- claude_opus_client.py
    |   |   |-- examples.py
    |   |   `-- README.md
    |   |-- rag/
    |   |   |-- __init__.py
    |   |   |-- config.py
    |   |   |-- factory.py
    |   |   |-- interaction.py
    |   |   |-- interface.py
    |   |   |-- loaders.py
    |   |   |-- prompts.py
    |   |   |-- retrieval.py
    |   |   |-- splitters.py
    |   |   |-- utils.py
    |   |   `-- chains/
    |   |       |-- base.py
    |   |       |-- basic.py
    |   |       |-- history_aware.py
    |   |       `-- unified.py
    |   |-- services/
    |   |   |-- __init__.py
    |   |   |-- agent_contracts.py
    |   |   |-- agent_paths.py
    |   |   |-- answer_analizer.py
    |   |   |-- filesystem.py
    |   |   |-- flow_compiler.py
    |   |   |-- flow_spec.py</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response_parser.py
    |   |-- skills/
    |   |   |-- __init__.py
    |   |   |-- frontmatter.py
    |   |   |-- harness.py
    |   |   |-- io_contract.py
    |   |   `-- registry.py
    |   |-- skills_pkg/
    |   |   |-- _meta/
    |   |   |   |-- lint.py
    |   |   |   `-- schema.json
    |   |   |-- acp_router/
    |   |   |   `-- SKILL.md
    |   |   |-- code_review/
    |   |   |   `-- SKILL.md
    |   |   |-- create_new_agent/
    |   |   |   `-- SKILL.md
    |   |   |-- create_new_mcp/
    |   |   |   `-- SKILL.md
    |   |   |-- flow_making/
    |   |   |   |-- SKILL.md
    |   |   |   |-- references/
    |   |   |   |   `-- flw_schema.md
    |   |   |   `-- scripts/
    |   |   |       |-- make_flow.py
    |   |   |       `-- result_to_flw.py
    |   |   |-- github/
    |   |   |   `-- SKILL.md
    |   |   |-- gmail/
    |   |   |   `-- SKILL.md
    |   |   |-- hello_world/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jira/
    |   |   |   `-- SKILL.md
    |   |   |-- kali_pentest/
    |   |   |   `-- SKILL.md
    |   |   |-- notion/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tlamatini_planner_trace_replay/
    |   |   |   `-- SKILL.md
    |   |   |-- tlamatini_static_version_bumper/
    |   |   |   `-- SKILL.md
    |   |   |-- todoist/
    |   |   |   `-- SKILL.md
    |   |   |-- trello/
    |   |   |   `-- SKILL.md
    |   |   `-- weather/
    |   |       `-- SKILL.md
    |   |-- static/
    |   |   `-- agent/
    |   |       |-- css/
    |   |       |   |-- access_keys_wizard.css
    |   |       |   |-- agent_page.css
    |   |       |   |-- agentic_control_panel.css
    |   |       |   |-- login.css
    |   |       |   |-- skills_dialog.css
    |   |       |   |-- tools_dialog.css
    |   |       |   `-- welcome.css
    |   |       |-- img/
    |   |       |   |-- spinner.svg
    |   |       |   `-- Tlamatini.ico
    |   |       |-- js/
    |   |       |   |-- access_keys_wizard.js
    |   |       |   |-- acp-agent-connectors.js
    |   |       |   |-- acp-canvas-core.js
    |   |       |   |-- acp-canvas-undo.js
    |   |       |   |-- acp-control-buttons.js
    |   |       |   |-- acp-file-io.js
    |   |       |   |-- acp-flow-snapshot.js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canvas_item_dialog.js
    |   |       |   |-- chat_page_runtime_poller.js
    |   |       |   |-- contextual_menus.js
    |   |       |   |-- shared-runtime-dialogs.js
    |   |       |   |-- skills_dialog.js
    |   |       |   `-- tools_dialog.js
    |   |       |-- sounds/
    |   |       |   |-- hypervisor_alert.wav
    |   |       |   `-- notification.wav
    |   |       `-- video/
    |   |           `-- XAIHT-Tlamatini.mp4
    |   |-- telegram/
    |   |   |-- AztecTlamatini.txt
    |   |   |-- config.yaml
    |   |   `-- telegram_receiver.py</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templates/
    |   |   `-- agent/
    |   |       |-- agent_page.html
    |   |       |-- agentic_control_panel.html
    |   |       |-- login.html
    |   |       `-- welcome.html
    |   |-- test_fixtures/
    |   |   `-- talker_orpheus_tokens.txt
    |   `-- TlamatiniSourceCode/
    |       `-- README.md
    |-- DB/
    |   |-- Older/
    |   |   `-- README.md
    |   `-- ToLoad/
    |       `-- README.md
    |-- jd-cli/
    |   |-- jd-cli.bat
    |   `-- jd-cli.jar
    `-- tlamatini/
        |-- __init__.py
        |-- asgi.py
        |-- context_processors.py
        |-- logging_filters.py
        |-- middleware.py
        |-- settings.py
        |-- urls.py
        `-- wsgi.py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