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1035</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227,422</a:t>
            </a:r>
          </a:p>
        </p:txBody>
      </p:sp>
      <p:sp>
        <p:nvSpPr>
          <p:cNvPr id="20" name="TextBox 19"/>
          <p:cNvSpPr txBox="1"/>
          <p:nvPr/>
        </p:nvSpPr>
        <p:spPr>
          <a:xfrm>
            <a:off x="822960" y="5138928"/>
            <a:ext cx="5669280" cy="292608"/>
          </a:xfrm>
          <a:prstGeom prst="rect">
            <a:avLst/>
          </a:prstGeom>
          <a:noFill/>
        </p:spPr>
        <p:txBody>
          <a:bodyPr wrap="square" anchor="t" lIns="12700" rIns="127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August 31, 2026 05:00 PM UTC-0600 at HEAD 6e4ffa7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V1.50.6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V1.50.6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V1.50.6 - CLEAN-CLONE PRIVACY AND BOUNDED SHUTDOWN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`v1.50.6` is the current annotated release; its tag, local HEAD, and `origin/main` all resolve to `6e4ffa73`. The public builder now permits a provably pristine clone without a machine-local leak-target list, while target-independent probes still fail toward refusal on private or unreadable evidence, the tracked shape-only example remains inert, and targets lists remain build-time-only. Runtime identity stays Git/build-derived, and this generator creates no tag, commit, or push.</a:t>
            </a:r>
          </a:p>
          <a:p>
            <a:pPr>
              <a:spcAft>
                <a:spcPts val="400"/>
              </a:spcAft>
              <a:defRPr sz="1000">
                <a:solidFill>
                  <a:srgbClr val="B4BAAE"/>
                </a:solidFill>
                <a:latin typeface="Aptos"/>
              </a:defRPr>
            </a:pPr>
            <a:r>
              <a:t>`v1.50.5` makes Ctrl+C bounded and re-entry-safe: signal context only sets an Event, a boot-created daemon worker performs best-effort cleanup, a watchdog guarantees exit, and a second signal hard-exits. Source-contract and visible real-console tests prove termination; `PromptDesigner.jpg` is tracked as design evidence, not advertised as wired runtime functionality.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carried v1.50.4 fix excludes optional Transformers from frozen Django so its guarded token-counter fallback cannot load the unused Torch stack, while carried Python retains Torch for Talker. v1.50.3 makes Googler decode Bing `ck/a` Base64URL targets after HTML unescaping and filter Mojeek self-promotional links; structured dorks, External MCP onboarding, and Deep Internet Research remain carried.</a:t>
            </a:r>
          </a:p>
          <a:p>
            <a:pPr>
              <a:spcAft>
                <a:spcPts val="400"/>
              </a:spcAft>
              <a:defRPr sz="1000">
                <a:solidFill>
                  <a:srgbClr val="B4BAAE"/>
                </a:solidFill>
                <a:latin typeface="Aptos"/>
              </a:defRPr>
            </a:pPr>
            <a:r>
              <a:t>NetSpeed-Calculator remains workflow agent 88 and wrapped launcher 66, with metered tier-D throughput work and confidence intervals. Complete operation documents Ollama Pro or higher as the intended minimum cloud-model tier; private builds synchronize same-machine contacts, while public builds and self-modify snapshots remain contact-empty.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V1.50.6</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v1.50.6 assets add a 26-test public-release contract suite plus an inert tracked shape-only targets example; v1.50.5 adds the Ctrl+C source/E2E suites plus `PromptDesigner.jpg` as an unreferenced design reference. Carried v1.50.4 assets include `test_web_process_stays_lean.py`, the frozen-process exclusion, and canonical `langchain_core.tools` imports.</a:t>
            </a:r>
          </a:p>
          <a:p>
            <a:pPr>
              <a:spcAft>
                <a:spcPts val="400"/>
              </a:spcAft>
              <a:defRPr sz="1000">
                <a:solidFill>
                  <a:srgbClr val="B4BAAE"/>
                </a:solidFill>
                <a:latin typeface="Aptos"/>
              </a:defRPr>
            </a:pPr>
            <a:r>
              <a:t>WAL-safe database assets include `agent/sqlite_copy.py`, the pre-Django `manage.py` swap, DB-menu views, `test_db_backup_restore_wal.py`, `run_db_wal_tests.ps1`, and the headed `test_db_backup_set_visible.py` suite.</a:t>
            </a:r>
          </a:p>
          <a:p>
            <a:pPr>
              <a:spcAft>
                <a:spcPts val="400"/>
              </a:spcAft>
              <a:defRPr sz="1000">
                <a:solidFill>
                  <a:srgbClr val="B4BAAE"/>
                </a:solidFill>
                <a:latin typeface="Aptos"/>
              </a:defRPr>
            </a:pPr>
            <a:r>
              <a:t>External-MCP onboarding assets include `skills_pkg/adding_external_mcp/SKILL.md` plus its transport, configuration, doctor, and activation references; migration 0194 and `test_deep_research_prompt.py` cover the new starter prompt.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Private-release evidence includes `build_complete_private_release.py::sync_contacts_private`, the public empty-contact contract, and source-snapshot contact exclusion. Generated docs never reproduce contact values or live External-MCP credentials.</a:t>
            </a:r>
          </a:p>
          <a:p>
            <a:pPr>
              <a:spcAft>
                <a:spcPts val="400"/>
              </a:spcAft>
              <a:defRPr sz="1000">
                <a:solidFill>
                  <a:srgbClr val="B4BAAE"/>
                </a:solidFill>
                <a:latin typeface="Aptos"/>
              </a:defRPr>
            </a:pPr>
            <a:r>
              <a:t>The carried search/verdict/build assets remain represented by Grepper encoding tests, `agent_verdict.py`, Kuberneter contracts, `Uninstaller.exe` preservation, and the frozen-archive carriage proof.</a:t>
            </a:r>
          </a:p>
          <a:p>
            <a:pPr>
              <a:spcAft>
                <a:spcPts val="400"/>
              </a:spcAft>
              <a:defRPr sz="1000">
                <a:solidFill>
                  <a:srgbClr val="B4BAAE"/>
                </a:solidFill>
                <a:latin typeface="Aptos"/>
              </a:defRPr>
            </a:pPr>
            <a:r>
              <a:t>Blue-hat assets include the six tracked files under `security/`, build/source-snapshot log exclusions, official ASR and audit-policy GUID contracts, path-safe UAC launchers, the bounded defender watch loop, the expanded visible harness that passed 40/40 non-destructive checks, and fail-open self-update carryover for operator-owned `security_logs/` evidence.</a:t>
            </a:r>
          </a:p>
          <a:p>
            <a:pPr>
              <a:spcAft>
                <a:spcPts val="400"/>
              </a:spcAft>
              <a:defRPr sz="1000">
                <a:solidFill>
                  <a:srgbClr val="B4BAAE"/>
                </a:solidFill>
                <a:latin typeface="Aptos"/>
              </a:defRPr>
            </a:pPr>
            <a:r>
              <a:t>The inventory includes `image copy.png` as binary diagnostic evidence of the pre-fix startup console; its image contents and machine-specific paths are not reproduced in the dossiers. Line totals count text only and exclude comments, blanks, and Python docstrings according to the documented method.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remain the complete content baselines, while Git is the version source of truth: annotated release `v1.50.6` and aligned local/remote HEAD all resolve to `6e4ffa73`. The generated facts are source-derived: 88 agents, 66 wrapped launchers, 108 built-in Multi-Turn tools, 29 skills, and 197 migrations before documentation edits change line totals.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`v1.50.6` release.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`v1.50.6` is the current annotated release, and aligned local/remote HEAD resolves to the same `6e4ffa73` commit. It adds the clean-clone public-build privacy preflight and bounded Ctrl+C shutdown while carrying the v1.50.4 lean frozen-process fix, v1.50.3 Googler resilience, NetSpeed-Calculator, WAL-safe SQLite movement, External-MCP onboarding, Deep Internet Research, private contact synchronization, and the earlier safety/platform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`v1.50.6`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4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400">
                <a:solidFill>
                  <a:srgbClr val="B4BAAE"/>
                </a:solidFill>
                <a:latin typeface="Aptos"/>
              </a:defRPr>
            </a:pPr>
            <a:r>
              <a:t>Git resolves the current release as `TLAMATINI_VERSION=1.50.6`, matching the newest annotated `v1.50.6` tag at aligned local/remote HEAD rather than inventing a separate build identity.</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1.50.6 | build: 1.50.6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1035</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6e4ffa7 - Improving public build, by angelahack1</a:t>
            </a:r>
          </a:p>
          <a:p>
            <a:pPr>
              <a:spcAft>
                <a:spcPts val="400"/>
              </a:spcAft>
              <a:defRPr sz="1500">
                <a:solidFill>
                  <a:srgbClr val="B4BAAE"/>
                </a:solidFill>
                <a:latin typeface="Aptos"/>
              </a:defRPr>
            </a:pPr>
            <a:r>
              <a:t>Resolved version: 1.50.6 (git)</a:t>
            </a:r>
          </a:p>
          <a:p>
            <a:pPr>
              <a:spcAft>
                <a:spcPts val="400"/>
              </a:spcAft>
              <a:defRPr sz="1500">
                <a:solidFill>
                  <a:srgbClr val="B4BAAE"/>
                </a:solidFill>
                <a:latin typeface="Aptos"/>
              </a:defRPr>
            </a:pPr>
            <a:r>
              <a:t>Generated on August 31, 2026 05:00 PM UTC-0600</a:t>
            </a:r>
          </a:p>
          <a:p>
            <a:pPr>
              <a:spcAft>
                <a:spcPts val="400"/>
              </a:spcAft>
              <a:defRPr sz="1500">
                <a:solidFill>
                  <a:srgbClr val="B4BAAE"/>
                </a:solidFill>
                <a:latin typeface="Aptos"/>
              </a:defRPr>
            </a:pPr>
            <a:r>
              <a:t>Inventory scope: 1035 files = 1035 tracked + 0 git-unignored working-tree additions</a:t>
            </a:r>
          </a:p>
          <a:p>
            <a:pPr>
              <a:spcAft>
                <a:spcPts val="400"/>
              </a:spcAft>
              <a:defRPr sz="1500">
                <a:solidFill>
                  <a:srgbClr val="B4BAAE"/>
                </a:solidFill>
                <a:latin typeface="Aptos"/>
              </a:defRPr>
            </a:pPr>
            <a:r>
              <a:t>Multi-Turn tools: 108; wrapped chat-agent tools: 66; skills: 29</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51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c0d11ba on 2026-08-29</a:t>
            </a:r>
          </a:p>
          <a:p>
            <a:pPr>
              <a:spcAft>
                <a:spcPts val="400"/>
              </a:spcAft>
              <a:defRPr sz="1300">
                <a:solidFill>
                  <a:srgbClr val="B4BAAE"/>
                </a:solidFill>
                <a:latin typeface="Aptos"/>
              </a:defRPr>
            </a:pPr>
            <a:r>
              <a:t>General Tlamaitni (english) assets pairing, by angelahack1</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annotated release and aligned local/remote HEAD both resolve to `v1.50.6` at `6e4ffa73`, so release and worktree identities are reported without inventing a post-tag build.</a:t>
            </a:r>
          </a:p>
          <a:p>
            <a:pPr>
              <a:spcAft>
                <a:spcPts val="400"/>
              </a:spcAft>
              <a:defRPr sz="1000">
                <a:solidFill>
                  <a:srgbClr val="B4BAAE"/>
                </a:solidFill>
                <a:latin typeface="Aptos"/>
              </a:defRPr>
            </a:pPr>
            <a:r>
              <a:t>The current release root-fixes frozen startup by excluding optional Transformers from the web-process bundle, preserving Torch only in carried Python for Talker, replacing deprecated `langchain.tools` imports, and adding a dedicated lean-process regression suite. v1.50.3 Googler resilience and the earlier runtime/privacy/verdict/dialog safeguards remain carried.</a:t>
            </a:r>
          </a:p>
          <a:p>
            <a:pPr>
              <a:spcAft>
                <a:spcPts val="400"/>
              </a:spcAft>
              <a:defRPr sz="1000">
                <a:solidFill>
                  <a:srgbClr val="B4BAAE"/>
                </a:solidFill>
                <a:latin typeface="Aptos"/>
              </a:defRPr>
            </a:pPr>
            <a:r>
              <a:t>The Ctrl+C repair is structural rather than cosmetic: only an Event is touched in signal context, cleanup happens on pre-created daemon workers, a second signal hard-exits, and a watchdog bounds the first shutdown.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VERIFIED IMPLEMENTATION CHANGES 4-4</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10716768"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10716768"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10314432" cy="310896"/>
          </a:xfrm>
          <a:prstGeom prst="rect">
            <a:avLst/>
          </a:prstGeom>
          <a:noFill/>
        </p:spPr>
        <p:txBody>
          <a:bodyPr wrap="square" anchor="t" lIns="12700" rIns="12700" tIns="12700" bIns="12700">
            <a:normAutofit/>
          </a:bodyPr>
          <a:lstStyle/>
          <a:p>
            <a:pPr algn="l"/>
            <a:r>
              <a:rPr sz="1400" b="1">
                <a:solidFill>
                  <a:srgbClr val="48BF8F"/>
                </a:solidFill>
                <a:latin typeface="Aptos"/>
              </a:rPr>
              <a:t>Additional verified change</a:t>
            </a:r>
          </a:p>
        </p:txBody>
      </p:sp>
      <p:sp>
        <p:nvSpPr>
          <p:cNvPr id="12" name="TextBox 11"/>
          <p:cNvSpPr txBox="1"/>
          <p:nvPr/>
        </p:nvSpPr>
        <p:spPr>
          <a:xfrm>
            <a:off x="914400" y="2121408"/>
            <a:ext cx="10314432"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public-release privacy pipeline now permits a provably clean fresh clone with no targets file, but refuses private evidence or unreadable probes; its example file is inert and its targets files are never runtime inputs or shipped assets.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V1.50.6 RELEASE PLUS THE CARRIED V1.48.15-V1.48.17 LINEAGE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v1.50.6 is annotated at 6e4ffa73 and aligned local/origin HEAD resolves to that same commit; its clean-clone privacy preflight and bounded Ctrl+C shutdown carry the v1.50.4 frozen-process fix.</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227,422</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324,642</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600     163,040    238,718  71.7%
Markdown                 178      25,426     33,644  11.2%
JavaScript                37      18,112     23,672   8.0%
CSS                       11       6,570      8,700   2.9%
Other text                20       4,747      5,565   2.1%
YAML                      93       2,138      5,607   0.9%
PowerShell                10       1,692      2,318   0.7%
Prompt template            2       1,203      1,332   0.5%
Text                       7       1,142      1,454   0.5%
HTML                       4       1,123      1,169   0.5%
Tlamatini Flow             4         837        837   0.4%
JSON                      11         651        651   0.3%
JavaScript module          2         457        562   0.2%
Batch                      4         264        380   0.1%
Protocol Buffers           1          20         33   0.0%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8,660  12,657
Tlamatini/agent/tests.py                                Python         5,700   7,452
Tlamatini/agent/doc_generation/complete_project_docs.py Python         4,017   4,461
Tlamatini/agent/tools.py                                Python         3,214   4,858
Tlamatini/agent/agents/latexer/latexer.py               Python         3,151   4,593
BookOfTlamatini.md                                      Markdown       2,730   3,891
Tlamatini/agent/agents/flowcreator/agentic_skill.md     Markdown       2,378   2,620
...ini/agent/static/agent/css/agentic_control_panel.css CSS            2,084   2,905
Tlamatini/agent/external_mcp_manager.py                 Python         2,066   2,604
Tlamatini/agent/agents/stm32er/stm32er.py               Python         1,983   2,694
Tlamatini/agent/chat_agent_registry.py                  Python         1,967   2,018
Tlamatini/agent/static/agent/css/agent_page.css         CSS            1,878   2,426
Tlamatini/agent/static/agent/js/agent_page_chat.js      JavaScript     1,775   2,446
Tlamatini/agent/mcp_agent.py                            Python         1,655   2,758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annotated release and aligned local/remote HEAD both resolve to `v1.50.6` at `6e4ffa73`. Runtime versions remain Git/build-derived through `agent/version.py`, while generated inventories derive agent, tool, skill, asset, migration, and effective-line totals from live source.</a:t>
            </a:r>
          </a:p>
          <a:p>
            <a:pPr>
              <a:spcAft>
                <a:spcPts val="400"/>
              </a:spcAft>
              <a:defRPr sz="1200">
                <a:solidFill>
                  <a:srgbClr val="B4BAAE"/>
                </a:solidFill>
                <a:latin typeface="Aptos"/>
              </a:defRPr>
            </a:pPr>
            <a:r>
              <a:t>The release root-fixes installed-runtime startup noise and latency: frozen Django builds exclude optional `transformers` so its guarded token-counter fallback cannot import the unused Torch stack, while carried Python keeps Torch for Talker. Runtime and tests now import tools from `langchain_core.tools`, and source-derived guards prohibit warning muting, accidental ML imports, or an unsafe upstream contract change.</a:t>
            </a:r>
          </a:p>
          <a:p>
            <a:pPr>
              <a:spcAft>
                <a:spcPts val="400"/>
              </a:spcAft>
              <a:defRPr sz="1200">
                <a:solidFill>
                  <a:srgbClr val="B4BAAE"/>
                </a:solidFill>
                <a:latin typeface="Aptos"/>
              </a:defRPr>
            </a:pPr>
            <a:r>
              <a:t>The v1.50.5 shutdown fix keeps Python signal handling minimal and re-entry-safe: the handler sets an Event, a boot-created daemon worker performs best-effort cleanup, a watchdog guarantees bounded exit, and a second Ctrl+C hard-exits immediately. Source-contract tests plus a visible real-console E2E test prove the Django/Daphne process actually terminates.</a:t>
            </a:r>
          </a:p>
          <a:p>
            <a:pPr>
              <a:spcAft>
                <a:spcPts val="400"/>
              </a:spcAft>
              <a:defRPr sz="1200">
                <a:solidFill>
                  <a:srgbClr val="B4BAAE"/>
                </a:solidFill>
                <a:latin typeface="Aptos"/>
              </a:defRPr>
            </a:pPr>
            <a:r>
              <a:t>The v1.50.6 public builder no longer depends on a gitignored targets file for pristine clones. A target-independent privacy preflight distinguishes a clean committed tree from private evidence, fails toward refusal on unreadable probes, keeps the tracked example inert, restores every managed secret file from a source-derived backup list, and remains build-time-only by contract.</a:t>
            </a:r>
          </a:p>
          <a:p>
            <a:pPr>
              <a:spcAft>
                <a:spcPts val="400"/>
              </a:spcAft>
              <a:defRPr sz="12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The latest dossier pass resolves the product at annotated release `v1.50.6` (`6e4ffa73`), confirms aligned local/remote HEAD at the same commit, and combines README.md and BookOfTlamatini.md with source/Git truth while retaining complete installation, Ollama, architecture, usage, tree, line inventory, and responsibility context.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2026-08-30 | 6e4ffa7 | Improving public build, by angelahack1</a:t>
            </a:r>
          </a:p>
          <a:p>
            <a:pPr>
              <a:spcAft>
                <a:spcPts val="400"/>
              </a:spcAft>
              <a:defRPr sz="1200">
                <a:solidFill>
                  <a:srgbClr val="B4BAAE"/>
                </a:solidFill>
                <a:latin typeface="Aptos"/>
              </a:defRPr>
            </a:pPr>
            <a:r>
              <a:t>2026-08-29 | fbcd118 | Fixing repeated Ctrl+C correct behaviour., by angelahack1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2026-08-30 | 6e4ffa7 | Improving public build, by angelahack1</a:t>
            </a:r>
          </a:p>
          <a:p>
            <a:pPr>
              <a:spcAft>
                <a:spcPts val="400"/>
              </a:spcAft>
              <a:defRPr sz="1200">
                <a:solidFill>
                  <a:srgbClr val="B4BAAE"/>
                </a:solidFill>
                <a:latin typeface="Aptos"/>
              </a:defRPr>
            </a:pPr>
            <a:r>
              <a:t>2026-08-29 | fbcd118 | Fixing repeated Ctrl+C correct behaviour., by angelahack1</a:t>
            </a:r>
          </a:p>
          <a:p>
            <a:pPr>
              <a:spcAft>
                <a:spcPts val="400"/>
              </a:spcAft>
              <a:defRPr sz="1200">
                <a:solidFill>
                  <a:srgbClr val="B4BAAE"/>
                </a:solidFill>
                <a:latin typeface="Aptos"/>
              </a:defRPr>
            </a:pPr>
            <a:r>
              <a:t>2026-08-29 | c0d11ba | General Tlamaitni (english) assets pairing, by angelahack1</a:t>
            </a:r>
          </a:p>
          <a:p>
            <a:pPr>
              <a:spcAft>
                <a:spcPts val="400"/>
              </a:spcAft>
              <a:defRPr sz="1200">
                <a:solidFill>
                  <a:srgbClr val="B4BAAE"/>
                </a:solidFill>
                <a:latin typeface="Aptos"/>
              </a:defRPr>
            </a:pPr>
            <a:r>
              <a:t>2026-08-29 | 64b2972 | Trying to fix the starting runtime error at installed Tlamatini, by angelahack1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image copy.png
|-- image.png
|-- install.py
|-- KIMI.md
|-- LICENSE
|-- MCPMemoriesFlowCreation.flw
|-- MessagingConnectorAssistant_Design.md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Tlamatini_eXtended_Artificial_Intelligence_Humanly_Tempered.pptx
|-- TLAMATINI_MCP.md
|-- tlamatini_mcp_server.py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architecture.md
|       |-- exec-report.md
|       |-- frontend.md
|       |-- gotchas.md
|       |-- INDEX.md
|       |-- mcp-tools.md
|       |-- multi-turn.md
|       `-- recent-fixes.md
|-- pyinstaller_hooks/
|   |-- hook-numpy.py
|   `-- hook-torch.py
|-- scripts/
|   `-- check_js_parse.mjs
|-- security/
|   |-- automated_tests_of_security_assets.py
|   |-- enable_tlamatini_v2.bat
|   |-- README.md
|   |-- run_defender.bat
|   |-- tlamatini_defender.ps1
|   `-- tlamatini_whitelist_v2.ps1
|-- Tests/
|   |-- test_about_window_name_visible.py
|   `-- test_perf_3x_visual.py
`-- Tlamatini/
    |-- cat_art.py
    |-- hoy
    |-- manage.py
    |-- .agents/
    |   `-- workflows/
    |       `-- create_new_agent.md
    |-- .mcps/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create_new_mcp.md
    |-- .skills/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filesearch_pb2_grpc.py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test_ask_execs_allowlist.py
    |   |-- test_audioplayer_agent.py
    |   |-- test_binary_guard.py
    |   |-- test_blenderer_agent.py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test_exec_report_verdict.py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test_pdfer_agent.py
    |   |-- test_playwrighter_agent.py
    |   |-- test_preserved_user_state.py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test_web_process_stays_lean.py
    |   |-- test_whatsapper_identity.py
    |   |-- test_whisperer_agent.py
    |   |-- test_windower_agent.py
    |   |-- test_windows_app_registration.py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latexer/
    |   |   |   |-- config.yaml
    |   |   |   `-- latexer.py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
    |   |   |   |-- node_manager.py
    |   |   |   |-- nodes_example.json
    |   |   |   `-- nodes_example.yaml
    |   |   |-- notifier/</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notifier.py
    |   |   |-- or/
    |   |   |   |-- config.yaml
    |   |   |   `-- or.py
    |   |   |-- parametrizer/
    |   |   |   |-- config.yaml
    |   |   |   `-- parametrizer.py
    |   |   |-- pdfer/
    |   |   |   |-- config.yaml
    |   |   |   `-- pdfer.py
    |   |   |-- playwrighter/
    |   |   |   |-- config.yaml
    |   |   |   `-- playwrighter.py
    |   |   |-- prompter/
    |   |   |   |-- config.yaml
    |   |   |   `-- prompter.py
    |   |   |-- pser/
    |   |   |   |-- config.yaml
    |   |   |   `-- pser.py
    |   |   |-- pythonxer/
    |   |   |   |-- config.yaml
    |   |   |   `-- pythonxer.py
    |   |   |-- raiser/
    |   |   |   |-- config.yaml
    |   |   |   `-- raiser.py
    |   |   |-- recmailer/
    |   |   |   |-- config.yaml
    |   |   |   `-- recmailer.py
    |   |   |-- recorder/
    |   |   |   |-- config.yaml</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__init__.py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
    |   |   `-- response_parser.py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skills_dialog.css
    |   |       |   |-- tools_dialog.css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DB/
    |   |-- Older/
    |   |   `-- README.md
    |   `-- ToLoad/
    |       `-- README.md
    |-- jd-cli/
    |   |-- jd-cli.bat
    |   `-- jd-cli.jar
    |-- tests_e2e/
    |   |-- oob_child_helper.py
    |   |-- README.md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