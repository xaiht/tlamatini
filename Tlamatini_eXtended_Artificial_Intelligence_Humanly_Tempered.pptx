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64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100,517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20, 2026 11:52 AM UTC-0600 at HEAD 2e1c2d0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Launches wrapped copies of selected workflow agents in isolated runtime folders without mutating templates.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Lets users design, validate, save, pause, resume, and stop visual workflows through the Agentic Control Panel.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Turns successful Multi-Turn tool executions into starter `.flw` workflows that can be inspected and validated in ACP.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Packages the project into a distributable Windows release with installer and uninstaller tooling.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64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64-agent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`v1.4.1` refinement tightens Reviewer accuracy rather than adding a new surface: when `diff_ref` is empty, the review prompt now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`v1.4.1` release state keeps the version badge, runtime surfaces,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1.4.1 | build: 1.4.1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2e1c2d0 - Patching state hadling in Reviewer infra,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1.4.1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20, 2026 11:52 AM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authoritative agent-description rows: 64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100,517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136,808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267      67,199     93,783  66.9%
JavaScript                28      12,902     16,241  12.8%
Markdown                  52      11,978     15,401  11.9%
CSS                        6       3,362      4,217   3.3%
YAML                      68       1,402      2,820   1.4%
HTML                       4         823        841   0.8%
Other text                 3         789        967   0.8%
Prompt template            2         599        711   0.6%
PowerShell                 5         506        752   0.5%
JavaScript module          1         391        458   0.4%
JSON                       5         383        383   0.4%
Text                       5         150        177   0.1%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7,033  10,128
Tlamatini/agent/tests.py                                Python         4,034   5,153
Tlamatini/agent/tools.py                                Python         2,201   3,109
BookOfTlamatini.md                                      Markdown       1,891   2,666
Tlamatini/agent/agents/flowcreator/agentic_skill.md     Markdown       1,854   2,062
...ini/agent/static/agent/css/agentic_control_panel.css CSS            1,677   2,221
Tlamatini/agent/doc_generation/complete_project_docs.py Python         1,657   1,872
Tlamatini/agent/static/agent/js/agent_page_init.js      JavaScript     1,360   1,568
Tlamatini/agent/static/agent/js/acp-canvas-core.js      JavaScript     1,284   1,594
Tlamatini/agent/consumers.py                            Python         1,240   1,545
README.md                                               Markdown       1,172   1,646
Tlamatini/agent/static/agent/css/agent_page.css         CSS            1,155   1,380
Tlamatini/agent/static/agent/js/acp-agent-connectors.js JavaScript     1,145   1,287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reviewer follow-up is a behavioral-accuracy patch: the review prompt now distinguishes uncommitted working-tree diffs from committed history and teaches the model Tlamatini’s managed-secret scrub convention, reducing false positives around local credentials in config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Reviewer and Analyzer surfaces: the workflow-agent catalog now reaches 64 templates, the seed-skill catalog reaches 23 packages, and code review plus deterministic security scanning are now available from both the canvas and the skill layer.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2e1c2d0 | Patching state hadling in Reviewer infra,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546735f | Updating documentation based on the last changes,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efb8c13 | Analyzer and Reviewer agents!!!,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orphan_reaper.py
    |   |-- path_guard.py
    |   |-- prompt.pmt
    |   |-- rag_enhancements.py
    |   |-- routing.py
    |   |-- test_de_compresser.py
    |   |-- test_embedding_memory_guard.py
    |   |-- test_flow_contracts.py
    |   |-- test_password_quoting.py
    |   |-- test_tkinter_availability.py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security_audit/
    |   |   |   `-- SKILL.md
    |   |   |-- setup_new_acpx_key/
    |   |   |   `-- SKILL.md
    |   |   |-- skill_creator/
    |   |   |   |-- SKILL.md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