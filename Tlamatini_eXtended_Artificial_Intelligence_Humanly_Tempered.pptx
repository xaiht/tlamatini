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67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107,128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24, 2026 11:16 AM UTC-0600 at HEAD 413b1eb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7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67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67-agent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67 workflow agents, 74 Multi-Turn tools, 12 ACPX tools, and 24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42 wrapped chat-agent tools in `chat_agent_registry.py`, which combines with 20 core Python tools and 12 ACPX/Skill tools for 74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README.md and BookOfTlamatini.md now agree on those counts, so the dossier can mirror the docs and the live registry without reconciliation footnotes.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67-agent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remains the 67th workflow agent in `v1.7.1`, but its newest upgrade is usability: Tlamatini now acts as the embedded MCP-Kali-Server client for chat-side runs.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operator result is simpler prompts: after the Kali box URL is configured once, normal Multi-Turn requests no longer repeat `server_url` unless you intentionally override it for a one-off target.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URL configuration now also includes `kali_server_url`, edited from `Config -&gt; URLs -&gt; Kali server (Kalier)`, which is the default box that chat-side Kalier runs inherit automatically.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`v1.7.1`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1.7.1 | build: 1.7.1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487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413b1eb - Updating markdown documentation to align them to v1.7.1,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1.7.1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24, 2026 11:16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74; wrapped chat-agent tools: 42; skills: 24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69; authoritative agent-description rows: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107,128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145,853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284      72,246    100,776  67.4%
Markdown                  56      13,173     16,819  12.3%
JavaScript                28      13,092     16,465  12.2%
CSS                        6       3,414      4,317   3.2%
YAML                      71       1,457      3,054   1.4%
HTML                       4         829        847   0.8%
Other text                 3         789        967   0.7%
Prompt template            2         632        745   0.6%
PowerShell                 5         506        752   0.5%
JavaScript module          1         393        460   0.4%
JSON                       5         385        385   0.4%
Text                       5         179        209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7,220  10,431
Tlamatini/agent/tests.py                                Python         4,034   5,153
Tlamatini/agent/tools.py                                Python         2,219   3,158
Tlamatini/agent/agents/flowcreator/agentic_skill.md     Markdown       1,936   2,148
BookOfTlamatini.md                                      Markdown       1,905   2,686
Tlamatini/agent/doc_generation/complete_project_docs.py Python         1,818   2,050
...ini/agent/static/agent/css/agentic_control_panel.css CSS            1,709   2,279
Tlamatini/agent/static/agent/js/agent_page_init.js      JavaScript     1,374   1,591
Tlamatini/agent/static/agent/js/acp-canvas-core.js      JavaScript     1,299   1,609
Tlamatini/agent/consumers.py                            Python         1,240   1,545
Tlamatini/agent/static/agent/js/acp-agent-connectors.js JavaScript     1,199   1,344
README.md                                               Markdown       1,197   1,691
Tlamatini/agent/static/agent/css/agent_page.css         CSS            1,175   1,422
Tlamatini/agent/static/agent/js/agent_page_chat.js      JavaScript     1,106   1,521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2026-05-24 | 413b1eb | Updating markdown documentation to align them to v1.7.1,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Tlamatini-Kali-Setup.md
|-- Tlamatini.ico
|-- Tlamatini.jpg
|-- Tlamatini.ps1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
    |-- cat_art.py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test_de_compresser.py
    |   |-- test_embedding_memory_guard.py
    |   |-- test_flow_contracts.py
    |   |-- test_kalier_agent.py
    |   |-- test_native_dialogs.py
    |   |-- test_orphan_reaper.py
    |   |-- test_password_quoting.py
    |   |-- test_playwrighter_agent.py
    |   |-- test_windower_agent.py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`-- windower.py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`-- __init__.py
    |   |-- monitors/
    |   |   `-- monitor_sql.py
    |   |-- opus_client/
    |   |   |-- claude_opus_client.py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
        |-- context_processors.py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