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64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462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100,277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20, 2026 12:28 AM UTC-0600 at HEAD efb8c13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Launches wrapped copies of selected workflow agents in isolated runtime folders without mutating templates.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Lets users design, validate, save, pause, resume, and stop visual workflows through the Agentic Control Panel.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Turns successful Multi-Turn tool executions into starter `.flw` workflows that can be inspected and validated in ACP.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Packages the project into a distributable Windows release with installer and uninstaller tooling.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10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64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unrealer,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teletlamatini, whatsapper, whatstlamatini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summarizer, acpxer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Templates on disk with config.yaml: 64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Description rows in `agents_descriptions.md`: 64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README and Book bestiary sections align with the same 64-agent inventory.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authoritative human-readable source for workflow-agent descriptions is `agents_descriptions.md` at the repo root, not an embedded JavaScript map or a hard-coded Django list.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Current validation compares live template directories, `agents_descriptions.md` rows, and the README / Book bestiary counts so the generated dossier stays aligned with the running product.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 sidebar hover tooltip and the right-click Description dialog both resolve through that markdown file first; `README.md` is only a legacy fallback when the dedicated description file is absent.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 catalog now includes two new high-value specialists: Reviewer and Analyzer, lifting the canvas inventory to 64 agents and the seed-skill catalog to 23 SKILL.md packages.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Both agents always trigger `target_agents`, so a downstream Forker can branch on `{verdict}`, `{status}`, or `{total_findings}` instead of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They are intentionally canvas-only workflow agents: there is no wrapped `chat_agent_reviewer` or `chat_agent_analyzer`, and therefore no duplicate Exec Report row family for those names.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counterparts live in the ACPX skill catalog instead: `code-review` exposes senior-engineer git-diff review, while `security-audit` exposes the deterministic multi-scanner sweep.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the `ACPX-Skills` navbar menu when you need to browse, enable/disable, diagnose, or reload the shipped SKILL.md catalog without asking the LLM to be your admin surface.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`ACPX-Skills` navbar menu gives operators four direct actions over the skill catalog: Browse Skills, Configure Skills, Diagnostics, and Reload Registry.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`Configure Skills` flips `Skill.enabled` exactly the way MCPs and Tools are toggled, so disabled skills disappear from `list_skills` and reject `invoke_skill` with `SKILL_DISABLED` instead of silently half-working.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diagnostics view cross-checks skill dependencies against disabled tools, disabled MCPs, missing ACPX agents, and orphan database rows whose SKILL.md disappeared from disk.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`1.3.2` tightened the HTML answer contract with a Prime Directive on visual readability: explicit background and text color, no grey-on-dark body text, and safer table-body defaults.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readability rules remain in force in the current documentation set, and the newer `v1.4.0` release state keeps the version badge, runtime surfaces, and operator handbook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1.4.0 | build: 1.4.0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deterministic archive worker for compression and decompression tasks, deciding direction from whichever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Unrealer workflow agent exposes the upstream 28-command surface: actor manipulation, Blueprint authoring and node wiring, input mappings, and UMG widget building.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462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efb8c13 - Analyzer and Reviewer agents!!!, by angelahack1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1.4.0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20, 2026 12:28 AM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63; authoritative agent-description rows: 64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100,277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136,474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266      66,989     93,483  66.8%
JavaScript                28      12,902     16,241  12.9%
Markdown                  52      11,948     15,367  11.9%
CSS                        6       3,362      4,217   3.4%
YAML                      68       1,402      2,820   1.4%
HTML                       4         823        841   0.8%
Other text                 3         789        967   0.8%
Prompt template            2         599        711   0.6%
PowerShell                 5         506        752   0.5%
JavaScript module          1         391        458   0.4%
JSON                       5         383        383   0.4%
Text                       5         150        177   0.1%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7,033  10,128
Tlamatini/agent/tests.py                                Python         4,034   5,153
Tlamatini/agent/tools.py                                Python         2,201   3,109
BookOfTlamatini.md                                      Markdown       1,890   2,664
Tlamatini/agent/agents/flowcreator/agentic_skill.md     Markdown       1,854   2,062
...ini/agent/static/agent/css/agentic_control_panel.css CSS            1,677   2,221
Tlamatini/agent/doc_generation/complete_project_docs.py Python         1,631   1,844
Tlamatini/agent/static/agent/js/agent_page_init.js      JavaScript     1,360   1,568
Tlamatini/agent/static/agent/js/acp-canvas-core.js      JavaScript     1,284   1,594
Tlamatini/agent/consumers.py                            Python         1,240   1,545
README.md                                               Markdown       1,172   1,646
Tlamatini/agent/static/agent/css/agent_page.css         CSS            1,155   1,380
Tlamatini/agent/static/agent/js/acp-agent-connectors.js JavaScript     1,145   1,287
Tlamatini/agent/agents/whatstlamatini/whatstlamatini.py Python         1,059   1,323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Reviewer and Analyzer surfaces: the workflow-agent catalog now reaches 64 templates, the seed-skill catalog reaches 23 packages, and code review plus deterministic security scanning are now available from both the canvas and the skill layer.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efb8c13 | Analyzer and Reviewer agents!!!,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example_of_prompt_to_make_de-compresser_agent.txt
|-- install.py
|-- KIMI.md
|-- LICENSE
|-- OllamaPricing.png
|-- package.json
|-- pnpm-lock.yaml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models.py
    |   |-- orphan_reaper.py
    |   |-- path_guard.py
    |   |-- prompt.pmt
    |   |-- rag_enhancements.py
    |   |-- routing.py
    |   |-- test_de_compresser.py
    |   |-- test_embedding_memory_guard.py
    |   |-- test_flow_contracts.py
    |   |-- test_password_quoting.py
    |   |-- test_tkinter_availability.py
    |   |-- tests.py
    |   |-- tools.py
    |   |-- urls.py
    |   |-- version.py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jenkinser/
    |   |   |   |-- config.yaml
    |   |   |   `-- jenkinser.py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recmailer.py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telegramrx/
    |   |   |   |-- config.yaml
    |   |   |   `-- telegramrx.py
    |   |   |-- teletlamatini/
    |   |   |   |-- config.yaml
    |   |   |   `-- teletlamatini.py
    |   |   |-- unrealer/
    |   |   |   |-- config.yaml
    |   |   |   `-- unrealer.py
    |   |   |-- whatsapper/
    |   |   |   |-- config.yaml
    |   |   |   `-- whatsapper.py
    |   |   `-- whatstlamatini/
    |   |       |-- config.yaml
    |   |       `-- whatstlamatini.py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
    |   |   |-- 0089_add_analyzer.py
    |   |   `-- __init__.py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github/
    |   |   |   `-- SKILL.md
    |   |   |-- gmail/
    |   |   |   `-- SKILL.md
    |   |   |-- hello_world/
    |   |   |   `-- SKILL.md
    |   |   |-- jira/
    |   |   |   `-- SKILL.md
    |   |   |-- notion/
    |   |   |   `-- SKILL.md
    |   |   |-- security_audit/
    |   |   |   `-- SKILL.md
    |   |   |-- setup_new_acpx_key/
    |   |   |   `-- SKILL.md
    |   |   |-- skill_creator/
    |   |   |   |-- SKILL.md
    |   |   |   `-- scripts/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DB/
    |   |-- Older/
    |   |   `-- README.md
    |   `-- ToLoad/
    |       `-- README.md
    |-- jd-cli/
    |   |-- jd-cli.bat
    |   `-- jd-cli.jar
    `-- tlamatini/
        |-- __init__.py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