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68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114,611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30, 2026 08:44 PM UTC-0600 at HEAD 0d39ec0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She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She is designed for development operations: codebase analysis, file and directory context, command execution, Python execution, screenshots, web/search helpers, notifications, DevOps tools, local model operation, Windows packaging and uninstall registration, first-person self-knowledge about her own runtime, and critical-mission STM32F4 firmware control.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Answers codebase questions with loaded file or directory context.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Uses hybrid retrieval to extract metadata, split content, rank source chunks, and respect context budgets.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pause before every state-changing Multi-Turn execution and ask the operator to approve or deny that exact step through the Ask Execs checkbox.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Registers packaged installs in Windows `Installed apps` / `Programs and Features` with a real uninstall entry, so the release behaves like a normal installed application instead of only a shortcut bundle.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Warns GPU-host operators before a directory-context load is likely to saturate VRAM and degrade embedding throughput.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Exposes a coherent versioning surface across builds, runtime UI, logs, and an open health-check endpoint.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Carries a first-person self-knowledge map so she can answer more accurately about her own architecture, ports, runtime modes, pages, and capabilities.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command Kali Linux offensive-security tooling through MCP-Kali-Server for authorized recon, enumeration, web scanning, and assessment workflows.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scaffold, author, build, flash, reset, and observe STM32F4 firmware through STM32er and the STM32 Template Project MCP, with a fail-safe preflight before any hardware mutation.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manage real desktop windows by title: focus them, tile them, resize them, list them, and close them deterministically through Win32 calls.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drive a real Playwright browser through scripted interactive steps for logins, forms, assertions, downloads, extraction, and end-to-end UI checks.</a:t>
            </a:r>
            <a:endParaRPr sz="13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optionally inspect and modify her own bundled source tree in self-modify builds after verifying that `TlamatiniSourceCode/` is actually present.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Launches wrapped copies of selected workflow agents in isolated runtime folders without mutating templates.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Lets users design, validate, save, pause, resume, and stop visual workflows through the Agentic Control Panel.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Turns successful Multi-Turn tool executions into starter `.flw` workflows that can be inspected and validated in ACP.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Packages the project into a distributable Windows release with installer and uninstaller tooling.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Browser UI sends chat and workflow requests through Django views and Channels WebSockets.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RAG chains load selected file/directory context, retrieve relevant chunks, and build answer prompts.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Ask Execs is enabled, the synchronous Multi-Turn executor stops before each state-changing tool call, emits an `exec_permission_request`, and waits on `ExecPermissionBroker` until the browser sends Proceed or Deny.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Installer-time registration writes a per-user HKCU Add/Remove Programs entry pointing at `Uninstaller.exe`, and frozen startup re-checks that entry through `windows_app_registration.self_heal_for_frozen()` so older installs retroactively appear in Windows' uninstall surfaces.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  <a:endParaRPr sz="10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Optional self-modify builds bundle `TlamatiniSourceCode/`; prompt rules require her to verify that directory exists before claiming she can inspect or change her own code.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STM32er path spawns the STM32 Template Project MCP stdio server, performs the MCP initialize handshake, runs exactly one requested tool or composite action, and emits one atomic `INI_SECTION_STM32ER` block with the result, project directory, and stage metadata.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Before any flash-capable STM32er action, a critical-mission preflight validates the arm-none-eabi toolchain, STM32CubeIDE, programmer path, ST-LINK presence, and STM32F-family match; compile-only steps can run boardless, but unsafe hardware mutations are refused fail-safe.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Windower path uses Win32 APIs plus the cross-process `AttachThreadInput` focus-transfer dance to locate windows by title and apply one lifecycle action while still returning structured geometry/state fields.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Playwrighter path loads a declarative step list, drives Playwright against Chromium/Firefox/WebKit, and emits one atomic `INI_SECTION_PLAYWRIGHTER` block with status, assertions, extracted values, and the final URL.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6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Self-knowledge with scope discipline: she can talk accurately about herself without letting self-reference override a user-loaded project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the 4096-turn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HUMAN APPROVAL INSIDE THE MULTI-TURN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Ask Execs In v1.11.0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`1.11.0` adds the `Ask Execs` checkbox as a Multi-Turn-only safety modifier: when it is on, Tlamatini asks before each state-changing Tool, MCP, wrapped agent, or skill-backed execution instead of running it immediately.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permission dialog is explicit and auditable: it names the Tool or Agent family, the underlying raw tool name, the full parameters, the program or command to be executed, and the shell or execution surface involved.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Proceed runs that one step and then prompts again at the next state-changing step; Deny halts the entire chain immediately and appends a red `Execution interrupted` banner even when Exec Report itself is off.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Under the hood, `agent/exec_permission.py` provides `ExecPermissionBroker`, which lets the synchronous worker-thread executor emit a permission request onto the WebSocket event loop and then block on a `threading.Event` until the browser replies.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gate sits after deduplication and quota checks, so skipped calls never prompt and denied calls never appear as executed rows; only work that truly ran lands in Exec Report.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round-trip is fail-safe: browser disconnect, emit failure, cancel, or broker shutdown all resolve to Deny, so an unconfirmed state-changing action never slips through just because the UI vanished at the wrong time.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V1.11.0 UNINSTALL INTEGRATION ON WINDOWS 10 AND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Installed-App Registration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Version `1.11.0` makes the frozen install behave like a real Windows application: `install.py` now writes a per-user HKCU Add/Remove Programs entry so Tlamatini appears in Settings -&gt; Apps -&gt; Installed apps and in the legacy Programs and Features list.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entry carries `DisplayName`, `DisplayVersion`, `InstallLocation`, `DisplayIcon`, `UninstallString`, `QuietUninstallString`, `NoModify`, `NoRepair`, and best-effort `EstimatedSize`, all pointing at the bundled `Uninstaller.exe` without requiring administrator rights.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matching runtime self-heal in `agent/apps.py` calls `windows_app_registration.self_heal_for_frozen()` on every frozen launch, so installs created before this feature existed can appear in Windows' uninstall UI after the next normal app start.</a:t>
            </a:r>
            <a:endParaRPr sz="12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Packaged installs now show up in normal Windows uninstall surfaces instead of only leaving behind shortcuts and a loose `Uninstaller.exe` in the install folder.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registration is HKCU-only and non-elevated, matching the installer’s per-user design on Windows 10 and Windows 11.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Because frozen startup self-heals the entry, even older installs can gain the uninstall surface after a later app launch without a reinstall.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68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playwrighter, windower, unrealer, kalier, stm32er,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68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68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align with the same 68-agent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Current validation compares live template directories, `agents_descriptions.md` rows, and the README / Book bestiary counts so the generated dossier stays aligned with the running product.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 catalog now includes two new high-value specialists: Reviewer and Analyzer, lifting the canvas inventory to 64 agents and the seed-skill catalog to 23 SKILL.md packages.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Both agents always trigger `target_agents`, so a downstream Forker can branch on `{verdict}`, `{status}`, or `{total_findings}` instead of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They are intentionally canvas-only workflow agents: there is no wrapped `chat_agent_reviewer` or `chat_agent_analyzer`, and therefore no duplicate Exec Report row family for those names.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counterparts live in the ACPX skill catalog instead: `code-review` exposes senior-engineer git-diff review, while `security-audit` exposes the deterministic multi-scanner sweep.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live operator surface now stands at 68 workflow agents, 75 Multi-Turn tools, 12 ACPX tools, and 26 skills.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Source inspection confirms the newer total: 43 wrapped chat-agent tools in `chat_agent_registry.py`, which combines with 20 core Python tools and 12 ACPX/Skill tools for 75 Multi-Turn tools overall.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workflow-agent and wrapped-tool totals align cleanly with the handbooks, while the skill total is validated from the on-disk `agent/skills_pkg/` catalog so the dossier stays honest even when a simplified markdown summary lags behind the live tree.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matters operationally because the planner never binds everything at once: the documented default `max_selected_tools` cap stays at 20, so breadth of capability does not mean uncontrolled tool sprawl per turn.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README now surfaces the same operator picture the app exposes in practice: broad capability, selective planner binding, and a capped tool budget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counts complement the 68-agent bestiary instead of replacing it: skills, wrapped tools, and ACPX tools are different layers of the same operating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dossier readers, this closes a gap between the capability narrative and the quick-glance repo badges at the top of the handbook.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remains the 67th workflow agent in `v1.7.1`, but its newest upgrade is usability: Tlamatini now acts as the embedded MCP-Kali-Server client for chat-side runs.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can issue one capability per run, including `nmap`, `gobuster`, `dirb`, `nikto`, `sqlmap`, `metasploit`, `hydra`, `john`, `wpscan`, `enum4linux`, arbitrary `command`, or a safe `health` probe of the remote server.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`INI_SECTION_KALIER` with `action`, `endpoint`, `subject`, `return_code`, `success`, `timed_out`, and `server_url`, so downstream Forker or Parametrizer logic can branch on results without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practical operator result is simpler prompts: after the Kali box URL is configured once, normal Multi-Turn requests no longer repeat `server_url` unless you intentionally override it for a one-off target.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CRITICAL-MISSION STM32F4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STM32er In v1.9.0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STM32er is the new 68th workflow agent in `v1.9.0`: Tlamatini’s bridge to the `STM32 Template Project MCP`, built so she can scaffold, author, build, flash, reset, and observe STM32F4 firmware without driving the STM32CubeIDE GUI.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operator promise is zero-config bootstrap: leave `server_script` blank and STM32er downloads or zip-falls-back to the MCP server on first use, installs `mcp` and `pyserial` if needed, validates, and caches the result so the user only installs STM32CubeIDE plus Tlamatini.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Before any compile-or-hardware action, STM32er runs a critical-mission fail-safe preflight over the arm-none-eabi toolchain, STM32CubeIDE, programmer path, ST-LINK probe, and target family; compile-only steps can run boardless, but flash, erase, reset, serial, and SWD/live-memory operations are refused when the environment or device is wrong.</a:t>
            </a:r>
            <a:endParaRPr sz="12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Two operator surfaces ship in lock-step: the wrapped Multi-Turn tool `chat_agent_stm32er` takes one `action` per call, while the visual STM32er canvas node stores the same fields in YAML and triggers downstream agents on both success and failure.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tool surface includes the full project lifecycle plus hardware-in-the-loop composites: `validate`, `bootstrap`, `create_project`, `write_source`, `build`, `build_and_flash`, `serial_session`, `live_monitor`, and the rest of the 23 MCP verbs, with every run emitting an `INI_SECTION_STM32ER` block for Forker or Parametrizer routing.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Config -&gt; URLs now seeds the chat path with `stm32_mcp_server_script`, `stm32_mcp_python`, `stm32_template_dir`, `stm32_ide_root`, `stm32_mcp_repo_url`, and `stm32_mcp_install_dir`, so firmware prompts normally describe only the task and target board instead of the plumbing.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In v1.8.0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language contract matters too: when a pronoun is used for Tlamatini in the documentation or prompt guidance, she is referred to as `she` / `her`, matching the updated handbook identity rules.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Self-modification is a separate capability axis from frozen-vs-source runtime: only builds created with `python build.py --self-modify` bundle `TlamatiniSourceCode/` next to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When that directory is present, she can inspect and modify her own shipped source tree; when it is absent, she must say so plainly and fall back to her injected self-knowledge plus the surrounding docs.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build pipeline now announces that choice explicitly, so operators can tell whether a release is self-modify-capable before asking her to work on herself.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unified-agent loop now defaults to 4096 iterations instead of 256, giving long autonomous operator runs much more room before they exhaust the turn budget.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expansion is about conversational/tool-loop depth, not about blindly firing more tools at once: the planner’s selected-tool cap still keeps the tool surface bounded per request.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new 66th workflow agent: a deterministic Win32 window manager that finds an application window by title and performs one lifecycle operation on the window itself instead of clicking inside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`chat_agent_windower` accepts free-form key=value requests, while the visual Windower canvas node stores the same operation fields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desktop-window sibling of Mouser and Keyboarder: use Windower when the goal is the window as a whole, Mouser for controls inside it, and Keyboarder for text entry into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Windower changes real window state, its executions appear in Exec Report and it always triggers `target_agents` whether the action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Playwrighter is the new 65th workflow agent in `v1.5.0`: a deterministic Playwright-powered browser automator for Chromium, Firefox, or WebKit that executes ordered interactive steps instead of static fetches.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covers the gap between Crawler and Googler: logins, multi-step forms, wizard clicks, JS-rendered SPA scraping, screenshots after interaction, assertions, downloads, and authenticated end-to-end UI checks.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Session continuity is built in: `headless: false` lets operators watch it drive, and `storage_state_in` / `storage_state_out` carry login state across runs without forcing a manual browser setup each time.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Playwrighter is state-changing, its executions appear in Exec Report and it always triggers `target_agents` whether the run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guidance is mirrored into the `code-review` SKILL.md package too, keeping the chat-surface review behavior and the canvas Reviewer agent aligned on commit-state wording and secret-severity expectations.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Local working-copy credentials in managed config files are no longer described as already committed when the diff is still uncommitted or only staged.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 findings stay stricter on true secrets in source code or outside the managed scrub-path set, so the patch reduces noise without weakening real security findings.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rules apply in both the canvas Reviewer agent and the `code-review` skill, keeping the two review surfaces behaviorally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tagged release `v1.4.2` removes Tkinter from the unstable runtime-facing dialog path and replaces it with `Tlamatini/agent/native_dialogs.py`, a native Windows dialog bridge used by browser-triggered pickers.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patch arrived with dedicated tests (`test_native_dialogs.py`) and with follow-up orphan-reaper/runtime adjustments, so the release reads as a stability pass rather than a cosmetic refactor.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stability-focused patch sits immediately before the current `v1.5.0` Playwrighter release and remains part of the current operator/runtime story.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preserves the operator experience of Browse-driven file and folder picking while removing a UI technology that was destabilizing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the fix landed with tests and runtime cleanup updates, it belongs in the technical dossier even though the markdown handbook has not yet been fully rewritten around it.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Open `/agent/` for chat. Load a file or directory context before asking codebase-specific questions.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Tick `Ask Execs` when you want human approval before each state-changing Multi-Turn step; it is disabled until Multi-Turn is on, and a single Deny stops the whole chain with an explicit red interruption banner.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When you are using a packaged install on Windows 10 or Windows 11, uninstall it through Settings -&gt; Apps -&gt; Installed apps or the legacy Programs and Features entry, not by manually deleting the folder.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STM32 firmware work, install STM32CubeIDE, leave `Config -&gt; URLs -&gt; STM32 MCP server script` blank for zero-config bootstrap, and then call `chat_agent_stm32er` from Multi-Turn with one `action` at a time such as `validate`, `create_project`, `write_source`, `build`, `build_and_flash`, `serial_session`, or `live_monitor`.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desktop-window control, call `chat_agent_windower` from Multi-Turn to focus, tile, resize, list, or close a window by title, or model the same action in ACP with the Windower node.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interactive web automation, call `chat_agent_playwrighter` from Multi-Turn with a `steps_json` script, or author the same step list visually with the Playwrighter node on the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the `ACPX-Skills` navbar menu when you need to browse, enable/disable, diagnose, or reload the shipped SKILL.md catalog without asking the LLM to be your admin surface.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checked-in default model baseline moved again in the recent Git window: the shared config now favors `kimi-k2.6:cloud`, so source or frozen installs that keep the shipped config should be documented as cloud-first unless the operator intentionally swaps models.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URL configuration now also includes `kali_server_url` plus the STM32er bootstrap fields `stm32_mcp_server_script`, `stm32_mcp_python`, `stm32_template_dir`, `stm32_ide_root`, `stm32_mcp_repo_url`, and `stm32_mcp_install_dir`, all edited from `Config -&gt; URLs` and inherited automatically by the chat-side wrapped tools.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Multi-Turn is toggled from the chat toolbar, but it depends on the unified-agent configuration and the selected model/base-url pairing being valid; the current default iteration ceiling is 4096, and Ask Execs only becomes available when Multi-Turn itself is 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`ACPX-Skills` navbar menu gives operators four direct actions over the skill catalog: Browse Skills, Configure Skills, Diagnostics, and Reload Registry.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`Configure Skills` flips `Skill.enabled` exactly the way MCPs and Tools are toggled, so disabled skills disappear from `list_skills` and reject `invoke_skill` with `SKILL_DISABLED` instead of silently half-working.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diagnostics view cross-checks skill dependencies against disabled tools, disabled MCPs, missing ACPX agents, and orphan database rows whose SKILL.md disappeared from disk.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`1.3.2` tightened the HTML answer contract with a Prime Directive on visual readability: explicit background and text color, no grey-on-dark body text, and safer table-body defaults.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readability rules remain in force in the current documentation set, and the newer `v1.11.0` release state keeps the version badge, runtime surfaces, Ask Execs wording, self-knowledge wording, STM32er demo prompts, and operator handbook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Packaged installs also project the same release identity into Windows' Installed-apps metadata through the ARP `DisplayVersion` field, so the uninstall surface and the binaries agree on the version being removed.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1.11.0 | build: 1.11.0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deterministic archive worker for compression and decompression tasks, deciding direction from whichever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Unrealer’s documentation now points at the public `XAIHT/XaihtUnrealEngineMCP` fork, the Unreal Engine MCP variant developed specifically for Tlamatini.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practical message for operators is simple: Unrealer forwards the connected plugin’s verb surface directly, so Tlamatini’s client does not need a new release every time the plugin adds another supported command.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Exec Report treats Unrealer as its own row family, and troubleshooting stays concrete: connection-refused means the plugin is not listening, while read-timeout usually means UE5's game thread is busy.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seeded Unreal demo prompts now cover screenshots, scene-building, and in-editor Python/introspection paths on top of the original blueprint flow.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kimi-k2.6:cloud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kimi-k2.6:cloud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Ask Execs extends that safety story into execution approval itself: the operator can now stop a destructive chain before the next mutation instead of only auditing it after the fact in Exec Report.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 frozen mode, startup now also self-heals the per-user Windows Installed-apps entry when `Uninstaller.exe` is present beside `Tlamatini.exe`, so old installs can gain a standard uninstall surface without a reinstall.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Self-heals the frozen Windows Installed-apps entry when `Uninstaller.exe` is present beside the executable.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`dist/Tlamatini_Release_v&lt;version&gt;/`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shortcuts, `.flw` file associations, the bundled uninstaller, and the per-user Installed-apps entry.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When Ask Execs is enabled, Exec Report and the red denial banner complement each other: already-executed steps still render as tables, while the denied step stays out of the tables and is surfaced only through the interruption banner.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0d39ec0 - Setting documentatioon as v1.11.0,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1.11.0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30, 2026 08:44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tools: 75; wrapped chat-agent tools: 43; skills: 26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71; authoritative agent-description rows: 68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22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23b826b on 2026-05-29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Updating visual documentation, by Tlamatini's-AutoBot.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Commits since then: 9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Since the last committed PDF/PPTX refresh, `v1.11.0` added a second release-level operator change on top of Ask Execs: frozen installs now write a per-user HKCU Add/Remove Programs entry so Tlamatini appears in Windows `Installed apps` and can be uninstalled through normal Windows 10/11 mechanisms.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Operator feedback also became more desktop-native during that span, with newer toast-style notification behavior replacing the older dead-end notifier path and the handbooks catching up afterward.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markdown handbooks themselves were revised during that span, so this dossier refresh is carrying forward not only code/runtime changes but also the corrected operator-language and release-story wording.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114,611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156,615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296      78,499    109,785  68.5%
Markdown                  61      13,702     17,493  12.0%
JavaScript                28      13,440     16,941  11.7%
CSS                        6       3,583      4,540   3.1%
YAML                      72       1,530      3,317   1.3%
HTML                       4         858        876   0.7%
Other text                 4         792        971   0.7%
Prompt template            2         685        801   0.6%
PowerShell                 5         508        754   0.4%
JavaScript module          1         401        470   0.3%
JSON                       5         392        392   0.3%
Text                       5         188        218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7,289  10,560
Tlamatini/agent/tests.py                                Python         4,923   6,313
Tlamatini/agent/tools.py                                Python         2,565   3,697
Tlamatini/agent/doc_generation/complete_project_docs.py Python         2,108   2,364
BookOfTlamatini.md                                      Markdown       1,976   2,795
Tlamatini/agent/agents/flowcreator/agentic_skill.md     Markdown       1,965   2,179
...ini/agent/static/agent/css/agentic_control_panel.css CSS            1,720   2,298
Tlamatini/agent/static/agent/js/agent_page_init.js      JavaScript     1,435   1,687
Tlamatini/agent/static/agent/js/acp-canvas-core.js      JavaScript     1,303   1,613
Tlamatini/agent/static/agent/css/agent_page.css         CSS            1,302   1,582
Tlamatini/agent/consumers.py                            Python         1,300   1,638
README.md                                               Markdown       1,276   1,811
Tlamatini/agent/static/agent/js/acp-agent-connectors.js JavaScript     1,217   1,363
Tlamatini/agent/test_stm32er_agent.py                   Python         1,200   1,707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`v1.11.0`: Ask Execs was refined into the current release surface, and the frozen Windows install now registers itself in `Installed apps` / `Programs and Features` with a real per-user uninstall entry that can self-heal on later launches.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Documentation itself changed today, so the regenerated dossier is part of the tracked operator surface rather than an external afterthought.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1/2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2026-05-30 | 0d39ec0 | Setting documentatioon as v1.11.0,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2026-05-30 | 1b37aad | Fixing commit to asking method.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2026-05-30 | fa1eb26 | Refined and tested at runtime the ask mechanism execution,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2026-05-30 | 36fd045 | Create CNAME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04e10c2 | Updating markdown documentation to include up to the toaster to my notifications,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9d3be98 | Adding a toaster to my notifications, by Tlamatini's-AutoBot.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2/2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a300710 | Refined at runtime the ask mechanism execution,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b0efaa9 | Refined the ask mechanism execution,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77802f8 | Updating markdowns to version 1.10.0, by Tlamatini's-AutoBot.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2026-05-30 | 0d39ec0 | Setting documentatioon as v1.11.0,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2026-05-30 | 1b37aad | Fixing commit to asking method.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2026-05-30 | fa1eb26 | Refined and tested at runtime the ask mechanism execution,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2026-05-30 | 36fd045 | Create CNAME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Claude-Desktop-KALI-MCP-Session.md
|-- CLAUDE.md
|-- CNAME
|-- CreateShortcut.json
|-- CreateShortcut.ps1
|-- eslint.config.mjs
|-- example_of_prompt_to_make_de-compresser_agent.txt
|-- install.py
|-- KIMI.md
|-- LICENSE
|-- OllamaPricing.png
|-- package.json
|-- PIVOT_CHANGES.md
|-- pnpm-lock.yaml
|-- prompt_example_2_create_agent.txt
|-- README.md
|-- regen_secrets.py
|-- register_flw.ps1
|-- RemoveShortcut.ps1
|-- requirements.txt
|-- Tlamatini-Kali-Setup.md
|-- Tlamatini.ico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Tlamatini.jpg
|-- Tlamatini.ps1
|-- tlamatini_app_summary.pdf
|-- Tlamatini_eXtended_Artificial_Intelligence_Humanly_Tempered.pptx
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|-- multi-turn.md
|       `-- recent-fixes.md
|-- pyinstaller_hooks/
|   `-- hook-numpy.py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`-- Tlamatini/
    |-- cat_art.py
    |-- manage.py
    |-- .agents/
    |   `-- workflows/
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exec_permission.py
    |   |-- filesearch.proto
    |   |-- filesearch_pb2.py
    |   |-- filesearch_pb2_grpc.py
    |   |-- global_execution_planner.py
    |   |-- global_state.py
    |   |-- gpu_perf.py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inet_determiner.py
    |   |-- mcp_agent.py
    |   |-- mcp_files_search_client.py
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test_build_scripts.py
    |   |-- test_de_compresser.py
    |   |-- test_embedding_memory_guard.py
    |   |-- test_flow_contracts.py
    |   |-- test_kalier_agent.py
    |   |-- test_native_dialogs.py
    |   |-- test_orphan_reaper.py
    |   |-- test_password_quoting.py
    |   |-- test_playwrighter_agent.py
    |   |-- test_stm32er_agent.py
    |   |-- test_unrealer_agent.py
    |   |-- test_windower_agent.py
    |   |-- test_windows_app_registration.py
    |   |-- tests.py
    |   |-- Tlamatini.md
    |   |-- tools.py
    |   |-- urls.py
    |   |-- version.py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views.py
    |   |-- web_search_llm.py
    |   |-- windows_app_registration.py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or/
    |   |   |   |-- config.yaml
    |   |   |   `-- or.py
    |   |   |-- parametrizer/
    |   |   |   |-- config.yaml
    |   |   |   `-- parametrizer.py
    |   |   |-- playwrighter/
    |   |   |   |-- config.yaml
    |   |   |   `-- playwrighter.py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reviewer/
    |   |   |   |-- config.yaml
    |   |   |   `-- reviewer.py
    |   |   |-- scper/
    |   |   |   |-- config.yaml
    |   |   |   `-- scper.py
    |   |   |-- shoter/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stm32er/
    |   |   |   |-- config.yaml
    |   |   |   `-- stm32er.py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teletlamatini.py
    |   |   |-- unrealer/
    |   |   |   |-- config.yaml
    |   |   |   `-- unrealer.py
    |   |   |-- whatsapper/
    |   |   |   |-- config.yaml
    |   |   |   `-- whatsapper.py
    |   |   |-- whatstlamatini/
    |   |   |   |-- config.yaml
    |   |   |   `-- whatstlamatini.py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HiIamTlamatini.png
    |   |   |-- mockup.jpg
    |   |   |-- RealisticTlamatini.png
    |   |   |-- ShouldersUoTlamatini.png
    |   |   |-- Tlamatini AI Agentic Advisor Video.mp4
    |   |   |-- TlamatiniAbout.jpg
    |   |   |-- TlamatiniDrawings.png
    |   |   |-- TlammatiniLetsMakeSomeMagic.mp4
    |   |   |-- TorsoTlamatini.png
    |   |   `-- XAIHT-Tlamatini.mp4
    |   |-- imaging/
    |   |   |-- converter.py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|-- 0086_add_chat_agent_unrealer_tool.py
    |   |   |-- 0087_add_unrealer_demo_prompt.py
    |   |   |-- 0088_add_reviewer.py
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|-- 0104_fix_stm32er_hil_serial_proof.py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code_review/
    |   |   |   `-- SKILL.md
    |   |   |-- create_new_agent/
    |   |   |   `-- SKILL.md
    |   |   |-- create_new_mcp/
    |   |   |   `-- SKILL.md
    |   |   |-- github/
    |   |   |   `-- SKILL.md
    |   |   |-- gmail/
    |   |   |   `-- SKILL.md
    |   |   |-- hello_world/
    |   |   |   `-- SKILL.md
    |   |   |-- jira/
    |   |   |   `-- SKILL.md
    |   |   |-- kali_pentest/
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|-- templates/
    |   |   `-- agent/
    |   |       |-- agent_page.html
    |   |       |-- agentic_control_panel.html
    |   |       |-- login.html
    |   |       `-- welcome.html
    |   `-- TlamatiniSourceCode/
    |       `-- README.md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22/22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