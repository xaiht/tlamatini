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5303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57 agents, visual workflows, and Windows packaging.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347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71,382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April 17, 2026 11:50 PM UTC-0600 at HEAD 3b6eb8e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Multi-Turn is enabled, the global planner selects context and tool stages before the executor binds only the relevant tools.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57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347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3b6eb8e - Way too improving the execution chain with now "Exec report"!!,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April 17, 2026 11:50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62; binary or asset tracked files skipped from line count: 13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71,382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96,784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208      46,433     64,687  65.0%
JavaScript                24      10,412     13,187  14.6%
Markdown                  13       8,375     10,568  11.7%
CSS                        5       2,644      3,286   3.7%
Other text                 3         778        955   1.1%
YAML                      59         753      1,709   1.1%
HTML                       4         592        610   0.8%
PowerShell                 5         408        616   0.6%
JavaScript module          1         323        390   0.5%
Prompt template            2         272        341   0.4%
JSON                       4         244        244   0.3%
Text                       4         115        134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5,862   8,411
README.md                                               Markdown       3,550   4,471
Tlamatini/agent/tools.py                                Python         1,841   2,483
Tlamatini/agent/agents/flowcreator/agentic_skill.md     Markdown       1,694   1,889
Tlamatini/agent/tests.py                                Python         1,574   1,927
...ini/agent/static/agent/css/agentic_control_panel.css CSS            1,551   2,018
Tlamatini/agent/static/agent/js/acp-canvas-core.js      JavaScript     1,235   1,529
Tlamatini/agent/consumers.py                            Python         1,092   1,300
Tlamatini/agent/doc_generation/complete_project_docs.py Python         1,040   1,191
Tlamatini/agent/static/agent/js/acp-agent-connectors.js JavaScript     1,019   1,154
Tlamatini/agent/static/agent/js/acp-control-buttons.js  JavaScript     1,000   1,301
Tlamatini/agent/static/agent/css/agent_page.css         CSS              942   1,091
Tlamatini/agent/static/agent/js/canvas_item_dialog.js   JavaScript       896   1,163
Tlamatini/agent/agents/crawler/crawler.py               Python           881   1,261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CURRENT-HEAD CHANGES, NOT THE WHOLE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Latest Optimizations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Latest commits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2026-04-17 | 3b6eb8e | Way too improving the execution chain with now "Exec report"!!,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2026-04-17 | d46ddbb | Fixing some drawbacks in frozen Tlamatini's runtime execution.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2026-04-17 | 17d5760 | Updating to a more graphical documentation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2026-04-17 | d7a8e66 | Update documentation with the laatest fixings,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2026-04-16 | 0249c76 | Improving multiturn, tested for installing assets, and added a new video,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2026-04-15 | 9abade4 | Adding video links to README.md, by angelahack1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build.py
|-- build_installer.py
|-- build_uninstaller.py
|-- CLAUDE.md
|-- CreateShortcut.json
|-- CreateShortcut.ps1
|-- eslint.config.mjs
|-- googler_mcp.py
|-- install.py
|-- LICENSE
|-- mouse_mover.py
|-- NEW_AGENT_RECOMMENDATIONS.md
|-- package.json
|-- prompts_example.txt
|-- README.md
|-- register_flw.ps1
|-- RemoveShortcut.ps1
|-- requirements.txt
|-- Tlamatini.ico
|-- Tlamatini.jpg
|-- Tlamatini.ps1
|-- tlamatini_app_summary.pdf
|-- Tlamatini_eXtended_Artificial_Intelligence_Humanly_Tempered.pptx
|-- trigger_jenkins.py
|-- uninstall.py
|-- unregister_flw.ps1
|-- .codex/
|   `-- skills/
|       |-- full-project-pdf-dossier/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   `-- SKILL.md
|       `-- overlap-safe-pptx-dossier/
|           `-- SKILL.md
|-- pyinstaller_hooks/
|   `-- hook-numpy.py
`-- Tlamatini/
    |-- cat_art.py
    |-- manage.py
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filesearch.proto
    |   |-- filesearch_pb2.py
    |   |-- filesearch_pb2_grpc.py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global_execution_planner.py
    |   |-- global_state.py
    |   |-- inet_determiner.py
    |   |-- mcp_agent.py
    |   |-- mcp_files_search_client.py
    |   |-- mcp_files_search_server.py
    |   |-- mcp_system_client.py
    |   |-- mcp_system_server.py
    |   |-- models.py
    |   |-- path_guard.py
    |   |-- prompt.pmt
    |   |-- rag_enhancements.py
    |   |-- routing.py
    |   |-- tests.py
    |   |-- tools.py
    |   |-- urls.py
    |   |-- views.py
    |   |-- web_search_llm.py
    |   |-- agents/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`-- whatsapper/
    |   |       |-- config.yaml
    |   |       `-- whatsapper.py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`-- unified.py
    |   |-- services/
    |   |   |-- __init__.py
    |   |   |-- answer_analizer.py
    |   |   |-- filesystem.py
    |   |   `-- response_parser.py
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
    |   |       |   `-- spinner.svg
    |   |       |-- js/
    |   |       |   |-- acp-agent-connectors.js
    |   |       |   |-- acp-canvas-core.js
    |   |       |   |-- acp-canvas-undo.js
    |   |       |   |-- acp-control-buttons.js
    |   |       |   |-- acp-file-io.js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contextual_menus.js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jd-cli/
    |   |-- jd-cli.bat
    |   `-- jd-cli.jar
    `-- tlamatini/
        |-- __init__.py
        |-- asgi.py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context_processors.py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