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spAutoFit/>
          </a:bodyPr>
          <a:lstStyle/>
          <a:p>
            <a:pPr algn="l"/>
            <a:r>
              <a:rPr sz="1700" b="0">
                <a:solidFill>
                  <a:srgbClr val="B4BAAE"/>
                </a:solidFill>
                <a:latin typeface="Aptos"/>
              </a:rPr>
              <a:t>Self-hosted AI developer assistant (cloud LLMs by default) with RAG, Multi-Turn orchestration, 87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958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87</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spAutoFit/>
          </a:bodyPr>
          <a:lstStyle/>
          <a:p>
            <a:pPr algn="l"/>
            <a:r>
              <a:rPr sz="2000" b="1">
                <a:solidFill>
                  <a:srgbClr val="E8E8DE"/>
                </a:solidFill>
                <a:latin typeface="Aptos"/>
              </a:rPr>
              <a:t>207,670</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spAutoFit/>
          </a:bodyPr>
          <a:lstStyle/>
          <a:p>
            <a:pPr algn="l"/>
            <a:r>
              <a:rPr sz="900" b="0">
                <a:solidFill>
                  <a:srgbClr val="B4BAAE"/>
                </a:solidFill>
                <a:latin typeface="Aptos"/>
              </a:rPr>
              <a:t>Generated August 15, 2026 06:29 PM UTC-0600 at HEAD 848a011a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Lets operators manage provider secrets from the browser through the Config -&gt; Access Keys Wizard instead of hand-editing `config.json`.</a:t>
            </a:r>
          </a:p>
          <a:p>
            <a:pPr>
              <a:spcAft>
                <a:spcPts val="400"/>
              </a:spcAft>
              <a:defRPr sz="12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200">
                <a:solidFill>
                  <a:srgbClr val="B4BAAE"/>
                </a:solidFill>
                <a:latin typeface="Aptos"/>
              </a:defRPr>
            </a:pPr>
            <a:r>
              <a:t>Can pause before every state-changing Multi-Turn execution and ask the operator to approve or deny that exact step through the Ask Execs checkbox.</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Hardens generated files: File-Creator’s bulk-write path now preserves long content byte-complete even when it contains heavy quoting or semicolon-rich source text.</a:t>
            </a:r>
          </a:p>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11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1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Can manage real desktop windows by title: focus them, tile them, resize them, list them, and close them deterministically through Win32 calls.</a:t>
            </a:r>
          </a:p>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200">
                <a:solidFill>
                  <a:srgbClr val="B4BAAE"/>
                </a:solidFill>
                <a:latin typeface="Aptos"/>
              </a:defRPr>
            </a:pPr>
            <a:r>
              <a:t>Runs checked Multi-Turn requests through request-scoped planning, capability selection, tool calls, observations, monitoring, and final synthesis.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V1.10.0 SAFETY MODIFIER STILL ACTIVE IN THE V1.48.14 TARGET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V1.11.0 UNINSTALL INTEGRATION CARRIED INTO THE V1.48.14 TARGET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V1.48.14 TARGET - PRIVATE MCP RUNTIMES, SAFE DEFAULTS, LOSSLESS DIAGRAMS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target is `v1.48.14` at aligned local/remote HEAD `848a011a`, one commit after annotated `v1.48.13`. It adds Tlamatini's private per-user Node/npm/npx/pnpm and uv/uvx runtime, plus official `memory` and `sequential-thinking` External-MCP defaults that ship inactive, preserve edits, respect deletion tombstones, and keep Memory state outside the install directory.</a:t>
            </a:r>
          </a:p>
          <a:p>
            <a:pPr>
              <a:spcAft>
                <a:spcPts val="400"/>
              </a:spcAft>
              <a:defRPr sz="1000">
                <a:solidFill>
                  <a:srgbClr val="B4BAAE"/>
                </a:solidFill>
                <a:latin typeface="Aptos"/>
              </a:defRPr>
            </a:pPr>
            <a:r>
              <a:t>The same patch separates public and keyed/private MCP catalogs, aborts unsafe public secrets, adds the runtime strip and Install-now endpoint/tools, and fixes nested diagram restoration so Markdown thematic breaks cannot swallow diagram sentinels or leak `DGRM_*`. The runtime version remains tag-derived; no tag, commit, or push is performed by dossier generation.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LaTeXer hardening and prerequisite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`v1.48.0` introduced LaTeXer and `v1.48.2` hardened it with an ordered eight-rung repair ladder: lint, inferred packages, deterministic rules, minimal probe, package acquisition, engine fallback, an explicitly configured Ollama repair model, and destructive-last bisection/quarantine. Candidate repairs are re-linted and must compile; degraded builds never claim clean success.</a:t>
            </a:r>
          </a:p>
          <a:p>
            <a:pPr>
              <a:spcAft>
                <a:spcPts val="400"/>
              </a:spcAft>
              <a:defRPr sz="1000">
                <a:solidFill>
                  <a:srgbClr val="B4BAAE"/>
                </a:solidFill>
                <a:latin typeface="Aptos"/>
              </a:defRPr>
            </a:pPr>
            <a:r>
              <a:t>MiKTeX is LaTeXer's recommended prerequisite because it can install a missing package on demand during compilation. Tlamatini deliberately bundles no multi-gigabyte TeX distribution; TeX Live and MacTeX are detected when already present, no-distribution runs refuse cleanly, and `action: install` launches the official MiKTeX installer. `shell_escape` remains off by default and `latexmk` must prove usable rather than merely exist.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DETERMINISTIC VERDICTS, DATABASE SAFETY, AND INTERFACE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post-tag `7e2ec979` commit adds `agent/agent_verdict.py`, a deterministic lexer/parser and ordered production-rule engine for wrapped-agent `INI_SECTION` self-reports. It fixes Exec Report false positives and false negatives without replacing auditable rules with model guesses.</a:t>
            </a:r>
          </a:p>
          <a:p>
            <a:pPr>
              <a:spcAft>
                <a:spcPts val="400"/>
              </a:spcAft>
              <a:defRPr sz="1000">
                <a:solidFill>
                  <a:srgbClr val="B4BAAE"/>
                </a:solidFill>
                <a:latin typeface="Aptos"/>
              </a:defRPr>
            </a:pPr>
            <a:r>
              <a:t>Agent truth now outranks a one-bit process exit code: a read-only diagnostic that successfully finds a defect is SUCCESS as an execution even though its finding is adverse, while refusals, missing work, declared malfunctions, explicit false flags, and real nonzero error counts remain FAILURE. Process and agent views survive key collisions as separate values, every verdict carries provenance, and malformed input fails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Data and interface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startup database guard (`agent/db_guard.py`, wired before Django in `manage.py`) checks SQLite shape/integrity, preserves suspicious evidence under `DB/Corrupted/`, prints an actionable alarm, remembers healthy size/table fingerprints, and detects silent shrink. It never auto-restores, never blocks startup, exempts volatile ledger/session tables from ordinary row-drop alarms, and caps its own evidence copies.</a:t>
            </a:r>
          </a:p>
          <a:p>
            <a:pPr>
              <a:spcAft>
                <a:spcPts val="400"/>
              </a:spcAft>
              <a:defRPr sz="1000">
                <a:solidFill>
                  <a:srgbClr val="B4BAAE"/>
                </a:solidFill>
                <a:latin typeface="Aptos"/>
              </a:defRPr>
            </a:pPr>
            <a:r>
              <a:t>Frontend dialogs now share one visual language through `dialog_theme.css` and one fail-open dismissal contract through `dialog_policy.js`: outside click and Escape cannot dismiss guarded work, titlebar X is Cancel, and sealed updater states can block dismissal. `release_notes_renderer.js` safely renders update notes.</a:t>
            </a:r>
          </a:p>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Backend/runtime additions are `agent/runtime_provisioner.py`, `agent/external_mcp_defaults.py`, coordinated manager/doctor/apps/build/secret-regeneration changes, and `agent/test_runtime_provisioner.py` with 44 focused tests.</a:t>
            </a:r>
          </a:p>
          <a:p>
            <a:pPr>
              <a:spcAft>
                <a:spcPts val="400"/>
              </a:spcAft>
              <a:defRPr sz="1000">
                <a:solidFill>
                  <a:srgbClr val="B4BAAE"/>
                </a:solidFill>
                <a:latin typeface="Aptos"/>
              </a:defRPr>
            </a:pPr>
            <a:r>
              <a:t>Response-rendering additions harden `services/response_parser.py` and expand `agent/tests.py` so nested explicit/auto diagrams, Markdown thematic breaks, malformed sentinels, and NUL cleanup remain lossless.</a:t>
            </a:r>
          </a:p>
          <a:p>
            <a:pPr>
              <a:spcAft>
                <a:spcPts val="400"/>
              </a:spcAft>
              <a:defRPr sz="1000">
                <a:solidFill>
                  <a:srgbClr val="B4BAAE"/>
                </a:solidFill>
                <a:latin typeface="Aptos"/>
              </a:defRPr>
            </a:pPr>
            <a:r>
              <a:t>Catalog/build changes make `external_mcps.json` preserved user state plus a sanitized tracked input: public builds contain only inactive Memory/Sequential-Thinking defaults, private builds take an explicit keyed path, and live-looking public secrets abort the build.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additions update `external_mcps_dialog.js`, its CSS, views, and routes with runtime readiness for node/npm/npx/pnpm/uv/uvx plus an explicit Install-now action; the shared dialog and static-cache contracts remain carried.</a:t>
            </a:r>
          </a:p>
          <a:p>
            <a:pPr>
              <a:spcAft>
                <a:spcPts val="400"/>
              </a:spcAft>
              <a:defRPr sz="1000">
                <a:solidFill>
                  <a:srgbClr val="B4BAAE"/>
                </a:solidFill>
                <a:latin typeface="Aptos"/>
              </a:defRPr>
            </a:pPr>
            <a:r>
              <a:t>New research/design assets are `DesignOfIncludingMemoryMCPS.txt`, `MCPMemoriesFlowCreation.flw`, `10000xRedesignOfUpdatingMechanicsOnTlamatini.md`, `image.png`, and `image copy.png`; the generated tree and binary inventory include all five.</a:t>
            </a:r>
          </a:p>
          <a:p>
            <a:pPr>
              <a:spcAft>
                <a:spcPts val="400"/>
              </a:spcAft>
              <a:defRPr sz="1000">
                <a:solidFill>
                  <a:srgbClr val="B4BAAE"/>
                </a:solidFill>
                <a:latin typeface="Aptos"/>
              </a:defRPr>
            </a:pPr>
            <a:r>
              <a:t>The Memory design records provenance for delivered behavior, while the 10,000x updater document remains an architectural proposal. The dossier never claims its two-phase shadow swap, rollback, or WAL preservation is already implemented.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`v1.47.0` keeps the binary-content guard: `agent/rag/binary_guard.py` screens candidate context bytes with a short-circuiting extension/BOM/signature/NUL/control-ratio/UTF-8 cascade and logs each omission as `--- [BINARY-GUARD]`. Configuration can disable detection, tune the control ratio, or override text/binary extensions.</a:t>
            </a:r>
          </a:p>
          <a:p>
            <a:pPr>
              <a:spcAft>
                <a:spcPts val="400"/>
              </a:spcAft>
              <a:defRPr sz="900">
                <a:solidFill>
                  <a:srgbClr val="B4BAAE"/>
                </a:solidFill>
                <a:latin typeface="Aptos"/>
              </a:defRPr>
            </a:pPr>
            <a:r>
              <a:t>`v1.46.0` PDFer, `v1.45.x` FlowCreator and oversized-context recovery, `v1.44.0` prompt grammar, `v1.43.5` recon free-run, `v1.42.0` STM32er PlatformIO and stepwise camera demos, and `v1.41.4` External-MCP structured-result delivery remain carried behavior.</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display the `v1.48.14` release target while the Git evidence section separately reports annotated `v1.48.13` and the one-commit-ahead local/remote HEAD. This distinction prevents a documentation target from being misreported as an already-created tag.</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the current tagged behavior and its historical predecessors are described separately.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`v1.48.14` release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`v1.48.14` is the documentation/package target at aligned local/remote HEAD, while `v1.48.13` remains the latest annotated tag one commit behind. The target adds private MCP runtimes, inactive Memory/Sequential-Thinking defaults, secret-safe catalog separation, and diagram restoration while retaining the Mover/Deleter guard, LaTeXer/verdict hardening, binary guard, PDFer, FlowCreator, prompt grammar, recon, STM32er PlatformIO, structured External-MCP output, and earlier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The 87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87</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87-agent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live operator surface now stands at 87 workflow agents, 107 Multi-Turn tools, 12 ACPX tools, and 28 skills.</a:t>
            </a:r>
          </a:p>
          <a:p>
            <a:pPr>
              <a:spcAft>
                <a:spcPts val="400"/>
              </a:spcAft>
              <a:defRPr sz="1000">
                <a:solidFill>
                  <a:srgbClr val="B4BAAE"/>
                </a:solidFill>
                <a:latin typeface="Aptos"/>
              </a:defRPr>
            </a:pPr>
            <a:r>
              <a:t>Source inspection confirms the total: 20 core Python tools + 65 wrapped chat-agent tools + 12 ACPX/Skill tools + 10 External-MCP supervisors = 107 built-in Multi-Turn tools; healthy active servers add dynamic `ext__*` remotes separately.</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87-agent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`v1.48.14` target documentation set; it carries private MCP runtime/defaults, diagram hardening, v1.48.2 LaTeXer/verdict behavior, the binary guard, PDFer, chat-callable FlowCreator, prompt standardization, structured External-MCP delivery, category grouping, gap-tolerant loading, and ranked fuzzy search while preserving the broader operator context.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spAutoFit/>
          </a:bodyPr>
          <a:lstStyle/>
          <a:p>
            <a:pPr algn="l"/>
            <a:r>
              <a:rPr sz="900" b="0">
                <a:solidFill>
                  <a:srgbClr val="B4BAAE"/>
                </a:solidFill>
                <a:latin typeface="Cascadia Mono"/>
              </a:rPr>
              <a:t>Resolved current version: 1.48.14 | build: 1.48.14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958</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87</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193</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848a011a - Implementing diagram on answers fixed, making a preeliminary change on memory MCPS as externals, by angelaahack1</a:t>
            </a:r>
          </a:p>
          <a:p>
            <a:pPr>
              <a:spcAft>
                <a:spcPts val="400"/>
              </a:spcAft>
              <a:defRPr sz="1300">
                <a:solidFill>
                  <a:srgbClr val="B4BAAE"/>
                </a:solidFill>
                <a:latin typeface="Aptos"/>
              </a:defRPr>
            </a:pPr>
            <a:r>
              <a:t>Resolved version: 1.48.14 (environment release target)</a:t>
            </a:r>
          </a:p>
          <a:p>
            <a:pPr>
              <a:spcAft>
                <a:spcPts val="400"/>
              </a:spcAft>
              <a:defRPr sz="1300">
                <a:solidFill>
                  <a:srgbClr val="B4BAAE"/>
                </a:solidFill>
                <a:latin typeface="Aptos"/>
              </a:defRPr>
            </a:pPr>
            <a:r>
              <a:t>Generated on August 15, 2026 06:29 PM UTC-0600</a:t>
            </a:r>
          </a:p>
          <a:p>
            <a:pPr>
              <a:spcAft>
                <a:spcPts val="400"/>
              </a:spcAft>
              <a:defRPr sz="1300">
                <a:solidFill>
                  <a:srgbClr val="B4BAAE"/>
                </a:solidFill>
                <a:latin typeface="Aptos"/>
              </a:defRPr>
            </a:pPr>
            <a:r>
              <a:t>Inventory scope: 958 files = 958 tracked + 0 git-unignored working-tree additions</a:t>
            </a:r>
          </a:p>
          <a:p>
            <a:pPr>
              <a:spcAft>
                <a:spcPts val="400"/>
              </a:spcAft>
              <a:defRPr sz="1300">
                <a:solidFill>
                  <a:srgbClr val="B4BAAE"/>
                </a:solidFill>
                <a:latin typeface="Aptos"/>
              </a:defRPr>
            </a:pPr>
            <a:r>
              <a:t>Multi-Turn tools: 107; wrapped chat-agent tools: 65; skills: 28</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50</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848a011a on 2026-08-15</a:t>
            </a:r>
          </a:p>
          <a:p>
            <a:pPr>
              <a:spcAft>
                <a:spcPts val="400"/>
              </a:spcAft>
              <a:defRPr sz="1300">
                <a:solidFill>
                  <a:srgbClr val="B4BAAE"/>
                </a:solidFill>
                <a:latin typeface="Aptos"/>
              </a:defRPr>
            </a:pPr>
            <a:r>
              <a:t>Implementing diagram on answers fixed, making a preeliminary change on memory MCPS as externals, by angelaahack1</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Since the last committed PDF/PPTX refresh, Git shows focused platform evolution across autonomy, operator ergonomics, runtime self-knowledge, and documentation fidelity.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V1.48.14 RELEASE-TARGET LINEAGE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PDFer (v1.46.0): visual and wrapped document composer for Markdown, HTML, text, images, mixed reports, and PDF merging, with safe preflight and real-renderer tests.</a:t>
            </a:r>
          </a:p>
          <a:p>
            <a:pPr>
              <a:spcAft>
                <a:spcPts val="400"/>
              </a:spcAft>
              <a:defRPr sz="900">
                <a:solidFill>
                  <a:srgbClr val="B4BAAE"/>
                </a:solidFill>
                <a:latin typeface="Aptos"/>
              </a:defRPr>
            </a:pPr>
            <a:r>
              <a:t>LaTeXer (v1.48.0/v1.48.2): visual and wrapped LaTeX typesetter with whole-project compilation, bibliography/index convergence, readable diagnostics, and an eight-rung repair ladder. Requires MiKTeX; refuses cleanly when no distribution is present.</a:t>
            </a:r>
          </a:p>
          <a:p>
            <a:pPr>
              <a:spcAft>
                <a:spcPts val="400"/>
              </a:spcAft>
              <a:defRPr sz="900">
                <a:solidFill>
                  <a:srgbClr val="B4BAAE"/>
                </a:solidFill>
                <a:latin typeface="Aptos"/>
              </a:defRPr>
            </a:pPr>
            <a:r>
              <a:t>Execution verdict (v1.48.2): deterministic self-report parsing separates successful diagnostics from adverse findings, preserves process and agent truth, and fixes Exec Report false positives/false negatives.</a:t>
            </a:r>
          </a:p>
          <a:p>
            <a:pPr>
              <a:spcAft>
                <a:spcPts val="400"/>
              </a:spcAft>
              <a:defRPr sz="9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9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9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900">
                <a:solidFill>
                  <a:srgbClr val="B4BAAE"/>
                </a:solidFill>
                <a:latin typeface="Aptos"/>
              </a:defRPr>
            </a:pPr>
            <a:r>
              <a:t>Binary-content guard (v1.47.0): candidate context files are screened by bytes, binary content is dropped from the embedding chain, and each omission is logged as --- [BINARY-GUARD]; fail-open by contract.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v1.48.14 is the release target at aligned local/origin HEAD; v1.48.13 remains the latest annotated tag one commit behind. Local configuration values are never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87 workflow agents and 107 built-in Multi-Turn tools (20 core + 65 wrapped + 12 ACPX/Skill + 10 External-MCP supervisors), with 28 skills; dynamic ext__ remotes are separate.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207,670</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295,501</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sp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spAutoFit/>
          </a:bodyPr>
          <a:lstStyle/>
          <a:p>
            <a:pPr algn="l"/>
            <a:r>
              <a:rPr sz="800" b="0">
                <a:solidFill>
                  <a:srgbClr val="E8E8DE"/>
                </a:solidFill>
                <a:latin typeface="Cascadia Mono"/>
              </a:rPr>
              <a:t>LANGUAGE                 FILES   EFFECTIVE      TOTAL   SHARE
Python                   549     149,363    217,444  71.9%
Markdown                 169      23,155     30,829  11.1%
JavaScript                37      17,725     22,970   8.5%
CSS                       11       6,421      8,490   3.1%
Other text                13       2,637      3,098   1.3%
YAML                      92       2,093      5,400   1.0%
Text                       6       1,135      1,447   0.5%
HTML                       4       1,123      1,169   0.5%
Prompt template            2       1,113      1,238   0.5%
Tlamatini Flow             4         837        837   0.4%
PowerShell                 7         724      1,052   0.3%
JSON                      10         710        710   0.3%
JavaScript module          1         426        511   0.2%
Batch                      2         188        273   0.1%
Protocol Buffers           1          20         33   0.0%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spAutoFit/>
          </a:bodyPr>
          <a:lstStyle/>
          <a:p>
            <a:pPr algn="l"/>
            <a:r>
              <a:rPr sz="800" b="0">
                <a:solidFill>
                  <a:srgbClr val="E8E8DE"/>
                </a:solidFill>
                <a:latin typeface="Cascadia Mono"/>
              </a:rPr>
              <a:t>PATH                                                     LANGUAGE     EFFECTIVE   TOTAL
Tlamatini/agent/views.py                                Python         8,576  12,535
Tlamatini/agent/tests.py                                Python         5,700   7,452
Tlamatini/agent/doc_generation/complete_project_docs.py Python         3,774   4,196
Tlamatini/agent/tools.py                                Python         3,190   4,725
Tlamatini/agent/agents/latexer/latexer.py               Python         3,151   4,593
BookOfTlamatini.md                                      Markdown       2,559   3,639
Tlamatini/agent/agents/flowcreator/agentic_skill.md     Markdown       2,339   2,580
...ini/agent/static/agent/css/agentic_control_panel.css CSS            2,074   2,891
Tlamatini/agent/external_mcp_manager.py                 Python         2,066   2,604
Tlamatini/agent/agents/stm32er/stm32er.py               Python         1,983   2,694
Tlamatini/agent/chat_agent_registry.py                  Python         1,913   1,964
Tlamatini/agent/static/agent/css/agent_page.css         CSS            1,870   2,414
Tlamatini/agent/static/agent/js/agent_page_chat.js      JavaScript     1,743   2,395
Tlamatini/agent/mcp_agent.py                            Python         1,653   2,748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next patch target is `v1.48.14` at local/remote HEAD `848a011a`, one commit after annotated `v1.48.13`; runtime versions remain git-tag-derived through `agent/version.py`. Generated inventories derive current agent, tool, skill, asset, and effective-line totals from live source.</a:t>
            </a:r>
          </a:p>
          <a:p>
            <a:pPr>
              <a:spcAft>
                <a:spcPts val="400"/>
              </a:spcAft>
              <a:defRPr sz="1300">
                <a:solidFill>
                  <a:srgbClr val="B4BAAE"/>
                </a:solidFill>
                <a:latin typeface="Aptos"/>
              </a:defRPr>
            </a:pPr>
            <a:r>
              <a:t>The `v1.48.14` target adds a private External-MCP Node/uv runtime, inactive Memory and Sequential-Thinking defaults, a secret-separated public/private catalog, and lossless nested-diagram restoration. The `v1.48.13` Mover/Deleter guard, dialog/theme policy, long-operation locks, logging, DB/reaper safeguards, LaTeXer, PDFer, and binary guard remain carried.</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1300">
                <a:solidFill>
                  <a:srgbClr val="B4BAAE"/>
                </a:solidFill>
                <a:latin typeface="Aptos"/>
              </a:defRPr>
            </a:pPr>
            <a:r>
              <a:t>The latest dossier pass resolves the product at release target `v1.48.14`, reports annotated `v1.48.13` separately from the aligned local/remote HEAD, and combines README.md and BookOfTlamatini.md with source/Git truth while retaining complete installation, Ollama, architecture, usage, tree, line inventory, and responsibility context.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2026-08-15 | 848a011a | Implementing diagram on answers fixed, making a preeliminary change on memory MCPS as externals, by angelaahack1</a:t>
            </a:r>
          </a:p>
          <a:p>
            <a:pPr>
              <a:spcAft>
                <a:spcPts val="400"/>
              </a:spcAft>
              <a:defRPr sz="1200">
                <a:solidFill>
                  <a:srgbClr val="B4BAAE"/>
                </a:solidFill>
                <a:latin typeface="Aptos"/>
              </a:defRPr>
            </a:pPr>
            <a:r>
              <a:t>2026-08-15 | 3f07576b | Fixing Temp incorrect moving/deleting default mechanics, for mover and deleter, by angelahack1</a:t>
            </a:r>
          </a:p>
          <a:p>
            <a:pPr>
              <a:spcAft>
                <a:spcPts val="400"/>
              </a:spcAft>
              <a:defRPr sz="1200">
                <a:solidFill>
                  <a:srgbClr val="B4BAAE"/>
                </a:solidFill>
                <a:latin typeface="Aptos"/>
              </a:defRPr>
            </a:pPr>
            <a:r>
              <a:t>2026-08-14 | 67ea9ffe | Menus' states improved while in long-time operations, by angelahack1</a:t>
            </a:r>
          </a:p>
          <a:p>
            <a:pPr>
              <a:spcAft>
                <a:spcPts val="400"/>
              </a:spcAft>
              <a:defRPr sz="1200">
                <a:solidFill>
                  <a:srgbClr val="B4BAAE"/>
                </a:solidFill>
                <a:latin typeface="Aptos"/>
              </a:defRPr>
            </a:pPr>
            <a:r>
              <a:t>2026-08-13 | 26ed9a84 | Log identification of user line by line, and all of the lines, by Tlamatini's-AutoBot.</a:t>
            </a:r>
          </a:p>
          <a:p>
            <a:pPr>
              <a:spcAft>
                <a:spcPts val="400"/>
              </a:spcAft>
              <a:defRPr sz="1200">
                <a:solidFill>
                  <a:srgbClr val="B4BAAE"/>
                </a:solidFill>
                <a:latin typeface="Aptos"/>
              </a:defRPr>
            </a:pPr>
            <a:r>
              <a:t>2026-08-13 | 2891685c | DIsable som additional menu entries while in long-time operations, by Tlamatini's-AutoBot.</a:t>
            </a:r>
          </a:p>
          <a:p>
            <a:pPr>
              <a:spcAft>
                <a:spcPts val="400"/>
              </a:spcAft>
              <a:defRPr sz="1200">
                <a:solidFill>
                  <a:srgbClr val="B4BAAE"/>
                </a:solidFill>
                <a:latin typeface="Aptos"/>
              </a:defRPr>
            </a:pPr>
            <a:r>
              <a:t>2026-08-13 | 65db3389 | Improving "Check for updates" dialog mechanics, by Tlamatini's-AutoBot.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2026-08-13 | 799dd8ed | Keeping standarizing the look and feel of all the dialogs, by Tlamatini's-AutoBot.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image copy.png
|-- image.png
|--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Tlamatini_eXtended_Artificial_Intelligence_Humanly_Tempered.pptx
|-- TLAMATINI_MCP.md
|-- tlamatini_mcp_server.py
|-- Tlamatini_NIGHTLY_PERFORMANCE_REPORT.md
|-- TlamatiniImprovementsByClaudeOnLaTeXer.md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project_acpxer_added.md
|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project_native_toast.md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dialog_theme_visible.py
|       |       |-- discoverer_1000.py
|       |       |-- discoverer_1000.py.antes_shoter
|       |       |-- flowcreator_wizard_e2e.py
|       |       |-- latexer_openmp_e2e.py
|       |       |-- latexer_stepbystep_5.py
|       |       |-- mcp_playwright_suite.py
|       |       |-- playwrighter_run.py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.mcps/
    |   `-- create_new_mcp.md
    |-- .skills/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db_guard.py
    |   |-- embedding_memory_guard.py
    |   |-- exec_permission.py
    |   |-- external_mcp_defaults.py
    |   |-- external_mcp_manager.py
    |   |-- external_mcps.json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filesearch.proto
    |   |-- filesearch_pb2.py
    |   |-- filesearch_pb2_grpc.py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runtime_provisioner.py
    |   |-- self_healing.py
    |   |-- self_update.py
    |   |-- test_access_key_wizard.py
    |   |-- test_agent_display_names.py
    |   |-- test_agent_manifest.py
    |   |-- test_agent_verdict.py
    |   |-- test_agents_see_hidden_dirs.py
    |   |-- test_arduiner_agent.py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test_ask_execs_allowlist.py
    |   |-- test_audioplayer_agent.py
    |   |-- test_binary_guard.py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test_db_backup_safety.py
    |   |-- test_db_guard.py
    |   |-- test_de_compresser.py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test_latexer_agent.py
    |   |-- test_latexer_repair_ladder.py
    |   |-- test_latexer_suite.py
    |   |-- test_latexer_verbatim_channel.py
    |   |-- test_log_identity.py
    |   |-- test_native_dialogs.py
    |   |-- test_nmapper_agent.py
    |   |-- test_orphan_reaper.py
    |   |-- test_parametrizer_mcp_doctor.py
    |   |-- test_password_quoting.py
    |   |-- test_pdfer_agent.py
    |   |-- test_playwrighter_agent.py
    |   |-- test_preserved_user_state.py
    |   |-- test_prompt_catalog_contiguous.py
    |   |-- test_recorder_agent.py
    |   |-- test_runtime_provisioner.py
    |   |-- test_self_healing.py
    |   |-- test_self_modify_gate.py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test_self_update.py
    |   |-- test_shoter_takes_screenshots.py
    |   |-- test_sqlite_wal_mode.py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19/37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keyboarder.py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mouser.py
    |   |   |-- mover/
    |   |   |   |-- config.yaml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
    |   |   |   |-- config.yaml
    |   |   |   `-- playwrighter.py
    |   |   |-- prompter/
    |   |   |   |-- config.yaml
    |   |   |   `-- prompter.py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28/37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29/37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30/37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31/37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32/37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history_aware.py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33/37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34/37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35/37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login.css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36/37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 agent_page_dialogs.js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Repository File Tree Appendix 37/37</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spAutoFit/>
          </a:bodyPr>
          <a:lstStyle/>
          <a:p>
            <a:pPr algn="l"/>
            <a:r>
              <a:rPr sz="700" b="0">
                <a:solidFill>
                  <a:srgbClr val="E8E8DE"/>
                </a:solidFill>
                <a:latin typeface="Cascadia Mono"/>
              </a:rPr>
              <a:t>    |   |   `-- talker_orpheus_tokens.txt
    |   `-- TlamatiniSourceCode/
    |       `-- README.md
    |-- DB/
    |   |-- Older/
    |   |   `-- README.md
    |   `-- ToLoad/
    |       `-- README.md
    |-- jd-cli/
    |   |-- jd-cli.bat
    |   `-- jd-cli.jar
    |-- tests_e2e/
    |   |-- oob_child_helper.py
    |   |-- README.md
    |   |-- test_create_flow_visual.py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lIns="12700" rIns="12700" tIns="12700" bIns="12700">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lIns="12700" rIns="12700" tIns="12700" bIns="12700">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