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62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98,913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19, 2026 06:07 PM UTC-0600 at HEAD 27366ea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Launches wrapped copies of selected workflow agents in isolated runtime folders without mutating templates.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Lets users design, validate, save, pause, resume, and stop visual workflows through the Agentic Control Panel.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Turns successful Multi-Turn tool executions into starter `.flw` workflows that can be inspected and validated in ACP.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Packages the project into a distributable Windows release with installer and uninstaller tooling.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0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0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0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62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now align with the same 62-agent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Today’s validation shows `62` agent templates on disk and `62` description rows in `agents_descriptions.md`, matching the README and Book bestiary counts.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version now propagates consistently through the release folder naming, About dialog, startup banner, and `GET /agent/version/` endpoint, so docs and runtime identity stay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1.3.2 | build: 1.3.2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Unrealer agent is the 62nd workflow agent and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454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27366ea - Updating documentation according to version, by Tlamatini's-AutoBot.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1.3.2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19, 2026 06:07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authoritative agent-description rows: 62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98,913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134,738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262      66,002     92,208  66.7%
JavaScript                28      12,824     16,161  13.0%
Markdown                  50      11,731     15,135  11.9%
CSS                        6       3,338      4,183   3.4%
YAML                      66       1,387      2,750   1.4%
HTML                       4         823        841   0.8%
Other text                 3         789        967   0.8%
Prompt template            2         558        668   0.6%
PowerShell                 5         506        752   0.5%
JavaScript module          1         389        456   0.4%
JSON                       5         383        383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6,917   9,972
Tlamatini/agent/tests.py                                Python         4,034   5,153
Tlamatini/agent/tools.py                                Python         2,201   3,109
BookOfTlamatini.md                                      Markdown       1,887   2,660
Tlamatini/agent/agents/flowcreator/agentic_skill.md     Markdown       1,825   2,031
...ini/agent/static/agent/css/agentic_control_panel.css CSS            1,653   2,187
Tlamatini/agent/doc_generation/complete_project_docs.py Python         1,605   1,815
Tlamatini/agent/static/agent/js/agent_page_init.js      JavaScript     1,360   1,568
Tlamatini/agent/static/agent/js/acp-canvas-core.js      JavaScript     1,270   1,580
Tlamatini/agent/consumers.py                            Python         1,240   1,545
README.md                                               Markdown       1,172   1,646
Tlamatini/agent/static/agent/css/agent_page.css         CSS            1,155   1,380
Tlamatini/agent/static/agent/js/acp-agent-connectors.js JavaScript     1,109   1,249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Documentation itself changed today, so the regenerated dossier is part of the tracked operator surface rather than an external afterthought.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2026-05-19 | 27366ea | Updating documentation according to version,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2026-05-19 | 141d104 | Sorting catalog of prompts, and instructing LLM to generate content very visible and accesible, not using similar colors for text and its background, by Tlamatini's-AutoBot.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orphan_reaper.py
    |   |-- path_guard.py
    |   |-- prompt.pmt
    |   |-- rag_enhancements.py
    |   |-- routing.py
    |   |-- test_de_compresser.py
    |   |-- test_embedding_memory_guard.py
    |   |-- test_flow_contracts.py
    |   |-- test_password_quoting.py
    |   |-- test_tkinter_availability.py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`-- __init__.py
    |   |-- monitors/
    |   |   `-- monitor_sql.py
    |   |-- opus_client/
    |   |   |-- claude_opus_client.py
    |   |   |-- examples.py
    |   |   `-- README.md
    |   |-- rag/
    |   |   |-- __init__.py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lint.py
    |   |   |   `-- schema.json
    |   |   |-- acp_router/
    |   |   |   `-- SKILL.md
    |   |   |-- github/
    |   |   |   `-- SKILL.md
    |   |   |-- gmail/
    |   |   |   `-- SKILL.md
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