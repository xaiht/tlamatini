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91440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84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814</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84</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169,709</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July 07, 2026 05:11 AM UTC-0600 at HEAD 35c8d25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2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2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local model operation, Windows packaging and uninstall registration, first-person self-knowledge about her own runtime, and embedded-firmware control for STM32F4,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workflow agents in `Tlamatini/agent/agents/` are plain-Python programs on purpose: they are readable, editable, auditable operating code under the user's control.</a:t>
            </a:r>
          </a:p>
          <a:p>
            <a:pPr>
              <a:spcAft>
                <a:spcPts val="400"/>
              </a:spcAft>
              <a:defRPr sz="1200">
                <a:solidFill>
                  <a:srgbClr val="B4BAAE"/>
                </a:solidFill>
                <a:latin typeface="Aptos"/>
              </a:defRPr>
            </a:pPr>
            <a:r>
              <a:t>When a user enables, configures, modifies, chains, or runs those agents, the actions of those agents fall under that user's jurisdiction. The prompts, config files, secrets, credentials, files, folders, network targets, browsers, shells, APIs, external MCP servers, hardware devices, and downstream systems they touch are selected and authorized by the user.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Tlamatini provides orchestration, documentation, and guardrails, but she cannot guarantee that every user-edited agent, workflow, external service, credential scope, target machine, or local environment is safe.</a:t>
            </a:r>
          </a:p>
          <a:p>
            <a:pPr>
              <a:spcAft>
                <a:spcPts val="400"/>
              </a:spcAft>
              <a:defRPr sz="1200">
                <a:solidFill>
                  <a:srgbClr val="B4BAAE"/>
                </a:solidFill>
                <a:latin typeface="Aptos"/>
              </a:defRPr>
            </a:pPr>
            <a:r>
              <a:t>Any security breach, data exposure, unauthorized action, credential leak, unsafe automation, policy violation, device damage, or other harm caused by running agents or agent workflows is the responsibility of the user who runs them.</a:t>
            </a:r>
          </a:p>
          <a:p>
            <a:pPr>
              <a:spcAft>
                <a:spcPts val="400"/>
              </a:spcAft>
              <a:defRPr sz="1200">
                <a:solidFill>
                  <a:srgbClr val="B4BAAE"/>
                </a:solidFill>
                <a:latin typeface="Aptos"/>
              </a:defRPr>
            </a:pPr>
            <a:r>
              <a:t>Operators should audit agents before use, restrict credentials and permissions, and operate them only on systems where they have explicit authorization.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Answers codebase questions with loaded file or directory context.</a:t>
            </a:r>
          </a:p>
          <a:p>
            <a:pPr>
              <a:spcAft>
                <a:spcPts val="400"/>
              </a:spcAft>
              <a:defRPr sz="1000">
                <a:solidFill>
                  <a:srgbClr val="B4BAAE"/>
                </a:solidFill>
                <a:latin typeface="Aptos"/>
              </a:defRPr>
            </a:pPr>
            <a:r>
              <a:t>Uses hybrid retrieval to extract metadata, split content, rank source chunks, and respect context budgets.</a:t>
            </a:r>
          </a:p>
          <a:p>
            <a:pPr>
              <a:spcAft>
                <a:spcPts val="400"/>
              </a:spcAft>
              <a:defRPr sz="1000">
                <a:solidFill>
                  <a:srgbClr val="B4BAAE"/>
                </a:solidFill>
                <a:latin typeface="Aptos"/>
              </a:defRPr>
            </a:pPr>
            <a:r>
              <a:t>Can discover files by glob pattern, search their contents by regex, and make surgical in-place replacements through the Globber, Grepper, and Editor agent/tool trio.</a:t>
            </a:r>
          </a:p>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9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9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a:p>
            <a:pPr>
              <a:spcAft>
                <a:spcPts val="400"/>
              </a:spcAft>
              <a:defRPr sz="9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9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Warns GPU-host operators before a directory-context load is likely to saturate VRAM and degrade embedding throughput.</a:t>
            </a:r>
          </a:p>
          <a:p>
            <a:pPr>
              <a:spcAft>
                <a:spcPts val="400"/>
              </a:spcAft>
              <a:defRPr sz="900">
                <a:solidFill>
                  <a:srgbClr val="B4BAAE"/>
                </a:solidFill>
                <a:latin typeface="Aptos"/>
              </a:defRPr>
            </a:pPr>
            <a:r>
              <a:t>Exposes a coherent versioning surface across builds, runtime UI, logs, and an open health-check endpoint.</a:t>
            </a:r>
          </a:p>
          <a:p>
            <a:pPr>
              <a:spcAft>
                <a:spcPts val="400"/>
              </a:spcAft>
              <a:defRPr sz="900">
                <a:solidFill>
                  <a:srgbClr val="B4BAAE"/>
                </a:solidFill>
                <a:latin typeface="Aptos"/>
              </a:defRPr>
            </a:pPr>
            <a:r>
              <a:t>Carries a first-person self-knowledge map so she can answer more accurately about her own architecture, ports, runtime modes, pages, and capabilities.</a:t>
            </a:r>
          </a:p>
          <a:p>
            <a:pPr>
              <a:spcAft>
                <a:spcPts val="400"/>
              </a:spcAft>
              <a:defRPr sz="9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9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scaffold, author, build, flash, reset, and observe STM32F4 firmware through STM32er and the STM32 Template Project MCP, with a fail-safe preflight before any hardware mutation.</a:t>
            </a:r>
          </a:p>
          <a:p>
            <a:pPr>
              <a:spcAft>
                <a:spcPts val="400"/>
              </a:spcAft>
              <a:defRPr sz="9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manage real desktop windows by title: focus them, tile them, resize them, list them, and close them deterministically through Win32 calls.</a:t>
            </a:r>
          </a:p>
          <a:p>
            <a:pPr>
              <a:spcAft>
                <a:spcPts val="400"/>
              </a:spcAft>
              <a:defRPr sz="9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900">
                <a:solidFill>
                  <a:srgbClr val="B4BAAE"/>
                </a:solidFill>
                <a:latin typeface="Aptos"/>
              </a:defRPr>
            </a:pPr>
            <a:r>
              <a:t>Can drive a live Unreal Engine 5 editor through the Unreal MCP plugin, from either Multi-Turn chat or the visual workflow canvas.</a:t>
            </a:r>
          </a:p>
          <a:p>
            <a:pPr>
              <a:spcAft>
                <a:spcPts val="400"/>
              </a:spcAft>
              <a:defRPr sz="9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9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0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000">
                <a:solidFill>
                  <a:srgbClr val="B4BAAE"/>
                </a:solidFill>
                <a:latin typeface="Aptos"/>
              </a:defRPr>
            </a:pPr>
            <a:r>
              <a:t>Launches wrapped copies of selected workflow agents in isolated runtime folders without mutating templates.</a:t>
            </a:r>
          </a:p>
          <a:p>
            <a:pPr>
              <a:spcAft>
                <a:spcPts val="400"/>
              </a:spcAft>
              <a:defRPr sz="1000">
                <a:solidFill>
                  <a:srgbClr val="B4BAAE"/>
                </a:solidFill>
                <a:latin typeface="Aptos"/>
              </a:defRPr>
            </a:pPr>
            <a:r>
              <a:t>Lets users design, validate, save, pause, resume, and stop visual workflows through the Agentic Control Panel.</a:t>
            </a:r>
          </a:p>
          <a:p>
            <a:pPr>
              <a:spcAft>
                <a:spcPts val="400"/>
              </a:spcAft>
              <a:defRPr sz="10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(5/5)</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4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4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V1.36.0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V1.36.0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V1.36.0 PLUS SELF-HEALING, CREATE FLOW, AND DISCOVERER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Newest changes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repository currently resolves to the `v1.36.0` release line plus post-tag commits through `35c8d25`, with live working-tree Discoverer PDCP/vulnx/Go-deny changes and source inspection confirming the workflow-agent, Multi-Turn-tool, skill, asset, and effective-line totals in the generated inventory tables.</a:t>
            </a:r>
          </a:p>
          <a:p>
            <a:pPr>
              <a:spcAft>
                <a:spcPts val="400"/>
              </a:spcAft>
              <a:defRPr sz="900">
                <a:solidFill>
                  <a:srgbClr val="B4BAAE"/>
                </a:solidFill>
                <a:latin typeface="Aptos"/>
              </a:defRPr>
            </a:pPr>
            <a:r>
              <a:t>`v1.36.0` is the Video-Analyzer release: the new `video_analyzer` workflow agent and wrapped `chat_agent_video_analyzer` tool read recorded videos, check for motion, ask two vision models for independent evidence, merge their reports, and emit explicit routeable verdict tokens.</a:t>
            </a:r>
          </a:p>
          <a:p>
            <a:pPr>
              <a:spcAft>
                <a:spcPts val="400"/>
              </a:spcAft>
              <a:defRPr sz="900">
                <a:solidFill>
                  <a:srgbClr val="B4BAAE"/>
                </a:solidFill>
                <a:latin typeface="Aptos"/>
              </a:defRPr>
            </a:pPr>
            <a:r>
              <a:t>`v1.35.0` improves prompt discovery: the Tools dialog prompt cards now search by substring, word-start, and fuzzy matches and show mode badges so operators can navigate the larger seeded prompt catalog without memorizing exact names.</a:t>
            </a:r>
          </a:p>
          <a:p>
            <a:pPr>
              <a:spcAft>
                <a:spcPts val="400"/>
              </a:spcAft>
              <a:defRPr sz="900">
                <a:solidFill>
                  <a:srgbClr val="B4BAAE"/>
                </a:solidFill>
                <a:latin typeface="Aptos"/>
              </a:defRPr>
            </a:pPr>
            <a:r>
              <a:t>The post-tag flow-layout commit improves generated `.flw` layout: chat-created workflows now use a serpentine/boustrophedon grid so long Starter -&gt; Agent -&gt; ... -&gt; Ender chains stay readable on the canvas instead of drifting off-screen.</a:t>
            </a:r>
          </a:p>
          <a:p>
            <a:pPr>
              <a:spcAft>
                <a:spcPts val="400"/>
              </a:spcAft>
              <a:defRPr sz="900">
                <a:solidFill>
                  <a:srgbClr val="B4BAAE"/>
                </a:solidFill>
                <a:latin typeface="Aptos"/>
              </a:defRPr>
            </a:pPr>
            <a:r>
              <a:t>The newest committed reliability wave adds `agent/self_healing.py`: Multi-Turn model steps are watchdog-bounded, retry through distinct tactics, broadcast recovery status, and preserve completed agent work in degraded answers instead of discarding evidence.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Carried context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Create Flow now follows concrete tool evidence rather than the removed whole-answer classifier: the button appears when Multi-Turn produced at least one successful agent call, and generated `.flw` downloads keep only successful executions.</a:t>
            </a:r>
          </a:p>
          <a:p>
            <a:pPr>
              <a:spcAft>
                <a:spcPts val="400"/>
              </a:spcAft>
              <a:defRPr sz="900">
                <a:solidFill>
                  <a:srgbClr val="B4BAAE"/>
                </a:solidFill>
                <a:latin typeface="Aptos"/>
              </a:defRPr>
            </a:pPr>
            <a:r>
              <a:t>The live working tree adds Discoverer PDCP key wiring: `PDCP_API_KEY` can be managed from Config -&gt; Access Keys Wizard -&gt; Security Recon (ProjectDiscovery), auto-injected into `chat_agent_discoverer`, redacted from `.flw`, and scrubbed by `regen_secrets.py`.</a:t>
            </a:r>
          </a:p>
          <a:p>
            <a:pPr>
              <a:spcAft>
                <a:spcPts val="400"/>
              </a:spcAft>
              <a:defRPr sz="900">
                <a:solidFill>
                  <a:srgbClr val="B4BAAE"/>
                </a:solidFill>
                <a:latin typeface="Aptos"/>
              </a:defRPr>
            </a:pPr>
            <a:r>
              <a:t>Discoverer's CVE lane now treats the legacy `cvemap` tool key as ProjectDiscovery `vulnx`: the old cvemap API was retired in August 2025, so Tlamatini installs/runs the `vulnx` binary, supports `search`/`id`, and counts object-style JSON findings correctly.</a:t>
            </a:r>
          </a:p>
          <a:p>
            <a:pPr>
              <a:spcAft>
                <a:spcPts val="400"/>
              </a:spcAft>
              <a:defRPr sz="900">
                <a:solidFill>
                  <a:srgbClr val="B4BAAE"/>
                </a:solidFill>
                <a:latin typeface="Aptos"/>
              </a:defRPr>
            </a:pPr>
            <a:r>
              <a:t>The private Go toolchain remains self-contained under `&lt;install_dir&gt;/Go`, but `.gitignore` and `git_deny_go.py` now make Go compiler/cache/tool binaries invisible to Git and block accidental commits with a pre-commit guard.</a:t>
            </a:r>
          </a:p>
          <a:p>
            <a:pPr>
              <a:spcAft>
                <a:spcPts val="400"/>
              </a:spcAft>
              <a:defRPr sz="900">
                <a:solidFill>
                  <a:srgbClr val="B4BAAE"/>
                </a:solidFill>
                <a:latin typeface="Aptos"/>
              </a:defRPr>
            </a:pPr>
            <a:r>
              <a:t>`v1.34.x` adds the triple-model Image-Interpreter release and the matching Config -&gt; Models dialog work: three visible model fields now correspond to interpreter 1, interpreter 2, and image merger instead of hiding a multi-model agent behind one old vision-model slot.</a:t>
            </a:r>
          </a:p>
          <a:p>
            <a:pPr>
              <a:spcAft>
                <a:spcPts val="400"/>
              </a:spcAft>
              <a:defRPr sz="900">
                <a:solidFill>
                  <a:srgbClr val="B4BAAE"/>
                </a:solidFill>
                <a:latin typeface="Aptos"/>
              </a:defRPr>
            </a:pPr>
            <a:r>
              <a:t>`v1.33.x` remains the Zavuerer release family: the Zavu unified-messaging workflow agent adds SMS, WhatsApp, Telegram, Email, and Voice delivery through one configured API key, with setup-wizard dedupe and cloud-default cleanup carried forward.</a:t>
            </a:r>
          </a:p>
          <a:p>
            <a:pPr>
              <a:spcAft>
                <a:spcPts val="400"/>
              </a:spcAft>
              <a:defRPr sz="900">
                <a:solidFill>
                  <a:srgbClr val="B4BAAE"/>
                </a:solidFill>
                <a:latin typeface="Aptos"/>
              </a:defRPr>
            </a:pPr>
            <a:r>
              <a:t>README.md and BookOfTlamatini.md continue to present the MIT-licensed project, the Agent-directory responsibility disclaimer, the easy-start installation path, Ollama setup guidance, and the full operator story instead of a narrow changelog summary.</a:t>
            </a:r>
          </a:p>
          <a:p>
            <a:pPr>
              <a:spcAft>
                <a:spcPts val="400"/>
              </a:spcAft>
              <a:defRPr sz="900">
                <a:solidFill>
                  <a:srgbClr val="B4BAAE"/>
                </a:solidFill>
                <a:latin typeface="Aptos"/>
              </a:defRPr>
            </a:pPr>
            <a:r>
              <a:t>The resulting PDF/PPTX refresh treats `v1.36.0` plus post-tag reliability, Create Flow, `.flw` layout, and Discoverer PDCP/vulnx/Go-deny work as the current product snapshot while preserving the historical context for self-update, media agents, deterministic file tools, firmware agents, External MCPs, ACPX skills, Zavuerer, and Image-Interpreter.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tool call succeeded, and the user is not anonymous; the live agent registry still validates that the mapped agents exist.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downloads keep only successful tool-call entries, post a successful-only `tool_calls_log` to `/agent/flow_from_tool_calls/`, and drop failed executions rather than turning them into workflow nodes.</a:t>
            </a:r>
          </a:p>
          <a:p>
            <a:pPr>
              <a:spcAft>
                <a:spcPts val="400"/>
              </a:spcAft>
              <a:defRPr sz="13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live git-unignored asset scan still counts real working-tree additions such as `0169_add_discoverer_cvemap_latest_demo_prompt.py`, `git_deny_go.py`, and the root `image.png` binary until the user commits, ignores, or removes them.</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latest reachable public tag `v1.36.0`; the live HEAD now includes post-tag generated-flow layout and self-healing reliability work.</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substring matches, word-start matches, fuzzy scoring, and mode badges make the full seeded prompt catalog navigable.</a:t>
            </a:r>
          </a:p>
          <a:p>
            <a:pPr>
              <a:spcAft>
                <a:spcPts val="400"/>
              </a:spcAft>
              <a:defRPr sz="1300">
                <a:solidFill>
                  <a:srgbClr val="B4BAAE"/>
                </a:solidFill>
                <a:latin typeface="Aptos"/>
              </a:defRPr>
            </a:pPr>
            <a:r>
              <a:t>The prompt-card rendering work was validated against the seeded catalog so one-shot, Multi-Turn, ACPX, Exec Report, and Step-by-Step prompt families remain distinguishable while searching.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--noreload`.</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FILES ADDED OR UPGRADED RECENTLY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And Surfaces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Recent assets worth calling out explicitly now span several release waves: onboarding screenshots `agent/images/MenuConfig.jpg`, `agent/images/ConfigureModels.jpg`, and `agent/images/ACPXKeysConfigureWizard.jpg`; the External MCP + MCP Doctor implementation files; data-preserving updater files; numpy/OpenCV build checks; deterministic file-agent directories; and the ESPHomer smart-home firmware tree.</a:t>
            </a:r>
          </a:p>
          <a:p>
            <a:pPr>
              <a:spcAft>
                <a:spcPts val="400"/>
              </a:spcAft>
              <a:defRPr sz="1000">
                <a:solidFill>
                  <a:srgbClr val="B4BAAE"/>
                </a:solidFill>
                <a:latin typeface="Aptos"/>
              </a:defRPr>
            </a:pPr>
            <a:r>
              <a:t>The current `v1.36.0` wave adds concrete video-verdict assets: `agent/agents/video_analyzer/`, migrations `0166`-`0168`, `test_video_analyzer_agent.py`, `chat_agent_video_analyzer` registry wiring, Video-Analyzer service contracts, and a seeded robotic-loop demo prompt.</a:t>
            </a:r>
          </a:p>
          <a:p>
            <a:pPr>
              <a:spcAft>
                <a:spcPts val="400"/>
              </a:spcAft>
              <a:defRPr sz="1000">
                <a:solidFill>
                  <a:srgbClr val="B4BAAE"/>
                </a:solidFill>
                <a:latin typeface="Aptos"/>
              </a:defRPr>
            </a:pPr>
            <a:r>
              <a:t>The immediately adjacent `v1.35.0` and post-tag work updates prompt-card search/rendering assets and `.flw` generation layout code, so the latest operator improvements are visible in JavaScript/CSS and canvas workflow output, not only markdown.</a:t>
            </a:r>
          </a:p>
          <a:p>
            <a:pPr>
              <a:spcAft>
                <a:spcPts val="400"/>
              </a:spcAft>
              <a:defRPr sz="1000">
                <a:solidFill>
                  <a:srgbClr val="B4BAAE"/>
                </a:solidFill>
                <a:latin typeface="Aptos"/>
              </a:defRPr>
            </a:pPr>
            <a:r>
              <a:t>The newest committed reliability assets include `agent/self_healing.py`, `agent/test_self_healing.py`, `Tlamatini/tests_e2e/test_self_healing_visual.py`, `Tlamatini/tests_e2e/test_create_flow_visual.py`, and coordinated changes in `mcp_agent.py`, `consumers.py`, `response_parser.py`, and the chat frontend.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Discoverer and media</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working tree also adds Discoverer PDCP assets: `access_key_wizard.py` exposes the Security Recon field, `tools.py` seeds `pdcp_api_key`, `agent_contracts.py` redacts it from `.flw`, `regen_secrets.py` scrubs it, and migration `0169_add_discoverer_cvemap_latest_demo_prompt.py` seeds the latest-CVE prompt.</a:t>
            </a:r>
          </a:p>
          <a:p>
            <a:pPr>
              <a:spcAft>
                <a:spcPts val="400"/>
              </a:spcAft>
              <a:defRPr sz="1000">
                <a:solidFill>
                  <a:srgbClr val="B4BAAE"/>
                </a:solidFill>
                <a:latin typeface="Aptos"/>
              </a:defRPr>
            </a:pPr>
            <a:r>
              <a:t>Discoverer hardening assets now include `discoverer.py` changes for `cvemap` -&gt; `vulnx`, `.gitignore` Go-deny patterns, the untracked `git_deny_go.py` guard/pre-commit installer, and the ignored self-contained `Go/` toolchain cache that is deliberately not counted as authored project code.</a:t>
            </a:r>
          </a:p>
          <a:p>
            <a:pPr>
              <a:spcAft>
                <a:spcPts val="400"/>
              </a:spcAft>
              <a:defRPr sz="1000">
                <a:solidFill>
                  <a:srgbClr val="B4BAAE"/>
                </a:solidFill>
                <a:latin typeface="Aptos"/>
              </a:defRPr>
            </a:pPr>
            <a:r>
              <a:t>The current git-unignored asset scan also sees the root `image.png` as a PNG binary working-tree addition, so it is counted in the asset inventory until the operator decides whether to keep, ignore, or remove it.</a:t>
            </a:r>
          </a:p>
          <a:p>
            <a:pPr>
              <a:spcAft>
                <a:spcPts val="400"/>
              </a:spcAft>
              <a:defRPr sz="1000">
                <a:solidFill>
                  <a:srgbClr val="B4BAAE"/>
                </a:solidFill>
                <a:latin typeface="Aptos"/>
              </a:defRPr>
            </a:pPr>
            <a:r>
              <a:t>The earlier `v1.33.2` wave adds or updates concrete assets too: `agent/agents/zavuerer/`, migrations `0159`-`0164`, Zavu Access Keys Wizard fields, planner hints, wrapped-tool registration, and the latest messaging-agent config defaults.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REMAINING CURRENT ASSET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Newest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Continuing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a:p>
            <a:pPr>
              <a:spcAft>
                <a:spcPts val="400"/>
              </a:spcAft>
              <a:defRPr sz="10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10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10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10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10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84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84</a:t>
            </a:r>
          </a:p>
          <a:p>
            <a:pPr>
              <a:spcAft>
                <a:spcPts val="400"/>
              </a:spcAft>
              <a:defRPr sz="1500">
                <a:solidFill>
                  <a:srgbClr val="B4BAAE"/>
                </a:solidFill>
                <a:latin typeface="Aptos"/>
              </a:defRPr>
            </a:pPr>
            <a:r>
              <a:t>Description rows in `agents_descriptions.md`: 85</a:t>
            </a:r>
          </a:p>
          <a:p>
            <a:pPr>
              <a:spcAft>
                <a:spcPts val="400"/>
              </a:spcAft>
              <a:defRPr sz="1500">
                <a:solidFill>
                  <a:srgbClr val="B4BAAE"/>
                </a:solidFill>
                <a:latin typeface="Aptos"/>
              </a:defRPr>
            </a:pPr>
            <a:r>
              <a:t>This dossier reconciles README and Book wording back to the same 84-agent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84 workflow agents, 93 Multi-Turn tools, 12 ACPX tools, and 27 skills.</a:t>
            </a:r>
          </a:p>
          <a:p>
            <a:pPr>
              <a:spcAft>
                <a:spcPts val="400"/>
              </a:spcAft>
              <a:defRPr sz="1000">
                <a:solidFill>
                  <a:srgbClr val="B4BAAE"/>
                </a:solidFill>
                <a:latin typeface="Aptos"/>
              </a:defRPr>
            </a:pPr>
            <a:r>
              <a:t>Source inspection confirms the total: 61 distinct wrapped chat-agent tools bound from `chat_agent_registry.py`, which combines with 20 core Python tools and 12 ACPX/Skill tools for 93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and Video-Analyzer for robotic video verdicts.</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84-agent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STM32F4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current STM32 bridge: she talks to the `STM32 Template Project MCP` so she can scaffold, author, build, flash, reset, and observe STM32F4 firmware without driving STM32CubeIDE manually.</a:t>
            </a:r>
          </a:p>
          <a:p>
            <a:pPr>
              <a:spcAft>
                <a:spcPts val="400"/>
              </a:spcAft>
              <a:defRPr sz="1200">
                <a:solidFill>
                  <a:srgbClr val="B4BAAE"/>
                </a:solidFill>
                <a:latin typeface="Aptos"/>
              </a:defRPr>
            </a:pPr>
            <a:r>
              <a:t>The operator promise is zero-config bootstrap: leave `server_script` blank and STM32er downloads or zip-falls-back to the MCP server on first use, installs `mcp` and `pyserial` if needed, validates, and caches the result so the user only installs STM32CubeIDE plus Tlamatini.</a:t>
            </a:r>
          </a:p>
          <a:p>
            <a:pPr>
              <a:spcAft>
                <a:spcPts val="400"/>
              </a:spcAft>
              <a:defRPr sz="1200">
                <a:solidFill>
                  <a:srgbClr val="B4BAAE"/>
                </a:solidFill>
                <a:latin typeface="Aptos"/>
              </a:defRPr>
            </a:pPr>
            <a:r>
              <a:t>Before any compile-or-hardware action, STM32er runs a critical-mission fail-safe preflight over the arm-none-eabi toolchain, STM32CubeIDE, programmer path, ST-LINK probe, and target family; compile-only steps can run boardless, but flash, erase, reset, serial, and SWD/live-memory operations are refused when the environment or device is wrong.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100">
                <a:solidFill>
                  <a:srgbClr val="B4BAAE"/>
                </a:solidFill>
                <a:latin typeface="Aptos"/>
              </a:defRPr>
            </a:pPr>
            <a:r>
              <a:t>The tool surface includes the full project lifecycle plus hardware-in-the-loop composites: `validate`, `bootstrap`, `create_project`, `write_source`, `build`, `build_and_flash`, `serial_session`, `live_monitor`, and the rest of the 23 MCP verbs, with every run emitting an `INI_SECTION_STM32ER` block for Forker or Parametrizer routing.</a:t>
            </a:r>
          </a:p>
          <a:p>
            <a:pPr>
              <a:spcAft>
                <a:spcPts val="400"/>
              </a:spcAft>
              <a:defRPr sz="1100">
                <a:solidFill>
                  <a:srgbClr val="B4BAAE"/>
                </a:solidFill>
                <a:latin typeface="Aptos"/>
              </a:defRPr>
            </a:pPr>
            <a:r>
              <a:t>Config -&gt; URLs now seeds the chat path with `stm32_mcp_server_script`, `stm32_mcp_python`, `stm32_template_dir`, `stm32_ide_root`, `stm32_mcp_repo_url`, and `stm32_mcp_install_dir`, so firmware prompts normally describe only the task and target board instead of the plumbing.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10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10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0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0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1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1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100">
                <a:solidFill>
                  <a:srgbClr val="B4BAAE"/>
                </a:solidFill>
                <a:latin typeface="Aptos"/>
              </a:defRPr>
            </a:pPr>
            <a:r>
              <a:t>When a newer packaged release exists, the intended upgrade path is in-app: `About -&gt; Check for updates`, not manual folder replacement.</a:t>
            </a:r>
          </a:p>
          <a:p>
            <a:pPr>
              <a:spcAft>
                <a:spcPts val="400"/>
              </a:spcAft>
              <a:defRPr sz="11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and the current `v1.36.0` release state keeps runtime surfaces, self-knowledge wording, firmware/External-MCP demos, ACPX skills, Zavuerer messaging, Video-Analyzer, generated `.flw` layout, and operator handbook aligned.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1.36.0 | build: 1.36.0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--noreload`.</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814</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84</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169</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31</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9</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35c8d25 - Deep improvement in tactics retrying behaviour and reporting the failures in Tlamatini, by Tlamatini's-AutoBot.</a:t>
            </a:r>
          </a:p>
          <a:p>
            <a:pPr>
              <a:spcAft>
                <a:spcPts val="400"/>
              </a:spcAft>
              <a:defRPr sz="1300">
                <a:solidFill>
                  <a:srgbClr val="B4BAAE"/>
                </a:solidFill>
                <a:latin typeface="Aptos"/>
              </a:defRPr>
            </a:pPr>
            <a:r>
              <a:t>Resolved version: 1.36.0 (git)</a:t>
            </a:r>
          </a:p>
          <a:p>
            <a:pPr>
              <a:spcAft>
                <a:spcPts val="400"/>
              </a:spcAft>
              <a:defRPr sz="1300">
                <a:solidFill>
                  <a:srgbClr val="B4BAAE"/>
                </a:solidFill>
                <a:latin typeface="Aptos"/>
              </a:defRPr>
            </a:pPr>
            <a:r>
              <a:t>Generated on July 07, 2026 05:11 AM UTC-0600</a:t>
            </a:r>
          </a:p>
          <a:p>
            <a:pPr>
              <a:spcAft>
                <a:spcPts val="400"/>
              </a:spcAft>
              <a:defRPr sz="1300">
                <a:solidFill>
                  <a:srgbClr val="B4BAAE"/>
                </a:solidFill>
                <a:latin typeface="Aptos"/>
              </a:defRPr>
            </a:pPr>
            <a:r>
              <a:t>Inventory scope: 814 files = 811 tracked + 3 git-unignored working-tree additions</a:t>
            </a:r>
          </a:p>
          <a:p>
            <a:pPr>
              <a:spcAft>
                <a:spcPts val="400"/>
              </a:spcAft>
              <a:defRPr sz="1300">
                <a:solidFill>
                  <a:srgbClr val="B4BAAE"/>
                </a:solidFill>
                <a:latin typeface="Aptos"/>
              </a:defRPr>
            </a:pPr>
            <a:r>
              <a:t>Multi-Turn tools: 93; wrapped chat-agent tools: 61; skills: 27</a:t>
            </a:r>
          </a:p>
          <a:p>
            <a:pPr>
              <a:spcAft>
                <a:spcPts val="400"/>
              </a:spcAft>
              <a:defRPr sz="1300">
                <a:solidFill>
                  <a:srgbClr val="B4BAAE"/>
                </a:solidFill>
                <a:latin typeface="Aptos"/>
              </a:defRPr>
            </a:pPr>
            <a:r>
              <a:t>Python requirements: 79; authoritative agent-description rows: 85</a:t>
            </a:r>
          </a:p>
          <a:p>
            <a:pPr>
              <a:spcAft>
                <a:spcPts val="400"/>
              </a:spcAft>
              <a:defRPr sz="1300">
                <a:solidFill>
                  <a:srgbClr val="B4BAAE"/>
                </a:solidFill>
                <a:latin typeface="Aptos"/>
              </a:defRPr>
            </a:pPr>
            <a:r>
              <a:t>Binary or asset inventory files skipped from line count: 36</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abeb1c8 on 2026-07-05</a:t>
            </a:r>
          </a:p>
          <a:p>
            <a:pPr>
              <a:spcAft>
                <a:spcPts val="400"/>
              </a:spcAft>
              <a:defRPr sz="1300">
                <a:solidFill>
                  <a:srgbClr val="B4BAAE"/>
                </a:solidFill>
                <a:latin typeface="Aptos"/>
              </a:defRPr>
            </a:pPr>
            <a:r>
              <a:t>Updating visual documentation, by angelahack1</a:t>
            </a:r>
          </a:p>
          <a:p>
            <a:pPr>
              <a:spcAft>
                <a:spcPts val="400"/>
              </a:spcAft>
              <a:defRPr sz="1300">
                <a:solidFill>
                  <a:srgbClr val="B4BAAE"/>
                </a:solidFill>
                <a:latin typeface="Aptos"/>
              </a:defRPr>
            </a:pPr>
            <a:r>
              <a:t>Commits since then: 1</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Since the last committed PDF/PPTX refresh, the repository advanced through `v1.35.0` and `v1.36.0`, then received post-tag flow-layout and Multi-Turn reliability work: Video-Analyzer is now the headline tagged agent release, prompt search is sharper, generated flow files are more readable, and model-step failures are recovered more truthfully.</a:t>
            </a:r>
          </a:p>
          <a:p>
            <a:pPr>
              <a:spcAft>
                <a:spcPts val="400"/>
              </a:spcAft>
              <a:defRPr sz="900">
                <a:solidFill>
                  <a:srgbClr val="B4BAAE"/>
                </a:solidFill>
                <a:latin typeface="Aptos"/>
              </a:defRPr>
            </a:pPr>
            <a:r>
              <a:t>The current visual-doc delta covers `agent/agents/video_analyzer/`, migrations `0166`-`0168`, `test_video_analyzer_agent.py`, `chat_agent_video_analyzer`, prompt-card search improvements, serpentine `.flw` layout, `agent/self_healing.py`, Create Flow gate cleanup, and the carried v1.33.x/v1.34.x model and messaging context.</a:t>
            </a:r>
          </a:p>
          <a:p>
            <a:pPr>
              <a:spcAft>
                <a:spcPts val="400"/>
              </a:spcAft>
              <a:defRPr sz="900">
                <a:solidFill>
                  <a:srgbClr val="B4BAAE"/>
                </a:solidFill>
                <a:latin typeface="Aptos"/>
              </a:defRPr>
            </a:pPr>
            <a:r>
              <a:t>The newest committed reliability wave adds `agent/self_healing.py`, routes Multi-Turn model calls through `SelfHealingInvoker`, broadcasts live recovery status, trims or retries context when model calls fail, and preserves already-executed tool evidence for a degraded but truthful final answer.</a:t>
            </a:r>
          </a:p>
          <a:p>
            <a:pPr>
              <a:spcAft>
                <a:spcPts val="400"/>
              </a:spcAft>
              <a:defRPr sz="900">
                <a:solidFill>
                  <a:srgbClr val="B4BAAE"/>
                </a:solidFill>
                <a:latin typeface="Aptos"/>
              </a:defRPr>
            </a:pPr>
            <a:r>
              <a:t>The live workspace now includes the untagged ESPHomer wave: a new ESPHome firmware agent, wrapped `chat_agent_esphomer` tool, sample YAML project, migrations, tests, and handbook chapters that extend Tlamatini into smart-home device provisioning.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THROUGH POST-V1.36.0 RELIABILITY WAVE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Video-Analyzer (v1.36.0): motion-verdict video analysis for robotic-loop training, with `TLM_VERDICT::` routing.</a:t>
            </a:r>
          </a:p>
          <a:p>
            <a:pPr>
              <a:spcAft>
                <a:spcPts val="400"/>
              </a:spcAft>
              <a:defRPr sz="1000">
                <a:solidFill>
                  <a:srgbClr val="B4BAAE"/>
                </a:solidFill>
                <a:latin typeface="Aptos"/>
              </a:defRPr>
            </a:pPr>
            <a:r>
              <a:t>Self-healing Multi-Turn: watchdog-bounded model steps, tactic switching, live status, and truthful degraded answers.</a:t>
            </a:r>
          </a:p>
          <a:p>
            <a:pPr>
              <a:spcAft>
                <a:spcPts val="400"/>
              </a:spcAft>
              <a:defRPr sz="1000">
                <a:solidFill>
                  <a:srgbClr val="B4BAAE"/>
                </a:solidFill>
                <a:latin typeface="Aptos"/>
              </a:defRPr>
            </a:pPr>
            <a:r>
              <a:t>Discoverer hardening: optional PDCP key wiring, `cvemap` -&gt; `vulnx` CVE search, and a Go-deny guard that keeps the private Go toolchain out of Git.</a:t>
            </a:r>
          </a:p>
          <a:p>
            <a:pPr>
              <a:spcAft>
                <a:spcPts val="400"/>
              </a:spcAft>
              <a:defRPr sz="1000">
                <a:solidFill>
                  <a:srgbClr val="B4BAAE"/>
                </a:solidFill>
                <a:latin typeface="Aptos"/>
              </a:defRPr>
            </a:pPr>
            <a:r>
              <a:t>Image-Interpreter: triple-model still-image analysis with independent interpreters and a merger model.</a:t>
            </a:r>
          </a:p>
          <a:p>
            <a:pPr>
              <a:spcAft>
                <a:spcPts val="400"/>
              </a:spcAft>
              <a:defRPr sz="1000">
                <a:solidFill>
                  <a:srgbClr val="B4BAAE"/>
                </a:solidFill>
                <a:latin typeface="Aptos"/>
              </a:defRPr>
            </a:pPr>
            <a:r>
              <a:t>Zavuerer: unified Zavu messaging for SMS, WhatsApp, Telegram, Email, and Voice.</a:t>
            </a:r>
          </a:p>
          <a:p>
            <a:pPr>
              <a:spcAft>
                <a:spcPts val="400"/>
              </a:spcAft>
              <a:defRPr sz="1000">
                <a:solidFill>
                  <a:srgbClr val="B4BAAE"/>
                </a:solidFill>
                <a:latin typeface="Aptos"/>
              </a:defRPr>
            </a:pPr>
            <a:r>
              <a:t>Prompt search and generated `.flw` files: fuzzy prompt cards plus serpentine successful-only flow downloads.</a:t>
            </a:r>
          </a:p>
          <a:p>
            <a:pPr>
              <a:spcAft>
                <a:spcPts val="400"/>
              </a:spcAft>
              <a:defRPr sz="1000">
                <a:solidFill>
                  <a:srgbClr val="B4BAAE"/>
                </a:solidFill>
                <a:latin typeface="Aptos"/>
              </a:defRPr>
            </a:pPr>
            <a:r>
              <a:t>Media/voice and firmware lanes remain active: Talker, Whisperer, Camcorder, Recorder, STM32er, ESP32er, Arduiner, ESPHomer, Blenderer, and Unrealer.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`v1.36.0` plus post-tag generated-flow layout and self-healing reliability at the current HEAD.</a:t>
            </a:r>
          </a:p>
          <a:p>
            <a:pPr>
              <a:spcAft>
                <a:spcPts val="400"/>
              </a:spcAft>
              <a:defRPr sz="1000">
                <a:solidFill>
                  <a:srgbClr val="B4BAAE"/>
                </a:solidFill>
                <a:latin typeface="Aptos"/>
              </a:defRPr>
            </a:pPr>
            <a:r>
              <a:t>Create Flow now follows successful tool calls instead of the removed `answer_success` classifier.</a:t>
            </a:r>
          </a:p>
          <a:p>
            <a:pPr>
              <a:spcAft>
                <a:spcPts val="400"/>
              </a:spcAft>
              <a:defRPr sz="1000">
                <a:solidFill>
                  <a:srgbClr val="B4BAAE"/>
                </a:solidFill>
                <a:latin typeface="Aptos"/>
              </a:defRPr>
            </a:pPr>
            <a:r>
              <a:t>Trust baseline: private-data discipline, public-release checks, creator stamping, and the Agent-directory responsibility disclaimer remain documented.</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Delegation baseline: ACPX, Skills, External MCPs, MCP Doctor, `tlamatini_acpx.py`, and `tlamatini_mcp_server.py` remain first-class surfaces.</a:t>
            </a:r>
          </a:p>
          <a:p>
            <a:pPr>
              <a:spcAft>
                <a:spcPts val="400"/>
              </a:spcAft>
              <a:defRPr sz="1000">
                <a:solidFill>
                  <a:srgbClr val="B4BAAE"/>
                </a:solidFill>
                <a:latin typeface="Aptos"/>
              </a:defRPr>
            </a:pPr>
            <a:r>
              <a:t>Self-update and packaged-build hardening preserve user DB state and validate media dependencies before release.</a:t>
            </a:r>
          </a:p>
          <a:p>
            <a:pPr>
              <a:spcAft>
                <a:spcPts val="400"/>
              </a:spcAft>
              <a:defRPr sz="1000">
                <a:solidFill>
                  <a:srgbClr val="B4BAAE"/>
                </a:solidFill>
                <a:latin typeface="Aptos"/>
              </a:defRPr>
            </a:pPr>
            <a:r>
              <a:t>Catalog now stands at 84 workflow agents and 93 Multi-Turn tools (61 wrapped chat-agent + 12 ACPX/Skill + 20 core), with 27 skills.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169,709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238,472</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456     121,476    174,179  71.6%
Markdown                 157      20,187     26,834  11.9%
JavaScript                31      15,976     20,273   9.4%
CSS                        9       5,657      7,155   3.3%
YAML                      89       1,957      4,888   1.2%
HTML                       4       1,055      1,073   0.6%
Prompt template            2       1,014      1,133   0.6%
PowerShell                 6         672        987   0.4%
JSON                       8         544        544   0.3%
Other text                 8         505        605   0.3%
JavaScript module          1         416        497   0.2%
Text                       5         215        242   0.1%
Protocol Buffers           1          20         33   0.0%
Batch                      1          15         29   0.0%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8,247  12,007
Tlamatini/agent/tests.py                                Python         5,510   7,166
Tlamatini/agent/doc_generation/complete_project_docs.py Python         3,202   3,574
Tlamatini/agent/tools.py                                Python         3,056   4,446
BookOfTlamatini.md                                      Markdown       2,480   3,511
Tlamatini/agent/agents/flowcreator/agentic_skill.md     Markdown       2,264   2,502
...ini/agent/static/agent/css/agentic_control_panel.css CSS            2,031   2,711
Tlamatini/agent/external_mcp_manager.py                 Python         1,841   2,252
Tlamatini/agent/chat_agent_registry.py                  Python         1,671   1,708
Tlamatini/agent/static/agent/css/agent_page.css         CSS            1,608   2,001
Tlamatini/agent/static/agent/js/agent_page_chat.js      JavaScript     1,600   2,184
Tlamatini/agent/static/agent/js/acp-agent-connectors.js JavaScript     1,505   1,679
Tlamatini/agent/static/agent/js/agent_page_init.js      JavaScript     1,463   1,728
Tlamatini/agent/static/agent/js/acp-canvas-core.js      JavaScript     1,381   1,703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live Git window now lands on `v1.36.0` plus post-tag Multi-Turn reliability work: README.md, BookOfTlamatini.md, Git history, and source inventory tables confirm the current workflow-agent, Multi-Turn-tool, skill, asset, and effective-line totals.</a:t>
            </a:r>
          </a:p>
          <a:p>
            <a:pPr>
              <a:spcAft>
                <a:spcPts val="400"/>
              </a:spcAft>
              <a:defRPr sz="900">
                <a:solidFill>
                  <a:srgbClr val="B4BAAE"/>
                </a:solidFill>
                <a:latin typeface="Aptos"/>
              </a:defRPr>
            </a:pPr>
            <a:r>
              <a:t>The current release wave is broader than a badge bump: `v1.36.0` adds Video-Analyzer, `v1.35.0` improves prompt discovery, post-tag work improves generated `.flw` layout, and the newest committed wave adds a self-healing model-step invoker plus a cleaner Create Flow gate.</a:t>
            </a:r>
          </a:p>
          <a:p>
            <a:pPr>
              <a:spcAft>
                <a:spcPts val="400"/>
              </a:spcAft>
              <a:defRPr sz="900">
                <a:solidFill>
                  <a:srgbClr val="B4BAAE"/>
                </a:solidFill>
                <a:latin typeface="Aptos"/>
              </a:defRPr>
            </a:pPr>
            <a:r>
              <a:t>The newest committed reliability wave adds `agent/self_healing.py`: every Multi-Turn model step now runs under a watchdog, switches recovery tactics on transient failures, broadcasts live recovery status, and preserves already-executed agent work instead of discarding it.</a:t>
            </a:r>
          </a:p>
          <a:p>
            <a:pPr>
              <a:spcAft>
                <a:spcPts val="400"/>
              </a:spcAft>
              <a:defRPr sz="900">
                <a:solidFill>
                  <a:srgbClr val="B4BAAE"/>
                </a:solidFill>
                <a:latin typeface="Aptos"/>
              </a:defRPr>
            </a:pPr>
            <a:r>
              <a:t>The newest agent feature is Video-Analyzer: she reads recorded videos, gates obvious no-motion failures deterministically, runs two Ollama vision models in parallel, merges their reports, emits `INI_SECTION_VIDEO_ANALYZER`, and exposes substring-safe `TLM_VERDICT::&lt;TOKEN&gt;` values for Forker-driven robotic loops.</a:t>
            </a:r>
          </a:p>
          <a:p>
            <a:pPr>
              <a:spcAft>
                <a:spcPts val="400"/>
              </a:spcAft>
              <a:defRPr sz="900">
                <a:solidFill>
                  <a:srgbClr val="B4BAAE"/>
                </a:solidFill>
                <a:latin typeface="Aptos"/>
              </a:defRPr>
            </a:pPr>
            <a:r>
              <a:t>Prompt discovery was upgraded too: the Tools dialog now supports substring, word-start, and fuzzy matching with mode badges, making the growing seeded prompt catalog easier to browse without memorizing exact titles.</a:t>
            </a:r>
          </a:p>
          <a:p>
            <a:pPr>
              <a:spcAft>
                <a:spcPts val="400"/>
              </a:spcAft>
              <a:defRPr sz="900">
                <a:solidFill>
                  <a:srgbClr val="B4BAAE"/>
                </a:solidFill>
                <a:latin typeface="Aptos"/>
              </a:defRPr>
            </a:pPr>
            <a:r>
              <a:t>Generated `.flw` files now use a serpentine/boustrophedon canvas layout so long Multi-Turn chains stay on screen with continuous wiring instead of collapsing into unreadable off-canvas rows.</a:t>
            </a:r>
          </a:p>
          <a:p>
            <a:pPr>
              <a:spcAft>
                <a:spcPts val="400"/>
              </a:spcAft>
              <a:defRPr sz="900">
                <a:solidFill>
                  <a:srgbClr val="B4BAAE"/>
                </a:solidFill>
                <a:latin typeface="Aptos"/>
              </a:defRPr>
            </a:pPr>
            <a:r>
              <a:t>The latest handbook/source delta upgrades Image-Interpreter into a triple-model vision pipeline: `qwen3.5:cloud` and `gemma4:cloud` interpret each image in parallel on dedicated Ollama connections, then `glm-5.2:cloud` merges both reports into one structured `INI_SECTION_IMAGE_INTERPRETER` result.</a:t>
            </a:r>
          </a:p>
          <a:p>
            <a:pPr>
              <a:spcAft>
                <a:spcPts val="400"/>
              </a:spcAft>
              <a:defRPr sz="900">
                <a:solidFill>
                  <a:srgbClr val="B4BAAE"/>
                </a:solidFill>
                <a:latin typeface="Aptos"/>
              </a:defRPr>
            </a:pPr>
            <a:r>
              <a:t>The current Config -&gt; Models dialog now mirrors that triple-model reality with three Image-Interpreter fields: interpreter 1, interpreter 2, and image merger, plus safe defaults so older preserved configs are not stranded with empty required values.</a:t>
            </a:r>
          </a:p>
          <a:p>
            <a:pPr>
              <a:spcAft>
                <a:spcPts val="400"/>
              </a:spcAft>
              <a:defRPr sz="9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900">
                <a:solidFill>
                  <a:srgbClr val="B4BAAE"/>
                </a:solidFill>
                <a:latin typeface="Aptos"/>
              </a:defRPr>
            </a:pPr>
            <a:r>
              <a:t>The same window refreshes the visible about/presentation media too: `TlamatiniAbout.png` replaces the old JPEG asset, and `TlamatiniAndKyber.mp4` joins the repository as a new shipped visual asset that the dossier inventory now counts.</a:t>
            </a:r>
          </a:p>
          <a:p>
            <a:pPr>
              <a:spcAft>
                <a:spcPts val="400"/>
              </a:spcAft>
              <a:defRPr sz="900">
                <a:solidFill>
                  <a:srgbClr val="B4BAAE"/>
                </a:solidFill>
                <a:latin typeface="Aptos"/>
              </a:defRPr>
            </a:pPr>
            <a:r>
              <a:t>The latest documentation pass aligns the handbook and source with the `v1.36.0` Video-Analyzer line plus the post-tag self-healing/Create Flow/`.flw` layout work, so this dossier now carries the current reliability story, media-verdict agent story, prompt-search UX, live line-count inventory, and Agent-directory responsibility boundary instead of stale v1.33.x prose.</a:t>
            </a:r>
          </a:p>
          <a:p>
            <a:pPr>
              <a:spcAft>
                <a:spcPts val="400"/>
              </a:spcAft>
              <a:defRPr sz="900">
                <a:solidFill>
                  <a:srgbClr val="B4BAAE"/>
                </a:solidFill>
                <a:latin typeface="Aptos"/>
              </a:defRPr>
            </a:pPr>
            <a:r>
              <a:t>The new in-process flow-making skill turns a plain objective into a canvas-loadable .flw by driving the FlowCreator engine, so operators build runnable flows straight from chat.</a:t>
            </a:r>
          </a:p>
          <a:p>
            <a:pPr>
              <a:spcAft>
                <a:spcPts val="400"/>
              </a:spcAft>
              <a:defRPr sz="900">
                <a:solidFill>
                  <a:srgbClr val="B4BAAE"/>
                </a:solidFill>
                <a:latin typeface="Aptos"/>
              </a:defRPr>
            </a:pPr>
            <a:r>
              <a:t>The config-plane UI grew another safety layer: when model/URL dialog saves materially change live runtime inputs, the chat now prompts the operator to reconnect before trusting the current session state.</a:t>
            </a:r>
          </a:p>
          <a:p>
            <a:pPr>
              <a:spcAft>
                <a:spcPts val="400"/>
              </a:spcAft>
              <a:defRPr sz="9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2026-07-06 | 35c8d25 | Deep improvement in tactics retrying behaviour and reporting the failures in Tlamatini, by Tlamatini's-AutoBot.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2026-07-06 | 35c8d25 | Deep improvement in tactics retrying behaviour and reporting the failures in Tlamatini, by Tlamatini's-AutoBot.</a:t>
            </a:r>
          </a:p>
          <a:p>
            <a:pPr>
              <a:spcAft>
                <a:spcPts val="400"/>
              </a:spcAft>
              <a:defRPr sz="1200">
                <a:solidFill>
                  <a:srgbClr val="B4BAAE"/>
                </a:solidFill>
                <a:latin typeface="Aptos"/>
              </a:defRPr>
            </a:pPr>
            <a:r>
              <a:t>2026-07-05 | abeb1c8 | Updating visual documentation, by angelahack1</a:t>
            </a:r>
          </a:p>
          <a:p>
            <a:pPr>
              <a:spcAft>
                <a:spcPts val="400"/>
              </a:spcAft>
              <a:defRPr sz="1200">
                <a:solidFill>
                  <a:srgbClr val="B4BAAE"/>
                </a:solidFill>
                <a:latin typeface="Aptos"/>
              </a:defRPr>
            </a:pPr>
            <a:r>
              <a:t>2026-07-05 | 5fc2758 | Improving .flw generation layout, by angelahack1</a:t>
            </a:r>
          </a:p>
          <a:p>
            <a:pPr>
              <a:spcAft>
                <a:spcPts val="400"/>
              </a:spcAft>
              <a:defRPr sz="1200">
                <a:solidFill>
                  <a:srgbClr val="B4BAAE"/>
                </a:solidFill>
                <a:latin typeface="Aptos"/>
              </a:defRPr>
            </a:pPr>
            <a:r>
              <a:t>2026-07-05 | c370db9 | Making of Video-Analizer agent, this time very powerful, by angelahack1</a:t>
            </a:r>
          </a:p>
          <a:p>
            <a:pPr>
              <a:spcAft>
                <a:spcPts val="400"/>
              </a:spcAft>
              <a:defRPr sz="1200">
                <a:solidFill>
                  <a:srgbClr val="B4BAAE"/>
                </a:solidFill>
                <a:latin typeface="Aptos"/>
              </a:defRPr>
            </a:pPr>
            <a:r>
              <a:t>2026-07-05 | bcdbf2f | Improving the search of prompts, by angelahack1</a:t>
            </a:r>
          </a:p>
          <a:p>
            <a:pPr>
              <a:spcAft>
                <a:spcPts val="400"/>
              </a:spcAft>
              <a:defRPr sz="1200">
                <a:solidFill>
                  <a:srgbClr val="B4BAAE"/>
                </a:solidFill>
                <a:latin typeface="Aptos"/>
              </a:defRPr>
            </a:pPr>
            <a:r>
              <a:t>2026-07-05 | 9390166 | Erasing some innecessary info, by angelahack1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2026-07-04 | dc0dce6 | Updating visual documentation, by angelahack1</a:t>
            </a:r>
          </a:p>
          <a:p>
            <a:pPr>
              <a:spcAft>
                <a:spcPts val="400"/>
              </a:spcAft>
              <a:defRPr sz="1200">
                <a:solidFill>
                  <a:srgbClr val="B4BAAE"/>
                </a:solidFill>
                <a:latin typeface="Aptos"/>
              </a:defRPr>
            </a:pPr>
            <a:r>
              <a:t>2026-07-04 | 4922ab2 | Fixing config dialog, by angelahack1</a:t>
            </a:r>
          </a:p>
          <a:p>
            <a:pPr>
              <a:spcAft>
                <a:spcPts val="400"/>
              </a:spcAft>
              <a:defRPr sz="1200">
                <a:solidFill>
                  <a:srgbClr val="B4BAAE"/>
                </a:solidFill>
                <a:latin typeface="Aptos"/>
              </a:defRPr>
            </a:pPr>
            <a:r>
              <a:t>2026-07-04 | 4859ba3 | Improving a lot Image-Interpreter agent, by angelahack1</a:t>
            </a:r>
          </a:p>
          <a:p>
            <a:pPr>
              <a:spcAft>
                <a:spcPts val="400"/>
              </a:spcAft>
              <a:defRPr sz="1200">
                <a:solidFill>
                  <a:srgbClr val="B4BAAE"/>
                </a:solidFill>
                <a:latin typeface="Aptos"/>
              </a:defRPr>
            </a:pPr>
            <a:r>
              <a:t>2026-07-04 | 35a0032 | Updating vosual documentation and defule models, by angelahack1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GEMINI.md
|-- git_deny_go.py
|-- image.png
|-- install.py
|-- KIMI.md
|-- LICENSE
|-- MessagingConnectorAssistant_Design.md</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OllamaPricing.png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
|-- tlamatini_mcp_server.py
|-- Tlamatini_NIGHTLY_PERFORMANCE_REPORT.md
|-- TlamatiniJudgementDay.md
|-- uninstall.py
|-- unregister_flw.ps1
|-- VERSIONING.md
|-- versioning.py
|-- .claude/
|   |-- settings.json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project_arduiner_agent.md
|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project_kalier_agent.md
|   |   |-- project_keyboarder_wrapped_2026_05_07.md
|   |   |-- project_living_canvas_dropped.md
|   |   |-- project_mouser_wrapped_2026_05_07.md
|   |   |-- project_native_picker_tcltk_fix.md
|   |   |-- project_native_toast.md
|   |   |-- project_numpy_pyinstaller.md
|   |   |-- project_ollama_source_build_breaks_embeddings.md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
|       |   |-- .gitignore
|       |   |-- SKILL.md
|       |   `-- harness/
|       |       |-- config.py
|       |       |-- cyber_watchdog_test.py
|       |       |-- mcp_playwright_suite.py
|       |       |-- qualify.py
|       |       |-- questions.py
|       |       |-- README.md</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requirements.txt
|       |       |-- run_test.py
|       |       |-- talk_test.py
|       |       `-- wrapped_questions.py
|       |-- tlamatini-self-modify-inclusion/
|       |   |-- SKILL.md
|       |   `-- scripts/
|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
|   `-- claude/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acpx.md
|       |-- agents.md
|       |-- architecture.md
|       |-- exec-report.md
|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
    |   |-- __init__.py
    |   |-- access_key_wizard.py
    |   |-- admin.py
    |   |-- apps.py</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orphan_reaper.py
    |   |-- path_guard.py
    |   |-- prompt.pmt
    |   |-- rag_enhancements.py
    |   |-- routing.py
    |   |-- self_healing.py
    |   |-- self_update.py
    |   |-- test_access_key_wizard.py
    |   |-- test_arduiner_agent.py
    |   |-- test_audioplayer_agent.py
    |   |-- test_blenderer_agent.py
    |   |-- test_build_scripts.py
    |   |-- test_camcorder_agent.py
    |   |-- test_chat_bridge_bots.py
    |   |-- test_chat_history_window.py
    |   |-- test_command_watchdog.py
    |   |-- test_contacts.py
    |   |-- test_crawler_agent.py
    |   |-- test_createsuperuser_wizard.py
    |   |-- test_de_compresser.py
    |   |-- test_discoverer_agent.py
    |   |-- test_editor_agent.py
    |   |-- test_embedding_memory_guard.py
    |   |-- test_esp32er_agent.py
    |   |-- test_esphomer_agent.py
    |   |-- test_execute_command_bounded.py
    |   |-- test_external_mcp_add_flow.py
    |   |-- test_external_mcp_e2e.py
    |   |-- test_external_mcp_transports.py
    |   |-- test_external_mcp_universal.py
    |   |-- test_file_extractor_reader.py</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test_flow_contracts.py
    |   |-- test_globber_agent.py
    |   |-- test_googler_agent.py
    |   |-- test_grepper_agent.py
    |   |-- test_image_interpreter_agent.py
    |   |-- test_instant_messaging_doctor.py
    |   |-- test_j_decompiler_agent.py
    |   |-- test_kalier_agent.py
    |   |-- test_native_dialogs.py
    |   |-- test_orphan_reaper.py
    |   |-- test_parametrizer_mcp_doctor.py
    |   |-- test_password_quoting.py
    |   |-- test_playwrighter_agent.py
    |   |-- test_recorder_agent.py
    |   |-- test_self_healing.py
    |   |-- test_self_update.py
    |   |-- test_step_by_step_mode.py
    |   |-- test_stm32er_agent.py
    |   |-- test_talker_agent.py
    |   |-- test_telegrammer_identity.py
    |   |-- test_temp_dir_policy.py
    |   |-- test_unrealer_agent.py
    |   |-- test_video_analyzer_agent.py
    |   |-- test_videoplayer_agent.py
    |   |-- test_watchdog_foreground_exemption.py
    |   |-- test_whatsapper_identity.py
    |   |-- test_whisperer_agent.py
    |   |-- test_windower_agent.py
    |   |-- test_windows_app_registration.py
    |   |-- test_zavuerer_agent.py
    |   |-- tests.py</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tests_perf_3x.py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flowhypervisor/
    |   |   |   |-- config.yaml
    |   |   |   |-- flowhypervisor.py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mcp_doctor/
    |   |   |   |-- config.yaml
    |   |   |   `-- mcp_doctor.py
    |   |   |-- mongoxer/
    |   |   |   |-- config.yaml
    |   |   |   `-- mongoxer.py</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monitor_log/
    |   |   |   |-- config.yaml
    |   |   |   `-- monitor_log.py
    |   |   |-- monitor_netstat/
    |   |   |   |-- config.yaml
    |   |   |   `-- monitor_netstat.py
    |   |   |-- mouser/
    |   |   |   |-- config.yaml
    |   |   |   `-- mouser.py
    |   |   |-- mover/
    |   |   |   |-- config.yaml
    |   |   |   `-- mover.py
    |   |   |-- node_manager/
    |   |   |   |-- config.yaml
    |   |   |   |-- node_manager.md
    |   |   |   |-- node_manager.py
    |   |   |   |-- nodes_example.json
    |   |   |   `-- nodes_example.yaml
    |   |   |-- notifier/
    |   |   |   |-- config.yaml
    |   |   |   `-- notifier.py
    |   |   |-- or/
    |   |   |   |-- config.yaml
    |   |   |   `-- or.py
    |   |   |-- parametrizer/
    |   |   |   |-- config.yaml
    |   |   |   `-- parametrizer.py
    |   |   |-- playwrighter/
    |   |   |   |-- config.yaml
    |   |   |   `-- playwrighter.py
    |   |   |-- prompter/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refresh_project_docs.py
    |   |   `-- test_output.pdf
    |   |-- images/
    |   |   |-- HiIamTlamatini.png
    |   |   |-- mockup.jpg
    |   |   |-- Modify_the_last_video_keepi.mp4
    |   |   |-- RealisticTlamatini.png
    |   |   |-- ShouldersUoTlamatini.png
    |   |   |-- Tlamatini AI Agentic Advisor Video.mp4
    |   |   |-- TlamatiniAndKyber.mp4
    |   |   |-- TlamatiniDrawings.png
    |   |   |-- TlammatiniLetsMakeSomeMagic.mp4
    |   |   |-- TorsoTlamatini.png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__init__.py
    |   |-- monitors/
    |   |   `-- monitor_sql.py
    |   |-- opus_client/
    |   |   |-- claude_opus_client.py
    |   |   |-- examples.py
    |   |   `-- README.md
    |   |-- rag/
    |   |   |-- __init__.py
    |   |   |-- config.py
    |   |   |-- factory.py
    |   |   |-- interaction.py
    |   |   |-- interface.py
    |   |   |-- loaders.py
    |   |   |-- prompts.py
    |   |   |-- retrieval.py
    |   |   |-- splitters.py
    |   |   |-- utils.py
    |   |   `-- chains/
    |   |       |-- base.py
    |   |       |-- basic.py
    |   |       |-- history_aware.py
    |   |       `-- unified.py
    |   |-- services/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
    |   |   |       |-- make_flow.py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result_to_flw.py
    |   |   |-- github/
    |   |   |   `-- SKILL.md
    |   |   |-- gmail/
    |   |   |   `-- SKILL.md
    |   |   |-- hello_world/
    |   |   |   `-- SKILL.md
    |   |   |-- jira/
    |   |   |   `-- SKILL.md
    |   |   |-- kali_pentest/
    |   |   |   `-- SKILL.md
    |   |   |-- notion/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contacts_dialog.css
    |   |       |   |-- external_mcps_dialog.css
    |   |       |   |-- login.css
    |   |       |   |-- skills_dialog.css
    |   |       |   |-- tools_dialog.css
    |   |       |   `-- welcome.css
    |   |       |-- img/
    |   |       |   |-- spinner.svg
    |   |       |   `-- Tlamatini.ico</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js/
    |   |       |   |-- access_keys_wizard.js
    |   |       |   |-- acp-agent-connectors.js
    |   |       |   |-- acp-canvas-core.js
    |   |       |   |-- acp-canvas-undo.js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canvas_item_dialog.js
    |   |       |   |-- chat_page_runtime_poller.js
    |   |       |   |-- contacts_dialog.js
    |   |       |   |-- contextual_menus.js
    |   |       |   |-- external_mcps_dialog.js
    |   |       |   |-- shared-runtime-dialogs.js
    |   |       |   |-- skills_dialog.js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
    |       `-- README.md
    |-- jd-cli/
    |   |-- jd-cli.bat
    |   `-- jd-cli.jar
    |-- tests_e2e/
    |   |-- README.md
    |   |-- test_create_flow_visual.py
    |   `-- test_self_healing_visual.py
    `-- tlamatini/
        |-- __init__.py
        |-- asgi.py</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33/33</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context_processors.py
        |-- logging_filters.py
        |-- middleware.py
        |-- settings.py
        |-- urls.py
        `-- wsgi.py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