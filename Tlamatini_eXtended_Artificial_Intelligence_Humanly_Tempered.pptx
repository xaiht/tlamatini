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74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549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123,488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June 04, 2026 09:56 PM UTC-0600 at HEAD 2563081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is a local-first AI developer assistant built with Django, Django Channels, LangChain, LangGraph, FAISS/BM25 retrieval, and a large in-repository agent application.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Chat page at `/agent/` for context-grounded Q&amp;A, code generation, tool calls, and Multi-Turn execution.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Agentic Control Panel at `/agentic_control_panel/` for visual workflow design.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Answers codebase questions with loaded file or directory context.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Uses hybrid retrieval to extract metadata, split content, rank source chunks, and respect context budgets.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Gives operators GUI-first database maintenance through the new DB dropdown for backup and staged database replacement.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pause before every state-changing Multi-Turn execution and ask the operator to approve or deny that exact step through the Ask Execs checkbox.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raise a Windows attention signal when the browser needs the operator: Ask Execs prompts and Notifier events can flash Tlamatini’s own taskbar presence and leave an uppercase banner in `tlamatini.log`.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Warns GPU-host operators before a directory-context load is likely to saturate VRAM and degrade embedding throughput.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Exposes a coherent versioning surface across builds, runtime UI, logs, and an open health-check endpoint.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Carries a first-person self-knowledge map so she can answer more accurately about her own architecture, ports, runtime modes, pages, and capabilities.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command Kali Linux offensive-security tooling through MCP-Kali-Server for authorized recon, enumeration, web scanning, and assessment workflows.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scaffold, author, build, flash, reset, and observe STM32F4 firmware through STM32er and the STM32 Template Project MCP, with a fail-safe preflight before any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play media on the operator's machine: an audio file to the speakers through AudioPlayer (soundfile + sounddevice — volume in percent and a time-played budget that truncates a longer file or loops a shorter one), or a video file with audio on a chosen display through VideoPlayer (ffpyplayer, whose wheel bundles ffmpeg + SDL, plus an OpenCV window — display, volume, the same truncate/loop time budget, window size, and fullscreen); both are observational/output and ship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manage real desktop windows by title: focus them, tile them, resize them, list them, and close them deterministically through Win32 calls.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real Playwright browser through scripted interactive steps for logins, forms, assertions, downloads, extraction, and end-to-end UI checks.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live Unreal Engine 5 editor through the Unreal MCP plugin, from either Multi-Turn chat or the visual workflow canvas.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Actively reaps orphaned Windows console-host and pool-child processes so long Multi-Turn or ACPX sessions do not leave misleading Tlamatini-icon ghosts in Task Manager.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Registers packaged installs in Windows `Installed apps` / `Programs and Features` with a real uninstall entry, so the release behaves like a normal installed application instead of only a shortcut bundle.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scaffold, author, build, upload, and monitor ESP32-class firmware through ESP32er and PlatformIO Core, with zero-config bootstrap and a serial-aware preflight before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Runs checked Multi-Turn requests through request-scoped planning, capability selection, tool calls, observations, monitoring, and final synthesis.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optionally inspect and modify her own bundled source tree in self-modify builds after verifying that `TlamatiniSourceCode/` is actually present.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Launches wrapped copies of selected workflow agents in isolated runtime folders without mutating templates.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Lets users design, validate, save, pause, resume, and stop visual workflows through the Agentic Control Panel.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Turns successful Multi-Turn tool executions into starter `.flw` workflows that can be inspected and validated in ACP.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657600"/>
            <a:ext cx="10561320" cy="2240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57600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8587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Request-to-answer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315968"/>
            <a:ext cx="10158984" cy="1435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 browser request flows through Django Channels into the RAG/context layer, the Multi-Turn planner, the tool executor, and back as a synthesized answer.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next two pages detail the request path (intake, retrieval, permission gating) and the runtime path (planning, tool execution, agent bridges, packaging).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 UI sends chat and workflow requests through Django views and Channels WebSockets.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RAG chains load selected file/directory context, retrieve relevant chunks, and build answer prompts.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DB-menu actions validate directories or SQLite files in the browser, then call Django views that either copy the live database out or stage a replacement into `DB/ToLoad/db.sqlite3`.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Ask Execs is enabled, the synchronous Multi-Turn executor stops before each state-changing tool call, emits an `exec_permission_request`, and waits on `ExecPermissionBroker` until the browser sends Proceed or Deny.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Windower path uses Win32 APIs plus the cross-process `AttachThreadInput` focus-transfer dance to locate windows by title and apply one lifecycle action while still returning structured geometry/state fields.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Playwrighter path loads a declarative step list, drives Playwright against Chromium/Firefox/WebKit, and emits one atomic `INI_SECTION_PLAYWRIGHTER` block with status, assertions, extracted values, and the final URL.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Before a heavy directory embedding run on supported NVIDIA hosts, a fail-open pre-flight guard can estimate VRAM pressure and surface a non-blocking warning in chat.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Version resolution now flows through git tags, a runtime resolver module, generated build artefacts, and an open `/agent/version/` endpoint.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Multi-Turn is enabled, the global planner selects context and tool stages before the executor binds only the relevant tools, including wrapped deterministic agents such as De-Compresser.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Optional self-modify builds bundle `TlamatiniSourceCode/`; prompt rules require her to verify that directory exists before claiming she can inspect or change her own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Unrealer path opens a TCP socket to the Unreal MCP plugin, sends one `{"type": command, "params": {...}}` payload, captures the JSON reply, and emits one `INI_SECTION_UNREALER` block for downstream logic.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After spawn-capable tool calls and again after the final answer, the orphan reaper can sweep dead descendants, orphaned `conhost.exe` companions, and stale pool-linked processes without ever raising into the chat path.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On the next full start-up, `manage.py` can swap a staged database into place before Django imports, while archiving the previous live database under `DB/Older/&lt;timestamp&gt;/`.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Build scripts collect static assets, bundle Django/Python resources, add agent templates, and assemble `pkg.zip`, `Uninstaller.exe`, and `dist/Tlamatini_Release/`.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Evidence-first answers: Tlamatini grounds responses in selected project context and hybrid retrieval rather than freeform model memory.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Explicit orchestration: checked Multi-Turn uses a visible tool loop, capability scoring, and staged planning instead of a single opaque call.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 reversibility: risky changes such as database replacement are staged, archived, and delayed to the only safe window instead of hot-swapped mid-session.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Fail-open diagnostics: GPU pressure probes and session-restore safeguards warn early without breaking CPU-only or degraded environments.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Runtime isolation: wrapped chat-agent copies run in session-scoped folders so template agents remain pristine while live runs stay inspectable.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Self-knowledge with scope discipline: she can talk accurately about herself without letting self-reference override a user-loaded project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Operator truth over vibes: Exec Report tables, tlamatini.log, skill audits, and ACPX transcripts make the system auditable after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Load selected file or directory context from the chat interface.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Extract metadata, split text, rank chunks with hybrid retrieval, and respect context budgets.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Fallback to explicit loaded files when retrieval cannot provide enough memory.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The assistant answers from project evidence instead of generic memory.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Large codebases remain navigable without injecting the whole repository into every prompt.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Capability registry scores context providers, tools, and wrapped agents for the current request.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Global planner builds prefetch, execute, monitor, and answer stages.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Explicit tool loop runs tool calls, appends observations, and asks again until final answer or the 4096-turn limit.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Keeps the original prompt validation and legacy prefetch behavior.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Maintains compatibility for fast Q&amp;A and simple context-grounded answers.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V1.15.0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Introduced in `v1.10.0` and still part of the current `v1.15.0` surface, `Ask Execs` is the Multi-Turn-only safety modifier that makes Tlamatini ask before each state-changing Tool, MCP, wrapped agent, or skill-backed execution instead of running it immediately.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permission dialog is explicit and auditable: it names the Tool or Agent family, the underlying raw tool name, the full parameters, the program or command to be executed, and the shell or execution surface involved.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Proceed runs that one step and then prompts again at the next state-changing step; Deny halts the entire chain immediately and appends a red `Execution interrupted` banner even when Exec Report itself is 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gate sits after deduplication and quota checks, so skipped calls never prompt and denied calls never appear as executed rows; only work that truly ran lands in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round-trip is fail-safe: browser disconnect, emit failure, cancel, or broker shutdown all resolve to Deny, so an unconfirmed state-changing action never slips through just because the UI vanished at the wrong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Windows attention path is explicit and local: the browser calls `POST /agent/flash_window/`, and the backend routes that request through `agent/window_flash.py`.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helper can flash the `Tlamatini.exe` console/taskbar window with `FlashWindowEx` and always prints an uppercase attention banner, so the signal survives in `tlamatini.log` even when the browser is minimized.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concrete reasons are wired today: Ask Execs execution approval prompts and Notifier notifications. The path is best-effort and fail-safe, degrading cleanly on non-Windows or windowless launches.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If the browser is buried, Tlamatini still has a local way to pull the operator back at the exact moment an approval prompt or notification matters.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path is concrete and auditable: `POST /agent/flash_window/`, `window_flash.py`, `FlashWindowEx`, and the matching uppercase banner in `tlamatini.log`.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helper is best-effort and fail-safe, a missed flash never breaks the request path or blocks the surrounding workflow.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V1.15.0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Introduced in `v1.11.0` and still carried by the current `v1.15.0`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now show up in normal Windows uninstall surfaces instead of only leaving behind shortcuts and a loose `Uninstaller.exe` in the install folder.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registration is HKCU-only and non-elevated, matching the installer’s per-user design on Windows 10 and Windows 11.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frozen startup self-heals the entry, even older installs can gain the uninstall surface after a later app launch without a reinstall.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Drag prebuilt agents onto the canvas and connect them visually.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Configure deployed pool instances, not only static template folders.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Validate structural rules before execution.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Workflows save and load as `.flw` files.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Generated flows from chat are starter drafts, not a replacement for ACP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74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Control: starter, ender, stopper, cleaner, barrier, flowbacker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Execution and files: executer, pythonxer, pser, file_creator, file_extractor, file_interpreter, de_compresser, playwrighter, windower, unrealer, kalier, stm32er, esp32er, arduiner, mover, deleter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and infra: gitter, dockerer, kuberneter, jenkinser, ssher, scper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Monitoring and routing: monitor_log, monitor_netstat, flowhypervisor, forker, asker, counter, and, or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Communication: notifier, emailer, recmailer, telegramer, telegramrx, teletlamatini, whatsapper, whatstlamatini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Security and media: kyber_keygen, kyber_cipher, kyber_decipher, image_interpreter, shoter, camcorder, recorder, audioplayer, videoplayer, j_decompiler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Workflow intelligence: flowcreator, gatewayer, gateway_relayer, node_manager, parametrizer, prompter, summarizer, acpxer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Templates on disk with config.yaml: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Description rows in `agents_descriptions.md`: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README and Book bestiary sections align with the same 74-agent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authoritative human-readable source for workflow-agent descriptions is `agents_descriptions.md` at the repo root, not an embedded JavaScript map or a hard-coded Django list.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Current validation compares live template directories, `agents_descriptions.md` rows, and the README / Book bestiary counts so the generated dossier stays aligned with the running product.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ACP sidebar hover tooltip and the right-click Description dialog both resolve through that markdown file first; `README.md` is only a legacy fallback when the dedicated description file is absent.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workflow catalog now includes two new high-value specialists: Reviewer and Analyzer, lifting the canvas inventory to 64 agents and the seed-skill catalog to 23 SKILL.md packages.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Both agents always trigger `target_agents`, so a downstream Forker can branch on `{verdict}`, `{status}`, or `{total_findings}` instead of scraping prose.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They are intentionally canvas-only workflow agents: there is no wrapped `chat_agent_reviewer` or `chat_agent_analyzer`, and therefore no duplicate Exec Report row family for those names.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chat-side counterparts live in the ACPX skill catalog instead: `code-review` exposes senior-engineer git-diff review, while `security-audit` exposes the deterministic multi-scanner sweep.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live operator surface now stands at 69 workflow agents, 76 Multi-Turn tools, 12 ACPX tools, and 26 skills.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Source inspection confirms the newer total: 44 wrapped chat-agent tools in `chat_agent_registry.py`, which combines with 20 core Python tools and 12 ACPX/Skill tools for 76 Multi-Turn tools overall.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matters operationally because the planner never binds everything at once: the documented default `max_selected_tools` cap stays at 20, so breadth of capability does not mean uncontrolled tool sprawl per 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README now surfaces the same operator picture the app exposes in practice: broad capability, selective planner binding, and a capped tool budget per request.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counts complement the 74-agent bestiary instead of replacing it: skills, wrapped tools, and ACPX tools are different layers of the same operating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 dossier readers, this closes a gap between the capability narrative and the quick-glance repo badges at the top of the handbook.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remains the 67th workflow agent in `v1.7.1`, but its newest upgrade is usability: Tlamatini now acts as the embedded MCP-Kali-Server client for chat-side runs.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can issue one capability per run, including `nmap`, `gobuster`, `dirb`, `nikto`, `sqlmap`, `metasploit`, `hydra`, `john`, `wpscan`, `enum4linux`, arbitrary `command`, or a safe `health` probe of the remote server.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agent emits `INI_SECTION_KALIER` with `action`, `endpoint`, `subject`, `return_code`, `success`, `timed_out`, and `server_url`, so downstream Forker or Parametrizer logic can branch on results without scraping prose.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practical operator result is simpler prompts: after the Kali box URL is configured once, normal Multi-Turn requests no longer repeat `server_url` unless you intentionally override it for a one-off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 In v1.12.0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 is the new 69th workflow agent in `v1.12.0`: Tlamatini’s direct bridge to PlatformIO Core, built so she can scaffold, author, build, upload, and monitor ESP32-class firmware without relying on an external MCP server or IDE.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mirrors ESP32er’s grain: `platformio.ini`, `src/`, `include/`, `lib/`, `test/`, a blinking `main.cpp`, serial output at 115200, and GitHub-ready docs/CI so the reference project does not silently rot.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reference project gives Tlamatini a stable build/upload/monitor proving ground before a user asks her to generate larger ESP32 firmware.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it is a plain PlatformIO repo, it matches the exact grain of `chat_agent_esp32er` and the visual ESP32er node instead of introducing another sidecar protocol.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closes the gap between the new agent and a practical first project a user can build, flash, and watch over serial on real silicon.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language contract matters too: when a pronoun is used for Tlamatini in the documentation or prompt guidance, she is referred to as `she` / `her`, matching the updated handbook identity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Self-modification is a separate capability axis from frozen-vs-source runtime: only builds created with `python build.py --self-modify` bundle `TlamatiniSourceCode/` next to the application.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that directory is present, she can inspect and modify her own shipped source tree; when it is absent, she must say so plainly and fall back to her injected self-knowledge plus the surrounding docs.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build pipeline now announces that choice explicitly, so operators can tell whether a release is self-modify-capable before asking her to work on herself.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unified-agent loop now defaults to 4096 iterations instead of 256, giving long autonomous operator runs much more room before they exhaust the turn budget.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That expansion is about conversational/tool-loop depth, not about blindly firing more tools at once: the planner’s selected-tool cap still keeps the tool surface bounded per request.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new 66th workflow agent: a deterministic Win32 window manager that finds an application window by title and performs one lifecycle operation on the window itself instead of clicking inside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`chat_agent_windower` accepts free-form key=value requests, while the visual Windower canvas node stores the same operation fields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desktop-window sibling of Mouser and Keyboarder: use Windower when the goal is the window as a whole, Mouser for controls inside it, and Keyboarder for text entry into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Windower changes real window state, its executions appear in Exec Report and it always triggers `target_agents` whether the action succeeds or fails.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Playwrighter is the new 65th workflow agent in `v1.5.0`: a deterministic Playwright-powered browser automator for Chromium, Firefox, or WebKit that executes ordered interactive steps instead of static fetches.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covers the gap between Crawler and Googler: logins, multi-step forms, wizard clicks, JS-rendered SPA scraping, screenshots after interaction, assertions, downloads, and authenticated end-to-end UI checks.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Session continuity is built in: `headless: false` lets operators watch it drive, and `storage_state_in` / `storage_state_out` carry login state across runs without forcing a manual browser setup each time.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Playwrighter is state-changing, its executions appear in Exec Report and it always triggers `target_agents` whether the run succeeds or fails.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guidance is mirrored into the `code-review` SKILL.md package too, keeping the chat-surface review behavior and the canvas Reviewer agent aligned on commit-state wording and secret-severity expectations.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Local working-copy credentials in managed config files are no longer described as already committed when the diff is still uncommitted or only staged.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 findings stay stricter on true secrets in source code or outside the managed scrub-path set, so the patch reduces noise without weakening real security findings.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rules apply in both the canvas Reviewer agent and the `code-review` skill, keeping the two review surfaces behaviorally aligned.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tagged release `v1.4.2` removes Tkinter from the unstable runtime-facing dialog path and replaces it with `Tlamatini/agent/native_dialogs.py`, a native Windows dialog bridge used by browser-triggered pickers.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patch arrived with dedicated tests (`test_native_dialogs.py`) and with follow-up orphan-reaper/runtime adjustments, so the release reads as a stability pass rather than a cosmetic refactor.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stability-focused patch sits immediately before the current `v1.5.0` Playwrighter release and remains part of the current operator/runtime story.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preserves the operator experience of Browse-driven file and folder picking while removing a UI technology that was destabilizing the application.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the fix landed with tests and runtime cleanup updates, it belongs in the technical dossier even though the markdown handbook has not yet been fully rewritten around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Receives HTTP webhook events or optional folder-drop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Normalizes, persists, queues, and dispatches events into downstream workflow agents.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Gatewayer is a workflow trigger, not a chat-router clone.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Declared config fields are now documented with clear caveats where enforcement is not complete.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Open `/agent/` for chat. Load a file or directory context before asking codebase-specific questions.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Keep Multi-Turn unchecked for direct Q&amp;A; enable Multi-Turn for tasks that need tools, wrapped agents, monitoring, or workflow seeding.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Tick `Ask Execs` when you want human approval before each state-changing Multi-Turn step; it is disabled until Multi-Turn is on, and a single Deny stops the whole chain with an explicit red interruption banner.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When you are using a packaged install on Windows 10 or Windows 11, uninstall it through Settings -&gt; Apps -&gt; Installed apps or the legacy Programs and Features entry, not by manually deleting the folder.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desktop-window control, call `chat_agent_windower` from Multi-Turn to focus, tile, resize, list, or close a window by title, or model the same action in ACP with the Windower node.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interactive web automation, call `chat_agent_playwrighter` from Multi-Turn with a `steps_json` script, or author the same step list visually with the Playwrighter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Unreal Engine work, enable the Unreal MCP plugin inside a live UE5 project first, then call `chat_agent_unrealer` from Multi-Turn or use the visual Unrealer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Archive jobs can now be described directly in Multi-Turn or modeled visually in ACP: De-Compresser infers compress vs decompress from the `input` or `output` extension.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If a second post-answer warning bubble ever lists surviving `name + PID` entries, treat it as an honest cleanup report and end the listed processes manually from Task Manager if needed.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an Ask Execs approval dialog or a Notifier event needs you while the browser is buried, watch for Tlamatini’s taskbar-attention flash and the matching uppercase banner in `tlamatini.log`.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`ACPX-Skills` navbar menu when you need to browse, enable/disable, diagnose, or reload the shipped SKILL.md catalog without asking the LLM to be your admin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DB dropdown when you need a safe database snapshot or want to stage a different `db.sqlite3` for the next start-up without hot-swapping the live SQLite file.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Python 3.12.10 is the strongly recommended source-mode version in the README, and the codebase has been tested most deeply there.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Source installs require a clone, virtual environment, dependency install from `requirements.txt`, migrations, a superuser, static collection, and then the web server.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You can run either the checked-in cloud/back-end defaults from `Tlamatini/agent/config.json` or a local Ollama-backed configuration with matching model names.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Packaged Windows installs create a default `user / changeme` account; manual source installs use your own `createsuperuser` account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Source mode resolves `Tlamatini/agent/config.json`; frozen builds resolve `config.json` next to the executable; `CONFIG_PATH` overrides both.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Core keys include `embeding-model`, `chained-model`, `ollama_base_url`, `ollama_token`, `enable_unified_agent`, `unified_agent_model`, and `unified_agent_max_iterations`.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Configuration Essentials (continued)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63040"/>
            <a:ext cx="105613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630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6420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21408"/>
            <a:ext cx="1015898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chat-side Config -&gt; Models and Config -&gt; URLs dialogs are now first-class configuration surfaces, and they can explicitly ask the operator to reconnect when saved values change live-session assumptions.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separate DB dropdown is not a config editor: it is a maintenance surface for copying the live SQLite database out or staging a replacement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Image interpretation can run through Claude-backed cloud paths or Qwen/Ollama-backed local paths, and remote Ollama can be protected with a bearer token.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new `ACPX-Skills` navbar menu gives operators four direct actions over the skill catalog: Browse Skills, Configure Skills, Diagnostics, and Reload Registry.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`Configure Skills` flips `Skill.enabled` exactly the way MCPs and Tools are toggled, so disabled skills disappear from `list_skills` and reject `invoke_skill` with `SKILL_DISABLED` instead of silently half-working.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diagnostics view cross-checks skill dependencies against disabled tools, disabled MCPs, missing ACPX agents, and orphan database rows whose SKILL.md disappeared from disk.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`1.3.2` tightened the HTML answer contract with a Prime Directive on visual readability: explicit background and text color, no grey-on-dark body text, and safer table-body defaults.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readability rules remain in force in the current documentation set, and the current `v1.15.0` release state keeps the version badge, runtime surfaces, self-knowledge wording, STM32er/ESP32er demo prompts, and operator handbook aligned.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new DB dropdown gives operators two GUI-first maintenance paths: `Backup database` copies the live SQLite file out, and `Set DB` stages a chosen `db.sqlite3`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Both dialogs are live-validated in the browser and now expose Browse buttons that open native host-side pickers for folders or `db.sqlite3`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Backup is read-only and uses the currently live database path; Set DB never hot-swaps the file mid-session because Django already holds SQLite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Set DB writes the selected file to `DB/ToLoad/db.sqlite3`; the real swap happens only at the top of `manage.py` before Django imports anything.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that swap runs, the previous live database is moved into `DB/Older/&lt;timestamp&gt;/db.sqlite3`, creating a built-in rollback trail instead of overwriting history.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Reconnect is not enough for this path: the operator must fully restart Tlamatini so the pre-Django swap window opens again.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If the staged file is bad or locked, startup fails open: Tlamatini logs the error and continues with the previous live database.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Tlamatini now follows Semantic Versioning 2.0.0 with git tags as the single source of truth: you tag, then you build, instead of hand-editing version strings across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build path resolves a version once and propagates it into generated runtime metadata, Win32 VERSIONINFO resources, and the release-folder naming convention.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On untagged commits the resolver falls back honestly to a git-derived development version instead of failing the build or lying about the release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Operators can now see the running version in the About dialog, the startup banner, the open `GET /agent/version/` health-check endpoint, and Windows file properties on the built executables.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also project the same release identity into Windows' Installed-apps metadata through the ARP `DisplayVersion` field, so the uninstall surface and the binaries agree on the version being removed.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runtime resolver lives in `Tlamatini/agent/version.py`, while the build-oriented coordination logic lives in the repo-root `versioning.py` and the longer policy notes live in `VERSIONING.md`.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Build overrides are supported in a predictable order: CLI `--version`, then `TLAMATINI_VERSION`, then git describe, then the sentinel `0.0.0+unknown`.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1.15.0 | build: 1.15.0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De-Compresser is the deterministic archive worker for compression and decompression tasks, deciding direction from whichever side exposes a recognized archive extension.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Supported archive families are `.gz`, `.zip`, `.7z`, `.tar.gz`, and `.gz.tar`; file-to-folder extraction and file-or-directory packing are both documented in the README and Book.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Password handling is explicit: `passwordless=true` skips it, while `passwordless=false` requires the `DE_COMPRESSER_PWD` environment variable and fails fast if the secret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is reachable from both operator surfaces: ACP canvas nodes wire through dedicated connection-update views, and checked Multi-Turn can invoke it through `chat_agent_de_compresser`.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Format engines are practical rather than magical: stdlib `gzip` and `zipfile` cover core cases, `7z` is preferred for encrypted `7z` or `zip`, and `py7zr` was added to `requirements.txt` as the Python fallback.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 MCP is a UE5 plugin that runs inside the editor and listens on `127.0.0.1:55557` for one JSON command per TCP connection; Tlamatini is the client side of that link, not the plugin host.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integration is available in both operator surfaces: checked Multi-Turn via `chat_agent_unrealer`, and ACP canvas flows via the visual Unrealer node plus Parametrizer chaining.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Install the upstream plugin into `&lt;YourProject&gt;/Plugins/UnrealMCP/`, enable it from `Edit -&gt; Plugins`, restart UE5, and confirm the Output Log says `UnrealMCP listening on 127.0.0.1:55557`.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does not compile or embed the plugin; the Unreal editor must already be running with the listener bound before any Unrealer call can succeed.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seeded smoke test ships in the Prompts table: `Unreal MCP End-to-End Editor Drive` walks through sanity-check, actor spawn, Blueprint creation/compile, and UMG widget assembly.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Unrealer’s documentation now points at the public `XAIHT/XaihtUnrealEngineMCP` fork, the Unreal Engine MCP variant developed specifically for Tlamatini.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message for operators is simple: Unrealer forwards the connected plugin’s verb surface directly, so Tlamatini’s client does not need a new release every time the plugin adds another supported command.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 Report treats Unrealer as its own row family, and troubleshooting stays concrete: connection-refused means the plugin is not listening, while read-timeout usually means UE5's game thread is busy.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seeded Unreal demo prompts now cover screenshots, scene-building, and in-editor Python/introspection paths on top of the original blueprint flow.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Tlamatini now ships a three-tier orphan reaper in `Tlamatini/agent/orphan_reaper.py` focused on Windows console-host leftovers such as `conhost.exe` and `openconsole.exe`.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ACPX runtime now kills full process trees instead of only top-level wrappers, and pool-agent scripts gained a conservative `subprocess.Popen` guard so forgotten descendants still inherit `CREATE_NO_WINDOW`.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590288"/>
            <a:ext cx="10561320" cy="17373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59028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791455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248655"/>
            <a:ext cx="10158984" cy="9326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Open a normal PowerShell window, not an elevated one, for the safest no-admin Windows installation path.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Install into `%LOCALAPPDATA%\Programs\Ollama` with the official PowerShell installer script and then reopen PowerShell so PATH updates are visible.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Verify the CLI with `ollama --version`, start `ollama serve` if the background service is not already active, and confirm `http://127.0.0.1:11434/api/tags` responds.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Pull the default repository model tags exactly as written if you want the shipped config and agent templates to work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qwen3-embedding:8b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kimi-k2.6:cloud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gpt-oss:120b-cloud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qwen3.5:397b-cloud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llama3.2-vision:11b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README and BookOfTlamatini now document an embedding-memory pre-flight guard for GPU hosts before a directory-context load starts its FAISS embedding burst.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CPU-only, AMD, and Apple-Silicon hosts stay fail-open: the guard becomes a no-op when the NVIDIA probe does not apply.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operator response is straightforward: switch to a smaller embedding model, reconnect if needed, or proceed knowingly with the heavier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Config -&gt; Models and Config -&gt; URLs dialogs now track their pre-edit baseline and can show a reconnect-required dialog when the saved values change what the live chat session should trust.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restored-session autoload path now buffers early WebSocket frames so context-loading spinners and disabled-input state are not lost during automatic reconnect/restore flows.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and restart behavior now also re-apply GPU performance and Ollama keep-alive hooks in the background on supported NVIDIA Windows hosts, improving warm-model readiness without blocking Django boot.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Windows process hygiene is now part of that safety story too: detached no-window spawns and the three-tier orphan reaper reduce the chance that Task Manager shows stale Tlamatini-icon console helpers after long runs.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Ask Execs extends that safety story into execution approval itself: the operator can now stop a destructive chain before the next mutation instead of only auditing it after the fact in Exec Report.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Development server: `python Tlamatini/manage.py runserver --noreload`.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Preferred async/dev bootstrap: `python Tlamatini/manage.py startserver`, which starts MCP services before the Django server.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Production-style ASGI entrypoint: `daphne -b 127.0.0.1 -p 8000 tlamatini.asgi:application`.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Current startup also re-applies GPU-performance / Ollama-pinning hooks in the background on supported NVIDIA Windows hosts, so restart-time behavior stays closer to the tuned development baseline.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That same early startup window is also where a staged `DB/ToLoad/db.sqlite3` file is promoted into the live database path, before Django opens SQLite.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 frozen mode, startup now also self-heals the per-user Windows Installed-apps entry when `Uninstaller.exe` is present beside `Tlamatini.exe`, so old installs can gain a standard uninstall surface without a reinstall.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now also prints a `--- [VERSION] Tlamatini ...` banner, making the running build visible in both the console and `tlamatini.log` without an HTTP call.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cleans pool state, repopulates the agent registry, launches MCP metrics/file-search servers, and then serves HTTP plus WebSocket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Initializes Django and runtime guards in manage.py.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Cleans pool state and repopulates the Agent table from current disk templates.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Launches MCP metrics and gRPC file-search servers before steady-state traffic.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Self-heals the frozen Windows Installed-apps entry when `Uninstaller.exe` is present beside the executable.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Handles shutdown by killing tracked/untracked agent processes and clearing pool artifacts.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Run packaging only when preparing a Windows distribution.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final distributable is the full `dist/Tlamatini_Release_v&lt;version&gt;/` folder, not one executable copied out of context.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Installer scripts register shortcuts, `.flw` file associations, the bundled uninstaller, and the per-user Installed-apps entry.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Exec Report is a Multi-Turn-only transparency layer that appends one operation table per state-changing agent family to the final answer.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Rows are recorded from the live tool-call stream rather than guessed from the LLM prose, so the report is the operational ground truth.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Each row receives a SUCCESS/FAILURE verdict from raw tool returns, making long installs, deployments, and remediations inspectable after the fact.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Tables appear only for state-changing agent families that actually fired.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Verdicts are derived from real tool returns, not inferred from prose summaries.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This is the audit surface that makes long jobs debuggable from the chat output itself.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lets Tlamatini spawn external coding-agent CLIs such as Codex, Claude Code, Cursor, Gemini, Qwen, and others as managed child processes.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It pairs those agents with markdown-driven `SKILL.md` packages, validated I/O contracts, permission gating, and append-only audit logs.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Transport-aware drain rules and bounded event bodies reduce latency while protecting the LLM context budget during external-agent relays.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operator-facing references are `README.md` and `ACPX.md`, while the implementation lives under `agent/acpx/`, `agent/skills/`, and `agent/skills_pkg/`.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`agent/acpx/` hosts the runtime, permission gate, registry, and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`agent/skills/` and `agent/skills_pkg/` host the in-process skill harness and markdown catalog.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Transcripts and audit logs are persisted so external delegation stays replayable.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The built-in `tlamatini.log` file captures both stdout and stderr through a tee stream initialized in `manage.py` before Django starts.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In source mode the log sits next to `manage.py`; in frozen mode it lives next to the executable.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Immediate flush behavior makes the log the primary forensic artifact for startup problems, warnings, tracebacks, and runtime diagnostics.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549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834640"/>
            <a:ext cx="9921240" cy="3063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83464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03580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493008"/>
            <a:ext cx="9518904" cy="2258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2563081 - Teletlamatini and WhatsTlamatini are now updated with all the capabilities of ACPX and AskExecs non-gated, by Tlamatini's-AutoBot.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Resolved version: 1.15.0 (env)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Generated on June 04, 2026 09:56 PM UTC-0600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tools: 81; wrapped chat-agent tools: 49; skills: 27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Python requirements: 75; authoritative agent-description rows: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Binary or asset tracked files skipped from line count: 23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65c66a4 on 2026-06-04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Updating to latets version and Camcorder+Recorder, by Tlamatini's-AutoBot.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Commits since then: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Since the last committed PDF/PPTX refresh, Git shows focused platform evolution across autonomy, operator ergonomics, runtime self-knowledge, and documentation fidelity.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THE MEDIA-I/O FAMILY COMPLETES, PLUS SKILL, DIRECTORY POLICY, AND MONITORING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Newest Additions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New agents — the media-I/O family + firmware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Camcorder + Recorder (capture): webcam photo/video via OpenCV and microphone WAV via sounddevice — read-only siblings of Shoter (screen), saved to Pictures/Music.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AudioPlayer (playback): plays an audio file to the speakers via soundfile + sounddevice — volume in percent, and a time-played budget that TRUNCATES a longer file or LOOPS a shorter one; sample-rate read from the file (correct pitch).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VideoPlayer (playback): plays a video file WITH audio on a chosen display via ffpyplayer (its wheel bundles ffmpeg + SDL — no external ffmpeg) plus an OpenCV window — display, volume, the same truncate/loop time budget, window size, and fullscreen; silent-OpenCV fallback.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whole family is observational/output, so it stays out of the Exec Report; each ships on the canvas and as a wrapped Multi-Turn tool (screen / camera-in / mic-in / speakers-out / screen-out).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Arduiner: the third microcontroller agent — a direct arduino-cli bridge that builds and uploads firmware for any fqbn-selected board, with zero-config bootstrap, auto board-core install, and a serial-port safety preflight.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New skill, policy &amp;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flow-making skill: turns a plain objective into a canvas-loadable .flw by driving the FlowCreator engine, so chat can build runnable flows without opening the designer.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Temp/Templates policy: every transient file stays under &lt;app&gt;/Temp and every scaffolded firmware/engine project under &lt;app&gt;/Templates (never C:/Temp or %TEMP%), pinned before Django starts and taught to the LLM as Rules 15/16.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FlowHypervisor monitoring now covers every agent — ESP32er, Arduiner, Camcorder, and Recorder were added to its categorization, timing, startup markers, and do-not-flag rules, with a first-build-downloads-a-large-toolchain caveat.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Catalog now stands at 74 workflow agents and 81 Multi-Turn tools (49 wrapped chat-agent + 12 ACPX/Skill + 20 core), with 27 skills.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123,488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169,308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320      85,751    120,215  69.4%
Markdown                  65      14,602     18,587  11.8%
JavaScript                28      13,754     17,309  11.1%
CSS                        6       3,669      4,662   3.0%
YAML                      77       1,596      3,716   1.3%
Other text                 6         894      1,089   0.7%
HTML                       4         858        876   0.7%
Prompt template            2         803        924   0.7%
PowerShell                 5         508        754   0.4%
JavaScript module          1         403        472   0.3%
JSON                       5         398        398   0.3%
Text                       5         219        249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7,640  11,123
Tlamatini/agent/tests.py                                Python         5,036   6,473
Tlamatini/agent/tools.py                                Python         2,630   3,772
Tlamatini/agent/doc_generation/complete_project_docs.py Python         2,305   2,603
BookOfTlamatini.md                                      Markdown       2,115   2,975
Tlamatini/agent/agents/flowcreator/agentic_skill.md     Markdown       2,070   2,290
...ini/agent/static/agent/css/agentic_control_panel.css CSS            1,794   2,400
Tlamatini/agent/static/agent/js/agent_page_init.js      JavaScript     1,435   1,687
Tlamatini/agent/static/agent/js/acp-canvas-core.js      JavaScript     1,327   1,637
Tlamatini/agent/static/agent/js/acp-agent-connectors.js JavaScript     1,325   1,477
Tlamatini/agent/static/agent/css/agent_page.css         CSS            1,314   1,602
Tlamatini/agent/consumers.py                            Python         1,300   1,638
README.md                                               Markdown       1,299   1,851
Tlamatini/agent/static/agent/js/agent_page_chat.js      JavaScript     1,278   1,741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New observational capture pair: Camcorder (webcam photo/video via OpenCV) and Recorder (microphone WAV via sounddevice) — read-only siblings of Shoter, on the canvas and as wrapped chat_agent_camcorder / chat_agent_recorder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Today’s headline change is the new versioning system: SemVer policy, git-tag sourcing, runtime version surfaces, and build-time embedding across the Windows artefacts.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ACPX-related work remained visible during the today: runtime, documentation, or operator-surface changes were still part of the active maintenance stream.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TeleTlamatini grew throughout the window, including agent/runtime updates, config movement, FlowCreator/ACPX integration, and related documentation changes.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2026-06-04 | 2563081 | Teletlamatini and WhatsTlamatini are now updated with all the capabilities of ACPX and AskExecs non-gated, by Tlamatini's-AutoBot.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2026-06-04 | 2563081 | Teletlamatini and WhatsTlamatini are now updated with all the capabilities of ACPX and AskExecs non-gated,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2026-06-04 | 65c66a4 | Updating to latets version and Camcorder+Recorder,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2026-06-04 | e58ed54 | Recorder agent implemented, by Tlamatini's-AutoBot.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image.png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
|-- Tlamatini.ico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Tlamatini.jpg
|-- Tlamatini.ps1
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`-- Tlamatini/
    |-- cat_art.py
    |-- manage.py
    |-- .agents/
    |   `-- workflows/
    |       `-- create_new_agent.md
    |-- .mcps/
    |   `-- create_new_mcp.md
    |-- .skills/
    |   `-- create_new_skill.md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test_arduiner_agent.py
    |   |-- test_build_scripts.py
    |   |-- test_camcorder_agent.py
    |   |-- test_chat_bridge_bots.py
    |   |-- test_de_compresser.py
    |   |-- test_embedding_memory_guard.py
    |   |-- test_esp32er_agent.py
    |   |-- test_flow_contracts.py
    |   |-- test_kalier_agent.py
    |   |-- test_native_dialogs.py
    |   |-- test_orphan_reaper.py
    |   |-- test_password_quoting.py
    |   |-- test_playwrighter_agent.py
    |   |-- test_recorder_agent.py
    |   |-- test_stm32er_agent.py
    |   |-- test_temp_dir_policy.py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test_unrealer_agent.py
    |   |-- test_windower_agent.py
    |   |-- test_windows_app_registration.py
    |   |-- tests.py
    |   |-- Tlamatini.md
    |   |-- tools.py
    |   |-- urls.py
    |   |-- version.py
    |   |-- views.py
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and.py
    |   |   |   `-- config.yaml
    |   |   |-- apirer/
    |   |   |   |-- apirer.py
    |   |   |   `-- config.yaml
    |   |   |-- arduiner/
    |   |   |   |-- arduiner.py
    |   |   |   |-- config.yaml
    |   |   |   `-- ArduinoTemplateProject/
    |   |   |       |-- ArduinoTemplateProject.ino
    |   |   |       |-- README.md
    |   |   |       |-- sketch.yaml
    |   |   |       `-- src/
    |   |   |           |-- Heartbeat.cpp
    |   |   |           `-- Heartbeat.h
    |   |   |-- asker/
    |   |   |   |-- asker.py
    |   |   |   `-- config.yaml
    |   |   |-- barrier/
    |   |   |   |-- barrier.py
    |   |   |   |-- config.yaml
    |   |   |   `-- test_barrier.py
    |   |   |-- camcorder/
    |   |   |   |-- camcorder.py
    |   |   |   `-- config.yaml
    |   |   |-- cleaner/
    |   |   |   |-- __init__.py
    |   |   |   |-- cleaner.py
    |   |   |   `-- config.yaml
    |   |   |-- counter/
    |   |   |   |-- config.yaml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esp32er/
    |   |   |   |-- config.yaml
    |   |   |   `-- esp32er.py
    |   |   |-- executer/
    |   |   |   |-- config.yaml
    |   |   |   `-- executer.py
    |   |   |-- file_creator/
    |   |   |   |-- config.yaml
    |   |   |   `-- file_creator.py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recorder/
    |   |   |   |-- config.yaml
    |   |   |   `-- recorder.py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unrealer.py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
    |   |   |-- image_interpreter.py
    |   |   `-- screenshot.py
    |   |-- management/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
    |   |   |-- 0108_add_flow_making_demo_prompt.py
    |   |   |-- 0109_add_arduiner.py
    |   |   |-- 0110_add_chat_agent_arduiner_tool.py
    |   |   |-- 0111_add_arduiner_demo_prompts.py
    |   |   |-- 0112_add_camcorder.py
    |   |   |-- 0113_add_chat_agent_camcorder_tool.py
    |   |   |-- 0114_add_recorder.py
    |   |   |-- 0115_add_chat_agent_recorder_tool.py
    |   |   `-- __init__.py
    |   |-- monitors/
    |   |   `-- monitor_sql.py
    |   |-- opus_client/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create_new_agent/
    |   |   |   `-- SKILL.md
    |   |   |-- create_new_mcp/
    |   |   |   `-- SKILL.md
    |   |   |-- flow_making/
    |   |   |   |-- SKILL.md
    |   |   |   |-- references/
    |   |   |   |   `-- flw_schema.md
    |   |   |   `-- scripts/
    |   |   |       |-- make_flow.py
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Regenerate the PDF and deck whenever README, architecture, agent catalog, line inventory, or packaging behavior changes.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