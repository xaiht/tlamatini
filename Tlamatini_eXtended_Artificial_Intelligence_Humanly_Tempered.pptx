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77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690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77</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143,987</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14, 2026 03:03 PM UTC-0600 at HEAD 1034cc1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command execution, Python execution, screenshots, web/search helpers, notifications and attention routing, DevOps tools, local model operation, Windows packaging and uninstall registration, first-person self-knowledge about her own runtime, and embedded-firmware control for both STM32F4 and ESP32-class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Gives operators GUI-first database maintenance through the new DB dropdown for backup and staged database replacement.</a:t>
            </a:r>
          </a:p>
          <a:p>
            <a:pPr>
              <a:spcAft>
                <a:spcPts val="400"/>
              </a:spcAft>
              <a:defRPr sz="1000">
                <a:solidFill>
                  <a:srgbClr val="B4BAAE"/>
                </a:solidFill>
                <a:latin typeface="Aptos"/>
              </a:defRPr>
            </a:pPr>
            <a:r>
              <a:t>Lets operators manage provider secrets from the browser through the Config -&gt; Access Keys Wizard instead of hand-editing `config.json`.</a:t>
            </a:r>
          </a:p>
          <a:p>
            <a:pPr>
              <a:spcAft>
                <a:spcPts val="400"/>
              </a:spcAft>
              <a:defRPr sz="10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900">
                <a:solidFill>
                  <a:srgbClr val="B4BAAE"/>
                </a:solidFill>
                <a:latin typeface="Aptos"/>
              </a:defRPr>
            </a:pPr>
            <a:r>
              <a:t>Hardens generated files: File-Creator’s bulk-write path now preserves long content byte-complete even when it contains heavy quoting or semicolon-rich source text.</a:t>
            </a:r>
          </a:p>
          <a:p>
            <a:pPr>
              <a:spcAft>
                <a:spcPts val="400"/>
              </a:spcAft>
              <a:defRPr sz="900">
                <a:solidFill>
                  <a:srgbClr val="B4BAAE"/>
                </a:solidFill>
                <a:latin typeface="Aptos"/>
              </a:defRPr>
            </a:pPr>
            <a:r>
              <a:t>Warns GPU-host operators before a directory-context load is likely to saturate VRAM and degrade embedding throughput.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Can pause before every state-changing Multi-Turn execution and ask the operator to approve or deny that exact step through the Ask Execs checkbox.</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Exposes a coherent versioning surface across builds, runtime UI, logs, and an open health-check endpoint.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10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10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10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10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1000">
                <a:solidFill>
                  <a:srgbClr val="B4BAAE"/>
                </a:solidFill>
                <a:latin typeface="Aptos"/>
              </a:defRPr>
            </a:pPr>
            <a:r>
              <a:t>Version resolution now flows through git tags, a runtime resolver module, generated build artefacts, and an open `/agent/version/` endpoint.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V1.20.0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`v1.20.0`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V1.20.0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`v1.20.0`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V1.20.0 BLENDERER AGENT AND IN-APP SELF-UPDATE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current documented release is `v1.20.0`, which adds the Blenderer agent (the 77th agent type, a Blender bridge over the official Blender MCP add-on socket) and an in-app self-update capability (About &gt; Check for updates), on top of the v1.19.5 hardening-and-self-modify work.</a:t>
            </a:r>
          </a:p>
          <a:p>
            <a:pPr>
              <a:spcAft>
                <a:spcPts val="400"/>
              </a:spcAft>
              <a:defRPr sz="1100">
                <a:solidFill>
                  <a:srgbClr val="B4BAAE"/>
                </a:solidFill>
                <a:latin typeface="Aptos"/>
              </a:defRPr>
            </a:pPr>
            <a:r>
              <a:t>Three visible user-facing points define this version: the new Blenderer agent reachable on the canvas and as the wrapped Multi-Turn tool chat_agent_blenderer, the self-update flow that downloads/stages a new release and swaps it via an external apply_update.ps1, and the carried-forward v1.19.5 hardening (byte-for-byte File-Creator writes, a rebuildable generated source snapshot, and the Config API-Keys Wizard dialog).</a:t>
            </a:r>
          </a:p>
          <a:p>
            <a:pPr>
              <a:spcAft>
                <a:spcPts val="400"/>
              </a:spcAft>
              <a:defRPr sz="1100">
                <a:solidFill>
                  <a:srgbClr val="B4BAAE"/>
                </a:solidFill>
                <a:latin typeface="Aptos"/>
              </a:defRPr>
            </a:pPr>
            <a:r>
              <a:t>The same release window also carries forward the recent voice/media wave from `v1.17.2` through `v1.19.3`, so the current dossier must present Talker, Whisperer, Recorder, Camcorder, AudioPlayer, and VideoPlayer as first-class parts of the product.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release grows Tlamatini in two directions at once: a new live-editor bridge for Blender production work and a better lifecycle story for packaged installs.</a:t>
            </a:r>
          </a:p>
          <a:p>
            <a:pPr>
              <a:spcAft>
                <a:spcPts val="400"/>
              </a:spcAft>
              <a:defRPr sz="1300">
                <a:solidFill>
                  <a:srgbClr val="B4BAAE"/>
                </a:solidFill>
                <a:latin typeface="Aptos"/>
              </a:defRPr>
            </a:pPr>
            <a:r>
              <a:t>Operators no longer need manual reinstall choreography just to pick up a new release, while the Blender surface adds another serious production domain to the same chat-and-canvas runtime.</a:t>
            </a:r>
          </a:p>
          <a:p>
            <a:pPr>
              <a:spcAft>
                <a:spcPts val="400"/>
              </a:spcAft>
              <a:defRPr sz="1300">
                <a:solidFill>
                  <a:srgbClr val="B4BAAE"/>
                </a:solidFill>
                <a:latin typeface="Aptos"/>
              </a:defRPr>
            </a:pPr>
            <a:r>
              <a:t>The resulting narrative matches the current README, Book, Git history, and source tree more honestly than the older milestone-only framing.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is the 77th workflow agent and a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the database, user content, and one `agents_backup` generation so an update behaves like a product upgrade rather than a destructive reinstall.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Recent tracked assets worth calling out explicitly now span two release waves: `copy_source_assets.py` for self-modify snapshot generation, `agent/access_key_wizard.py` plus `static/agent/js/access_keys_wizard.js` / `static/agent/css/access_keys_wizard.css` for browser-side key setup, `agent/self_update.py` plus `apply_update.ps1` for the in-app updater, and `agent/agents/blenderer/blenderer.py` with `agent/agents/blenderer/config.yaml` for the new Blender control surface.</a:t>
            </a:r>
          </a:p>
          <a:p>
            <a:pPr>
              <a:spcAft>
                <a:spcPts val="400"/>
              </a:spcAft>
              <a:defRPr sz="1100">
                <a:solidFill>
                  <a:srgbClr val="B4BAAE"/>
                </a:solidFill>
                <a:latin typeface="Aptos"/>
              </a:defRPr>
            </a:pPr>
            <a:r>
              <a:t>The same recent window also updated key operator/runtime files such as `prompt.pmt`, `chat_agent_registry.py`, `tools.py`, `views.py`, `urls.py`, `copy_source_assets.py`, and the File-Creator agent template, so the visible features are backed by concrete implementation assets rather than documentation-only promises.</a:t>
            </a:r>
          </a:p>
          <a:p>
            <a:pPr>
              <a:spcAft>
                <a:spcPts val="400"/>
              </a:spcAft>
              <a:defRPr sz="1100">
                <a:solidFill>
                  <a:srgbClr val="B4BAAE"/>
                </a:solidFill>
                <a:latin typeface="Aptos"/>
              </a:defRPr>
            </a:pPr>
            <a:r>
              <a:t>Because the dossier already includes the full tracked tree and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and Python, which the dossier’s language tables and complete tracked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77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77</a:t>
            </a:r>
          </a:p>
          <a:p>
            <a:pPr>
              <a:spcAft>
                <a:spcPts val="400"/>
              </a:spcAft>
              <a:defRPr sz="1500">
                <a:solidFill>
                  <a:srgbClr val="B4BAAE"/>
                </a:solidFill>
                <a:latin typeface="Aptos"/>
              </a:defRPr>
            </a:pPr>
            <a:r>
              <a:t>Description rows in `agents_descriptions.md`: 77</a:t>
            </a:r>
          </a:p>
          <a:p>
            <a:pPr>
              <a:spcAft>
                <a:spcPts val="400"/>
              </a:spcAft>
              <a:defRPr sz="1500">
                <a:solidFill>
                  <a:srgbClr val="B4BAAE"/>
                </a:solidFill>
                <a:latin typeface="Aptos"/>
              </a:defRPr>
            </a:pPr>
            <a:r>
              <a:t>This dossier reconciles README and Book wording back to the same 77-agent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live operator surface now stands at 77 workflow agents, 84 Multi-Turn tools, 12 ACPX tools, and 27 skills.</a:t>
            </a:r>
          </a:p>
          <a:p>
            <a:pPr>
              <a:spcAft>
                <a:spcPts val="400"/>
              </a:spcAft>
              <a:defRPr sz="1200">
                <a:solidFill>
                  <a:srgbClr val="B4BAAE"/>
                </a:solidFill>
                <a:latin typeface="Aptos"/>
              </a:defRPr>
            </a:pPr>
            <a:r>
              <a:t>Source inspection confirms the total: 52 distinct wrapped chat-agent tools bound from `chat_agent_registry.py`, which combines with 20 core Python tools and 12 ACPX/Skill tools for 84 Multi-Turn tools overall.</a:t>
            </a:r>
          </a:p>
          <a:p>
            <a:pPr>
              <a:spcAft>
                <a:spcPts val="400"/>
              </a:spcAft>
              <a:defRPr sz="12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2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77-agent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Run from source: create a virtual environment, install requirements, migrate, create a superuser, collect static files, and start Django.</a:t>
            </a:r>
          </a:p>
          <a:p>
            <a:pPr>
              <a:spcAft>
                <a:spcPts val="400"/>
              </a:spcAft>
              <a:defRPr sz="1300">
                <a:solidFill>
                  <a:srgbClr val="B4BAAE"/>
                </a:solidFill>
                <a:latin typeface="Aptos"/>
              </a:defRPr>
            </a:pPr>
            <a:r>
              <a:t>Open `/agent/` for chat. Load a file or directory context before asking codebase-specific questions.</a:t>
            </a:r>
          </a:p>
          <a:p>
            <a:pPr>
              <a:spcAft>
                <a:spcPts val="400"/>
              </a:spcAft>
              <a:defRPr sz="1300">
                <a:solidFill>
                  <a:srgbClr val="B4BAAE"/>
                </a:solidFill>
                <a:latin typeface="Aptos"/>
              </a:defRPr>
            </a:pPr>
            <a:r>
              <a:t>Keep Multi-Turn unchecked for direct Q&amp;A; enable Multi-Turn for tasks that need tools, wrapped agents, monitoring, or workflow seeding.</a:t>
            </a:r>
          </a:p>
          <a:p>
            <a:pPr>
              <a:spcAft>
                <a:spcPts val="400"/>
              </a:spcAft>
              <a:defRPr sz="1300">
                <a:solidFill>
                  <a:srgbClr val="B4BAAE"/>
                </a:solidFill>
                <a:latin typeface="Aptos"/>
              </a:defRPr>
            </a:pPr>
            <a:r>
              <a:t>Use Config -&gt; Access Keys Wizard when you need to wire or update provider credentials without editing `config.json` manually.</a:t>
            </a:r>
          </a:p>
          <a:p>
            <a:pPr>
              <a:spcAft>
                <a:spcPts val="400"/>
              </a:spcAft>
              <a:defRPr sz="13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Python 3.12.10 is the strongly recommended source-mode version in the README, and the codebase has been tested most deeply there.</a:t>
            </a:r>
          </a:p>
          <a:p>
            <a:pPr>
              <a:spcAft>
                <a:spcPts val="400"/>
              </a:spcAft>
              <a:defRPr sz="1400">
                <a:solidFill>
                  <a:srgbClr val="B4BAAE"/>
                </a:solidFill>
                <a:latin typeface="Aptos"/>
              </a:defRPr>
            </a:pPr>
            <a:r>
              <a:t>Source installs require a clone, virtual environment, dependency install from `requirements.txt`, migrations, a superuser, static collection, and then the web server.</a:t>
            </a:r>
          </a:p>
          <a:p>
            <a:pPr>
              <a:spcAft>
                <a:spcPts val="400"/>
              </a:spcAft>
              <a:defRPr sz="1400">
                <a:solidFill>
                  <a:srgbClr val="B4BAAE"/>
                </a:solidFill>
                <a:latin typeface="Aptos"/>
              </a:defRPr>
            </a:pPr>
            <a:r>
              <a:t>You can run either the checked-in cloud/back-end defaults from `Tlamatini/agent/config.json` or a local Ollama-backed configuration with matching model names.</a:t>
            </a:r>
          </a:p>
          <a:p>
            <a:pPr>
              <a:spcAft>
                <a:spcPts val="400"/>
              </a:spcAft>
              <a:defRPr sz="1400">
                <a:solidFill>
                  <a:srgbClr val="B4BAAE"/>
                </a:solidFill>
                <a:latin typeface="Aptos"/>
              </a:defRPr>
            </a:pPr>
            <a:r>
              <a:t>Packaged Windows installs create a default `user / changeme` account; manual source installs use your own `createsuperuser` account instead.</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`v1.20.0` release state keeps the version badge, runtime surfaces, self-knowledge wording, STM32er/ESP32er demo prompts, and operator handbook aligned.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1.20.0 | build: 1.20.0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500">
                <a:solidFill>
                  <a:srgbClr val="B4BAAE"/>
                </a:solidFill>
                <a:latin typeface="Aptos"/>
              </a:defRPr>
            </a:pPr>
            <a:r>
              <a:t>Pull the default repository model tags exactly as written if you want the shipped config and agent templates to work unchanged.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TRACKED</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690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77</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128</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29</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7</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1034cc1 - Implemeting skill to Claude make self sweeping of the entire source code in ordet to have complete both the sel-update assets and the self-modiffy assets, by angelahack1</a:t>
            </a:r>
          </a:p>
          <a:p>
            <a:pPr>
              <a:spcAft>
                <a:spcPts val="400"/>
              </a:spcAft>
              <a:defRPr sz="1500">
                <a:solidFill>
                  <a:srgbClr val="B4BAAE"/>
                </a:solidFill>
                <a:latin typeface="Aptos"/>
              </a:defRPr>
            </a:pPr>
            <a:r>
              <a:t>Resolved version: 1.20.0 (git)</a:t>
            </a:r>
          </a:p>
          <a:p>
            <a:pPr>
              <a:spcAft>
                <a:spcPts val="400"/>
              </a:spcAft>
              <a:defRPr sz="1500">
                <a:solidFill>
                  <a:srgbClr val="B4BAAE"/>
                </a:solidFill>
                <a:latin typeface="Aptos"/>
              </a:defRPr>
            </a:pPr>
            <a:r>
              <a:t>Generated on June 14, 2026 03:03 PM UTC-0600</a:t>
            </a:r>
          </a:p>
          <a:p>
            <a:pPr>
              <a:spcAft>
                <a:spcPts val="400"/>
              </a:spcAft>
              <a:defRPr sz="1500">
                <a:solidFill>
                  <a:srgbClr val="B4BAAE"/>
                </a:solidFill>
                <a:latin typeface="Aptos"/>
              </a:defRPr>
            </a:pPr>
            <a:r>
              <a:t>Multi-Turn tools: 84; wrapped chat-agent tools: 52; skills: 27</a:t>
            </a:r>
          </a:p>
          <a:p>
            <a:pPr>
              <a:spcAft>
                <a:spcPts val="400"/>
              </a:spcAft>
              <a:defRPr sz="1500">
                <a:solidFill>
                  <a:srgbClr val="B4BAAE"/>
                </a:solidFill>
                <a:latin typeface="Aptos"/>
              </a:defRPr>
            </a:pPr>
            <a:r>
              <a:t>Python requirements: 79; authoritative agent-description rows: 77</a:t>
            </a:r>
          </a:p>
          <a:p>
            <a:pPr>
              <a:spcAft>
                <a:spcPts val="400"/>
              </a:spcAft>
              <a:defRPr sz="1500">
                <a:solidFill>
                  <a:srgbClr val="B4BAAE"/>
                </a:solidFill>
                <a:latin typeface="Aptos"/>
              </a:defRPr>
            </a:pPr>
            <a:r>
              <a:t>Binary or asset tracked files skipped from line count: 22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9b71525 on 2026-06-13</a:t>
            </a:r>
          </a:p>
          <a:p>
            <a:pPr>
              <a:spcAft>
                <a:spcPts val="400"/>
              </a:spcAft>
              <a:defRPr sz="1300">
                <a:solidFill>
                  <a:srgbClr val="B4BAAE"/>
                </a:solidFill>
                <a:latin typeface="Aptos"/>
              </a:defRPr>
            </a:pPr>
            <a:r>
              <a:t>Updating visual documentation to Tlamatini v1.19.5, by Tlamatini's-AutoBot.</a:t>
            </a:r>
          </a:p>
          <a:p>
            <a:pPr>
              <a:spcAft>
                <a:spcPts val="400"/>
              </a:spcAft>
              <a:defRPr sz="1300">
                <a:solidFill>
                  <a:srgbClr val="B4BAAE"/>
                </a:solidFill>
                <a:latin typeface="Aptos"/>
              </a:defRPr>
            </a:pPr>
            <a:r>
              <a:t>Commits since then: 10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`v1.20.0` introduced Blenderer: the 77th workflow agent and wrapped `chat_agent_blenderer` tool, bridging Tlamatini into a live Blender session over the official Blender MCP add-on socket.</a:t>
            </a:r>
          </a:p>
          <a:p>
            <a:pPr>
              <a:spcAft>
                <a:spcPts val="400"/>
              </a:spcAft>
              <a:defRPr sz="1000">
                <a:solidFill>
                  <a:srgbClr val="B4BAAE"/>
                </a:solidFill>
                <a:latin typeface="Aptos"/>
              </a:defRPr>
            </a:pPr>
            <a:r>
              <a:t>The same refresh window also delivered the in-app self-update path: `self_update.py`, new update endpoints, staged release downloads, and the external `apply_update.ps1` swap helper that preserves operator state during upgrade.</a:t>
            </a:r>
          </a:p>
          <a:p>
            <a:pPr>
              <a:spcAft>
                <a:spcPts val="400"/>
              </a:spcAft>
              <a:defRPr sz="1000">
                <a:solidFill>
                  <a:srgbClr val="B4BAAE"/>
                </a:solidFill>
                <a:latin typeface="Aptos"/>
              </a:defRPr>
            </a:pPr>
            <a:r>
              <a:t>The latest versioning/documentation commits move the source-of-truth product story to `v1.20.0`, which is why this dossier refresh reconciles the visible docs with the live 77-agent / 84-tool runtime surface.</a:t>
            </a:r>
          </a:p>
          <a:p>
            <a:pPr>
              <a:spcAft>
                <a:spcPts val="400"/>
              </a:spcAft>
              <a:defRPr sz="1000">
                <a:solidFill>
                  <a:srgbClr val="B4BAAE"/>
                </a:solidFill>
                <a:latin typeface="Aptos"/>
              </a:defRPr>
            </a:pPr>
            <a:r>
              <a:t>The self-knowledge and optional self-modification surface has matured into the current baseline: she can describe her runtime honestly and, when `TlamatiniSourceCode/` is present, inspect the bundled rebuildable source tree that explains how she works.</a:t>
            </a:r>
          </a:p>
          <a:p>
            <a:pPr>
              <a:spcAft>
                <a:spcPts val="400"/>
              </a:spcAft>
              <a:defRPr sz="10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V1.20.0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Blenderer (v1.20.0): the 77th workflow agent, bridging the official Blender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with zero-config bootstrap and a serial preflight.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Self-update (v1.20.0): packaged installs can check GitHub releases, stage the download, and let `apply_update.ps1` swap locked files while preserving `config.json`, the database, content, and one `agents_backup` generation.</a:t>
            </a:r>
          </a:p>
          <a:p>
            <a:pPr>
              <a:spcAft>
                <a:spcPts val="400"/>
              </a:spcAft>
              <a:defRPr sz="11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11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1100">
                <a:solidFill>
                  <a:srgbClr val="B4BAAE"/>
                </a:solidFill>
                <a:latin typeface="Aptos"/>
              </a:defRPr>
            </a:pPr>
            <a:r>
              <a:t>FlowHypervisor monitoring now covers every agent — ESP32er, Arduiner, Camcorder, and Recorder were added to its categorization, timing, startup markers, and do-not-flag rules, with a first-build-downloads-a-large-toolchain caveat.</a:t>
            </a:r>
          </a:p>
          <a:p>
            <a:pPr>
              <a:spcAft>
                <a:spcPts val="400"/>
              </a:spcAft>
              <a:defRPr sz="1100">
                <a:solidFill>
                  <a:srgbClr val="B4BAAE"/>
                </a:solidFill>
                <a:latin typeface="Aptos"/>
              </a:defRPr>
            </a:pPr>
            <a:r>
              <a:t>Catalog now stands at 77 workflow agents and 84 Multi-Turn tools (52 wrapped chat-agent + 12 ACPX/Skill + 20 core), with 27 skills.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143,987</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198,367</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367     101,238    142,697  70.3%
Markdown                 146      17,901     22,726  12.4%
JavaScript                29      14,474     18,127  10.1%
CSS                        7       4,179      5,289   2.9%
YAML                      82       1,705      4,294   1.2%
Other text                 7         906      1,101   0.6%
HTML                       4         906        924   0.6%
Prompt template            2         831        942   0.6%
PowerShell                 6         629        923   0.4%
JSON                       8         522        522   0.4%
JavaScript module          1         409        478   0.3%
Text                       7         252        282   0.2%
Protocol Buffers           1          20         33   0.0%
Batch                      1          15         29   0.0%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7,866  11,476
Tlamatini/agent/tests.py                                Python         5,315   6,874
Tlamatini/agent/tools.py                                Python         2,743   3,997
Tlamatini/agent/doc_generation/complete_project_docs.py Python         2,504   2,825
BookOfTlamatini.md                                      Markdown       2,219   3,137
Tlamatini/agent/agents/flowcreator/agentic_skill.md     Markdown       2,156   2,379
...ini/agent/static/agent/css/agentic_control_panel.css CSS            1,832   2,456
Tlamatini/agent/static/agent/css/agent_page.css         CSS            1,472   1,814
Tlamatini/agent/static/agent/js/agent_page_init.js      JavaScript     1,447   1,700
Tlamatini/agent/static/agent/js/agent_page_chat.js      JavaScript     1,396   1,903
README.md                                               Markdown       1,395   1,982
Tlamatini/agent/static/agent/js/acp-agent-connectors.js JavaScript     1,379   1,534
Tlamatini/agent/chat_agent_registry.py                  Python         1,342   1,367
Tlamatini/agent/static/agent/js/acp-canvas-core.js      JavaScript     1,342   1,652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current Git window includes the `v1.20.0` Blenderer release: Tlamatini now reaches a live Blender session through the official Blender MCP add-on socket (`localhost:9876`), both as the wrapped `chat_agent_blenderer` tool and as a visual workflow node.</a:t>
            </a:r>
          </a:p>
          <a:p>
            <a:pPr>
              <a:spcAft>
                <a:spcPts val="400"/>
              </a:spcAft>
              <a:defRPr sz="1000">
                <a:solidFill>
                  <a:srgbClr val="B4BAAE"/>
                </a:solidFill>
                <a:latin typeface="Aptos"/>
              </a:defRPr>
            </a:pPr>
            <a:r>
              <a:t>The same `v1.20.0` wave also adds in-app self-update: packaged installs can check GitHub releases, stage a download, and hand the locked-file replacement to `apply_update.ps1` while preserving `config.json`, the database, content, and one `agents_backup` generation.</a:t>
            </a:r>
          </a:p>
          <a:p>
            <a:pPr>
              <a:spcAft>
                <a:spcPts val="400"/>
              </a:spcAft>
              <a:defRPr sz="1000">
                <a:solidFill>
                  <a:srgbClr val="B4BAAE"/>
                </a:solidFill>
                <a:latin typeface="Aptos"/>
              </a:defRPr>
            </a:pPr>
            <a:r>
              <a:t>The latest documentation pass aligns the handbook and source with `v1.20.0`, which matters here because some older badges or prose lines still lag behind the live 77-agent / 84-tool inventory.</a:t>
            </a:r>
          </a:p>
          <a:p>
            <a:pPr>
              <a:spcAft>
                <a:spcPts val="400"/>
              </a:spcAft>
              <a:defRPr sz="1000">
                <a:solidFill>
                  <a:srgbClr val="B4BAAE"/>
                </a:solidFill>
                <a:latin typeface="Aptos"/>
              </a:defRPr>
            </a:pPr>
            <a:r>
              <a:t>The `v1.19.5` File-Creator hardening pass now writes content byte-for-byte: plain `content` is re-extracted verbatim, and heavy escape/binary payloads can travel through `content_b64`, eliminating the wrong-symbol corruption that broke backslash-dense Java, JSON, and regex files.</a:t>
            </a:r>
          </a:p>
          <a:p>
            <a:pPr>
              <a:spcAft>
                <a:spcPts val="400"/>
              </a:spcAft>
              <a:defRPr sz="1000">
                <a:solidFill>
                  <a:srgbClr val="B4BAAE"/>
                </a:solidFill>
                <a:latin typeface="Aptos"/>
              </a:defRPr>
            </a:pPr>
            <a:r>
              <a:t>The same release completes the self-modify story: `build.py --self-modify` now generates a rebuildable `TlamatiniSourceCode/` snapshot through `copy_source_assets.py`, so a self-able-modify build carries her own source tree, rebuild instructions, and redacted secrets in one honest package.</a:t>
            </a:r>
          </a:p>
          <a:p>
            <a:pPr>
              <a:spcAft>
                <a:spcPts val="400"/>
              </a:spcAft>
              <a:defRPr sz="10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10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10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1034cc1 | Implemeting skill to Claude make self sweeping of the entire source code in ordet to have complete both the sel-update assets and the self-modiffy assets, by angelahack1</a:t>
            </a:r>
          </a:p>
          <a:p>
            <a:pPr>
              <a:spcAft>
                <a:spcPts val="400"/>
              </a:spcAft>
              <a:defRPr sz="1200">
                <a:solidFill>
                  <a:srgbClr val="B4BAAE"/>
                </a:solidFill>
                <a:latin typeface="Aptos"/>
              </a:defRPr>
            </a:pPr>
            <a:r>
              <a:t>2026-06-14 | ea3ed85 | Making all md. documentation ans source code to point to 1.20.0 as the latest version, by Tlamatini's-AutoBot.</a:t>
            </a:r>
          </a:p>
          <a:p>
            <a:pPr>
              <a:spcAft>
                <a:spcPts val="400"/>
              </a:spcAft>
              <a:defRPr sz="1200">
                <a:solidFill>
                  <a:srgbClr val="B4BAAE"/>
                </a:solidFill>
                <a:latin typeface="Aptos"/>
              </a:defRPr>
            </a:pPr>
            <a:r>
              <a:t>2026-06-14 | 8badaaf | Implemented the source copying to autoupdate in the self-modify source code in order to Tlamatini count with all the recents implementations, by angelahack1</a:t>
            </a:r>
          </a:p>
          <a:p>
            <a:pPr>
              <a:spcAft>
                <a:spcPts val="400"/>
              </a:spcAft>
              <a:defRPr sz="1200">
                <a:solidFill>
                  <a:srgbClr val="B4BAAE"/>
                </a:solidFill>
                <a:latin typeface="Aptos"/>
              </a:defRPr>
            </a:pPr>
            <a:r>
              <a:t>2026-06-14 | 72619c0 | Implemented the self-update capability, and the new agent Blenderer, by angelahack1</a:t>
            </a:r>
          </a:p>
          <a:p>
            <a:pPr>
              <a:spcAft>
                <a:spcPts val="400"/>
              </a:spcAft>
              <a:defRPr sz="1200">
                <a:solidFill>
                  <a:srgbClr val="B4BAAE"/>
                </a:solidFill>
                <a:latin typeface="Aptos"/>
              </a:defRPr>
            </a:pPr>
            <a:r>
              <a:t>2026-06-13 | 583ec34 | Just erasing trash, by angelahack1</a:t>
            </a:r>
          </a:p>
          <a:p>
            <a:pPr>
              <a:spcAft>
                <a:spcPts val="400"/>
              </a:spcAft>
              <a:defRPr sz="1200">
                <a:solidFill>
                  <a:srgbClr val="B4BAAE"/>
                </a:solidFill>
                <a:latin typeface="Aptos"/>
              </a:defRPr>
            </a:pPr>
            <a:r>
              <a:t>2026-06-13 | da60150 | Post PR check and testing stage re-checked, by angelahack1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2026-06-13 | 176dd0c | Merge pull request #1 from fr4iser90/security/deps-and-hardening</a:t>
            </a:r>
          </a:p>
          <a:p>
            <a:pPr>
              <a:spcAft>
                <a:spcPts val="400"/>
              </a:spcAft>
              <a:defRPr sz="1200">
                <a:solidFill>
                  <a:srgbClr val="B4BAAE"/>
                </a:solidFill>
                <a:latin typeface="Aptos"/>
              </a:defRPr>
            </a:pPr>
            <a:r>
              <a:t>2026-06-09 | 6b675eb | Fix requirements.txt resolution after langchain/unstructured bumps.</a:t>
            </a:r>
          </a:p>
          <a:p>
            <a:pPr>
              <a:spcAft>
                <a:spcPts val="400"/>
              </a:spcAft>
              <a:defRPr sz="1200">
                <a:solidFill>
                  <a:srgbClr val="B4BAAE"/>
                </a:solidFill>
                <a:latin typeface="Aptos"/>
              </a:defRPr>
            </a:pPr>
            <a:r>
              <a:t>2026-06-07 | 093ba28 | Silence remaining Bandit archive/shell findings without weakening guards.</a:t>
            </a:r>
          </a:p>
          <a:p>
            <a:pPr>
              <a:spcAft>
                <a:spcPts val="400"/>
              </a:spcAft>
              <a:defRPr sz="1200">
                <a:solidFill>
                  <a:srgbClr val="B4BAAE"/>
                </a:solidFill>
                <a:latin typeface="Aptos"/>
              </a:defRPr>
            </a:pPr>
            <a:r>
              <a:t>2026-06-07 | 6b73cb3 | Harden archive/XML parsing and bump vulnerable dependencies.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1034cc1 | Implemeting skill to Claude make self sweeping of the entire source code in ordet to have complete both the sel-update assets and the self-modiffy assets, by angelahack1</a:t>
            </a:r>
          </a:p>
          <a:p>
            <a:pPr>
              <a:spcAft>
                <a:spcPts val="400"/>
              </a:spcAft>
              <a:defRPr sz="1200">
                <a:solidFill>
                  <a:srgbClr val="B4BAAE"/>
                </a:solidFill>
                <a:latin typeface="Aptos"/>
              </a:defRPr>
            </a:pPr>
            <a:r>
              <a:t>2026-06-14 | ea3ed85 | Making all md. documentation ans source code to point to 1.20.0 as the latest version, by Tlamatini's-AutoBot.</a:t>
            </a:r>
          </a:p>
          <a:p>
            <a:pPr>
              <a:spcAft>
                <a:spcPts val="400"/>
              </a:spcAft>
              <a:defRPr sz="1200">
                <a:solidFill>
                  <a:srgbClr val="B4BAAE"/>
                </a:solidFill>
                <a:latin typeface="Aptos"/>
              </a:defRPr>
            </a:pPr>
            <a:r>
              <a:t>2026-06-14 | 8badaaf | Implemented the source copying to autoupdate in the self-modify source code in order to Tlamatini count with all the recents implementations, by angelahack1</a:t>
            </a:r>
          </a:p>
          <a:p>
            <a:pPr>
              <a:spcAft>
                <a:spcPts val="400"/>
              </a:spcAft>
              <a:defRPr sz="1200">
                <a:solidFill>
                  <a:srgbClr val="B4BAAE"/>
                </a:solidFill>
                <a:latin typeface="Aptos"/>
              </a:defRPr>
            </a:pPr>
            <a:r>
              <a:t>2026-06-14 | 72619c0 | Implemented the self-update capability, and the new agent Blenderer, by angelahack1</a:t>
            </a:r>
          </a:p>
          <a:p>
            <a:pPr>
              <a:spcAft>
                <a:spcPts val="400"/>
              </a:spcAft>
              <a:defRPr sz="1200">
                <a:solidFill>
                  <a:srgbClr val="B4BAAE"/>
                </a:solidFill>
                <a:latin typeface="Aptos"/>
              </a:defRPr>
            </a:pPr>
            <a:r>
              <a:t>2026-06-13 | 583ec34 | Just erasing trash, by angelahack1</a:t>
            </a:r>
          </a:p>
          <a:p>
            <a:pPr>
              <a:spcAft>
                <a:spcPts val="400"/>
              </a:spcAft>
              <a:defRPr sz="1200">
                <a:solidFill>
                  <a:srgbClr val="B4BAAE"/>
                </a:solidFill>
                <a:latin typeface="Aptos"/>
              </a:defRPr>
            </a:pPr>
            <a:r>
              <a:t>2026-06-13 | da60150 | Post PR check and testing stage re-checked, by angelahack1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2026-06-13 | 176dd0c | Merge pull request #1 from fr4iser90/security/deps-and-hardening</a:t>
            </a:r>
          </a:p>
          <a:p>
            <a:pPr>
              <a:spcAft>
                <a:spcPts val="400"/>
              </a:spcAft>
              <a:defRPr sz="1200">
                <a:solidFill>
                  <a:srgbClr val="B4BAAE"/>
                </a:solidFill>
                <a:latin typeface="Aptos"/>
              </a:defRPr>
            </a:pPr>
            <a:r>
              <a:t>2026-06-13 | 9b71525 | Updating visual documentation to Tlamatini v1.19.5, by Tlamatini's-AutoBot.</a:t>
            </a:r>
          </a:p>
          <a:p>
            <a:pPr>
              <a:spcAft>
                <a:spcPts val="400"/>
              </a:spcAft>
              <a:defRPr sz="1200">
                <a:solidFill>
                  <a:srgbClr val="B4BAAE"/>
                </a:solidFill>
                <a:latin typeface="Aptos"/>
              </a:defRPr>
            </a:pPr>
            <a:r>
              <a:t>2026-06-13 | 5579391 | Updating documentation to Tlamatini v1.19.5, by Tlamatini's-AutoBot.</a:t>
            </a:r>
          </a:p>
          <a:p>
            <a:pPr>
              <a:spcAft>
                <a:spcPts val="400"/>
              </a:spcAft>
              <a:defRPr sz="1200">
                <a:solidFill>
                  <a:srgbClr val="B4BAAE"/>
                </a:solidFill>
                <a:latin typeface="Aptos"/>
              </a:defRPr>
            </a:pPr>
            <a:r>
              <a:t>2026-06-12 | 563ae27 | Fixing the FileCreator bulk-down to avoid wrong symbols files, by Tlamatini's-AutoBot.</a:t>
            </a:r>
          </a:p>
          <a:p>
            <a:pPr>
              <a:spcAft>
                <a:spcPts val="400"/>
              </a:spcAft>
              <a:defRPr sz="1200">
                <a:solidFill>
                  <a:srgbClr val="B4BAAE"/>
                </a:solidFill>
                <a:latin typeface="Aptos"/>
              </a:defRPr>
            </a:pPr>
            <a:r>
              <a:t>2026-06-12 | acf1a35 | Updating visual documentation to Tlamatini v1.19.4, by Tlamatini's-AutoBot.</a:t>
            </a:r>
          </a:p>
          <a:p>
            <a:pPr>
              <a:spcAft>
                <a:spcPts val="400"/>
              </a:spcAft>
              <a:defRPr sz="1200">
                <a:solidFill>
                  <a:srgbClr val="B4BAAE"/>
                </a:solidFill>
                <a:latin typeface="Aptos"/>
              </a:defRPr>
            </a:pPr>
            <a:r>
              <a:t>2026-06-12 | 2a963c8 | Updating documentation to Tlamatini v1.19.4, by Tlamatini's-AutoBot.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2026-06-12 | fe0cee2 | Fixing the FileCreator bulk-down to avoid truncated files, by Tlamatini's-AutoBot.</a:t>
            </a:r>
          </a:p>
          <a:p>
            <a:pPr>
              <a:spcAft>
                <a:spcPts val="400"/>
              </a:spcAft>
              <a:defRPr sz="1200">
                <a:solidFill>
                  <a:srgbClr val="B4BAAE"/>
                </a:solidFill>
                <a:latin typeface="Aptos"/>
              </a:defRPr>
            </a:pPr>
            <a:r>
              <a:t>2026-06-12 | 5a04129 | Now Implemented the complete source code as the codebase Tlamatini will work with in Auto-self modify, by Tlamatini's-AutoBot.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3/28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4/28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5/28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tlamatini-agent-creation/
|       |   `-- SKILL.md
|       |-- tlamatini-agent-naming/
|       |   `-- SKILL.md
|       |-- tlamatini-daily-chat-test/
|       |   |-- .gitignore
|       |   |-- SKILL.md
|       |   `-- harness/
|       |       |-- config.py
|       |       |-- cyber_watchdog_test.py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6/28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.github/
|   `-- workflows/
|       `-- name-guard.yml
|-- .scanning/
|   `-- finding-policy.json
|-- AuxTests/
|   `-- mypdf2.py
|-- docs/
|   `-- claude/
|       |-- acpx.md
|       |-- agents.md
|       |-- architecture.md
|       |-- exec-report.md
|       |-- frontend.md
|       |-- gotchas.md
|       |-- INDEX.md
|       |-- mcp-tools.md
|       |-- multi-turn.md
|       `-- recent-fixes.md
|-- pyinstaller_hooks/
|   `-- hook-numpy.py
`-- Tlamatini/
    |-- cat_art.py
    |-- manage.py
    |-- .agents/
    |   `-- workflows/
    |       `-- create_new_agent.md
    |-- .mcps/
    |   `-- create_new_mcp.md
    |-- .skills/
    |   `-- create_new_skill.md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7/28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filesearch.proto
    |   |-- filesearch_pb2.py
    |   |-- filesearch_pb2_grpc.py
    |   |-- global_execution_planner.py
    |   |-- global_state.py
    |   |-- gpu_perf.py
    |   |-- inet_determiner.py
    |   |-- mcp_agent.py
    |   |-- mcp_files_search_client.py
    |   |-- mcp_files_search_server.py
    |   |-- mcp_system_client.py
    |   |-- mcp_system_server.py</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8/28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test_embedding_memory_guard.py
    |   |-- test_esp32er_agent.py
    |   |-- test_execute_command_bounded.py
    |   |-- test_flow_contracts.py
    |   |-- test_googler_agent.py
    |   |-- test_j_decompiler_agent.py
    |   |-- test_kalier_agent.py
    |   |-- test_native_dialogs.py
    |   |-- test_orphan_reaper.py
    |   |-- test_password_quoting.py
    |   |-- test_playwrighter_agent.py
    |   |-- test_recorder_agent.py
    |   |-- test_self_update.py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9/28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10/28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11/28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dockerer/
    |   |   |   |-- config.yaml
    |   |   |   `-- dockerer.py
    |   |   |-- emailer/
    |   |   |   |-- config.yaml
    |   |   |   `-- emailer.py
    |   |   |-- ender/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12/28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ender.py
    |   |   |-- esp32er/
    |   |   |   |-- config.yaml
    |   |   |   `-- esp32er.py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13/28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forker.py
    |   |   |-- gateway_relayer/
    |   |   |   |-- config.yaml
    |   |   |   |-- gateway_relayer.md
    |   |   |   `-- gateway_relayer.py
    |   |   |-- gatewayer/
    |   |   |   |-- config.yaml
    |   |   |   |-- gatewayer.md
    |   |   |   |-- gatewayer.py
    |   |   |   `-- gatewayer_explanation.md
    |   |   |-- gitter/
    |   |   |   |-- config.yaml
    |   |   |   `-- gitter.py
    |   |   |-- googler/
    |   |   |   |-- config.yaml
    |   |   |   `-- googler.py
    |   |   |-- image_interpreter/
    |   |   |   |-- config.yaml
    |   |   |   `-- image_interpreter.py
    |   |   |-- j_decompiler/
    |   |   |   |-- config.yaml
    |   |   |   `-- j_decompiler.py
    |   |   |-- jenkinser/
    |   |   |   |-- config.yaml
    |   |   |   `-- jenkinser.py
    |   |   |-- kalier/
    |   |   |   |-- config.yaml
    |   |   |   `-- kalier.py
    |   |   |-- keyboarder/
    |   |   |   |-- config.yaml
    |   |   |   `-- keyboarder.py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14/28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kuberneter/
    |   |   |   |-- config.yaml
    |   |   |   `-- kuberneter.py
    |   |   |-- kyber_cipher/
    |   |   |   |-- config.yaml
    |   |   |   `-- kyber_cipher.py
    |   |   |-- kyber_decipher/
    |   |   |   |-- config.yaml
    |   |   |   `-- kyber_decipher.py
    |   |   |-- kyber_keygen/
    |   |   |   |-- config.yaml
    |   |   |   `-- kyber_keygen.py
    |   |   |-- mongoxer/
    |   |   |   |-- config.yaml
    |   |   |   `-- mongoxer.py
    |   |   |-- monitor_log/
    |   |   |   |-- config.yaml
    |   |   |   `-- monitor_log.py
    |   |   |-- monitor_netstat/
    |   |   |   |-- config.yaml
    |   |   |   `-- monitor_netstat.py
    |   |   |-- mouser/
    |   |   |   |-- config.yaml
    |   |   |   `-- mouser.py
    |   |   |-- mover/
    |   |   |   |-- config.yaml
    |   |   |   `-- mover.py
    |   |   |-- node_manager/
    |   |   |   |-- config.yaml
    |   |   |   |-- node_manager.md
    |   |   |   |-- node_manager.py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15/28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16/28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17/28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talker/
    |   |   |   |-- config.yaml
    |   |   |   `-- talker.py
    |   |   |-- telegramer/
    |   |   |   |-- config.yaml
    |   |   |   `-- telegramer.py
    |   |   |-- telegramrx/
    |   |   |   |-- config.yaml
    |   |   |   `-- telegramrx.py
    |   |   |-- teletlamatini/
    |   |   |   |-- config.yaml
    |   |   |   `-- teletlamatini.py
    |   |   |-- unrealer/
    |   |   |   |-- config.yaml
    |   |   |   `-- unrealer.py
    |   |   |-- videoplayer/
    |   |   |   |-- config.yaml
    |   |   |   `-- videoplayer.py
    |   |   |-- whatsapper/
    |   |   |   |-- config.yaml
    |   |   |   `-- whatsapper.py
    |   |   |-- whatstlamatini/
    |   |   |   |-- config.yaml
    |   |   |   `-- whatstlamatini.py
    |   |   |-- whisperer/
    |   |   |   |-- config.yaml
    |   |   |   `-- whisperer.py
    |   |   `-- windower/
    |   |       |-- config.yaml
    |   |       `-- windower.py
    |   |-- doc_generation/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18/28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complete_project_docs.py
    |   |   |-- mardown_to_pdf.py
    |   |   |-- refresh_project_docs.py
    |   |   `-- test_output.pdf
    |   |-- images/
    |   |   |-- HiIamTlamatini.png
    |   |   |-- mockup.jpg
    |   |   |-- RealisticTlamatini.png
    |   |   |-- ShouldersUoTlamatini.png
    |   |   |-- Tlamatini AI Agentic Advisor Video.mp4
    |   |   |-- TlamatiniAbout.jpg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19/28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20/28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21/28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22/28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__init__.py
    |   |-- monitors/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23/28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24/28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25/28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26/28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tlamatini_static_version_bumper/
    |   |   |   `-- SKILL.md
    |   |   |-- todoist/
    |   |   |   `-- SKILL.md
    |   |   |-- trello/
    |   |   |   `-- SKILL.md
    |   |   `-- weather/
    |   |       `-- SKILL.md
    |   |-- static/
    |   |   `-- agent/
    |   |       |-- css/
    |   |       |   |-- access_keys_wizard.css
    |   |       |   |-- agent_page.css
    |   |       |   |-- agentic_control_panel.css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27/28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contextual_menus.js
    |   |       |   |-- shared-runtime-dialogs.js
    |   |       |   |-- skills_dialog.js
    |   |       |   `-- tools_dialog.js
    |   |       |-- sounds/
    |   |       |   |-- hypervisor_alert.wav
    |   |       |   `-- notification.wav
    |   |       `-- video/
    |   |           `-- XAIHT-Tlamatini.mp4
    |   |-- telegram/
    |   |   |-- AztecTlamatini.txt
    |   |   |-- config.yaml
    |   |   `-- telegram_receiver.py
    |   |-- templates/
    |   |   `-- agent/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TRACKED FILE TREE, NO TRACKED FILE OMITTED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Tracked File Tree Appendix 28/28</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agent_page.html
    |   |       |-- agentic_control_panel.html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