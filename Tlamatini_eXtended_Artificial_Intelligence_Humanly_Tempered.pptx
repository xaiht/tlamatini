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84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806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168,092</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05, 2026 09:02 PM UTC-0600 at HEAD 5fc2758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V1.36.0 VIDEO-ANALYZER PLUS POST-TAG 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Newest changes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repository currently resolves to the `v1.36.0` release line plus a post-tag `.flw` layout commit, with source inspection confirming the current workflow-agent, Multi-Turn-tool, skill, asset, and effective-line totals in the generated inventory tables.</a:t>
            </a:r>
          </a:p>
          <a:p>
            <a:pPr>
              <a:spcAft>
                <a:spcPts val="400"/>
              </a:spcAft>
              <a:defRPr sz="1100">
                <a:solidFill>
                  <a:srgbClr val="B4BAAE"/>
                </a:solidFill>
                <a:latin typeface="Aptos"/>
              </a:defRPr>
            </a:pPr>
            <a:r>
              <a:t>`v1.36.0` is the Video-Analyzer release: the new `video_analyzer` workflow agent and wrapped `chat_agent_video_analyzer` tool read recorded videos, check for motion, ask two vision models for independent evidence, merge their reports, and emit explicit routeable verdict tokens.</a:t>
            </a:r>
          </a:p>
          <a:p>
            <a:pPr>
              <a:spcAft>
                <a:spcPts val="400"/>
              </a:spcAft>
              <a:defRPr sz="1100">
                <a:solidFill>
                  <a:srgbClr val="B4BAAE"/>
                </a:solidFill>
                <a:latin typeface="Aptos"/>
              </a:defRPr>
            </a:pPr>
            <a:r>
              <a:t>`v1.35.0` improves prompt discovery: the Tools dialog prompt cards now search by substring, word-start, and fuzzy matches and show mode badges so operators can navigate the larger seeded prompt catalog without memorizing exact names.</a:t>
            </a:r>
          </a:p>
          <a:p>
            <a:pPr>
              <a:spcAft>
                <a:spcPts val="400"/>
              </a:spcAft>
              <a:defRPr sz="1100">
                <a:solidFill>
                  <a:srgbClr val="B4BAAE"/>
                </a:solidFill>
                <a:latin typeface="Aptos"/>
              </a:defRPr>
            </a:pPr>
            <a:r>
              <a:t>The newest post-tag commit improves generated `.flw` layout: chat-created workflows now use a serpentine/boustrophedon grid so long Starter -&gt; Agent -&gt; ... -&gt; Ender chains stay readable on the canvas instead of drifting off-screen.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Carried context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`v1.34.x` adds the triple-model Image-Interpreter release and the matching Config -&gt; Models dialog work: three visible model fields now correspond to interpreter 1, interpreter 2, and image merger instead of hiding a multi-model agent behind one old vision-model slot.</a:t>
            </a:r>
          </a:p>
          <a:p>
            <a:pPr>
              <a:spcAft>
                <a:spcPts val="400"/>
              </a:spcAft>
              <a:defRPr sz="900">
                <a:solidFill>
                  <a:srgbClr val="B4BAAE"/>
                </a:solidFill>
                <a:latin typeface="Aptos"/>
              </a:defRPr>
            </a:pPr>
            <a:r>
              <a:t>`v1.33.x` remains the Zavuerer release family: the Zavu unified-messaging workflow agent adds SMS, WhatsApp, Telegram, Email, and Voice delivery through one configured API key, with setup-wizard dedupe and cloud-default cleanup carried forward.</a:t>
            </a:r>
          </a:p>
          <a:p>
            <a:pPr>
              <a:spcAft>
                <a:spcPts val="400"/>
              </a:spcAft>
              <a:defRPr sz="900">
                <a:solidFill>
                  <a:srgbClr val="B4BAAE"/>
                </a:solidFill>
                <a:latin typeface="Aptos"/>
              </a:defRPr>
            </a:pPr>
            <a:r>
              <a:t>The v1.27-v1.32.0 span is a quality-and-trust wave: performance 3X levers, forward-only private-data discipline, public-release verifier hardening, and explicit Angela López Mendoza creator/authorship stamping moved together.</a:t>
            </a:r>
          </a:p>
          <a:p>
            <a:pPr>
              <a:spcAft>
                <a:spcPts val="400"/>
              </a:spcAft>
              <a:defRPr sz="900">
                <a:solidFill>
                  <a:srgbClr val="B4BAAE"/>
                </a:solidFill>
                <a:latin typeface="Aptos"/>
              </a:defRPr>
            </a:pPr>
            <a:r>
              <a:t>The runtime surface also grew around delegation: ACPX remains the external coding-agent CLI bridge, External MCP remains the universal MCP client, and the newest server-side assets add `tlamatini_acpx.py`, stronger `tlamatini_mcp_server.py` behavior, and refreshed MCP workflow guidance.</a:t>
            </a:r>
          </a:p>
          <a:p>
            <a:pPr>
              <a:spcAft>
                <a:spcPts val="400"/>
              </a:spcAft>
              <a:defRPr sz="9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900">
                <a:solidFill>
                  <a:srgbClr val="B4BAAE"/>
                </a:solidFill>
                <a:latin typeface="Aptos"/>
              </a:defRPr>
            </a:pPr>
            <a:r>
              <a:t>The resulting PDF/PPTX refresh treats `v1.36.0` plus the post-tag `.flw` layout commit as the current product snapshot while preserving the historical context for self-update, media-agent dependency hardening, deterministic file tools, firmware agents, External MCPs, ACPX skills, Zavuerer, and Image-Interpreter.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latest reachable public tag `v1.36.0`; the live HEAD currently sits one commit beyond that tag with a generated-flow layout improvement.</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substring matches, word-start matches, fuzzy scoring, and mode badges make the full seeded prompt catalog navigable.</a:t>
            </a:r>
          </a:p>
          <a:p>
            <a:pPr>
              <a:spcAft>
                <a:spcPts val="400"/>
              </a:spcAft>
              <a:defRPr sz="1300">
                <a:solidFill>
                  <a:srgbClr val="B4BAAE"/>
                </a:solidFill>
                <a:latin typeface="Aptos"/>
              </a:defRPr>
            </a:pPr>
            <a:r>
              <a:t>The prompt-card rendering work was validated against the seeded catalog so one-shot, Multi-Turn, ACPX, Exec Report, and Step-by-Step prompt families remain distinguishable while searching.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`v1.36.0` wave adds concrete video-verdict assets: `agent/agents/video_analyzer/`, migrations `0166`-`0168`, `test_video_analyzer_agent.py`, `chat_agent_video_analyzer` registry wiring, Video-Analyzer service contracts, and a seeded robotic-loop demo prompt.</a:t>
            </a:r>
          </a:p>
          <a:p>
            <a:pPr>
              <a:spcAft>
                <a:spcPts val="400"/>
              </a:spcAft>
              <a:defRPr sz="900">
                <a:solidFill>
                  <a:srgbClr val="B4BAAE"/>
                </a:solidFill>
                <a:latin typeface="Aptos"/>
              </a:defRPr>
            </a:pPr>
            <a:r>
              <a:t>The immediately adjacent `v1.35.0` and post-tag work updates prompt-card search/rendering assets and `.flw` generation layout code, so the latest operator improvements are visible in JavaScript/CSS and canvas workflow output, not only markdown.</a:t>
            </a:r>
          </a:p>
          <a:p>
            <a:pPr>
              <a:spcAft>
                <a:spcPts val="400"/>
              </a:spcAft>
              <a:defRPr sz="900">
                <a:solidFill>
                  <a:srgbClr val="B4BAAE"/>
                </a:solidFill>
                <a:latin typeface="Aptos"/>
              </a:defRPr>
            </a:pPr>
            <a:r>
              <a:t>The earlier `v1.33.2` wave adds or updates concrete assets too: `agent/agents/zavuerer/`, migrations `0159`-`0164`, Zavu Access Keys Wizard fields, planner hints, wrapped-tool registration, and the latest messaging-agent config defaults.</a:t>
            </a:r>
          </a:p>
          <a:p>
            <a:pPr>
              <a:spcAft>
                <a:spcPts val="400"/>
              </a:spcAft>
              <a:defRPr sz="9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84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84</a:t>
            </a:r>
          </a:p>
          <a:p>
            <a:pPr>
              <a:spcAft>
                <a:spcPts val="400"/>
              </a:spcAft>
              <a:defRPr sz="1500">
                <a:solidFill>
                  <a:srgbClr val="B4BAAE"/>
                </a:solidFill>
                <a:latin typeface="Aptos"/>
              </a:defRPr>
            </a:pPr>
            <a:r>
              <a:t>Description rows in `agents_descriptions.md`: 85</a:t>
            </a:r>
          </a:p>
          <a:p>
            <a:pPr>
              <a:spcAft>
                <a:spcPts val="400"/>
              </a:spcAft>
              <a:defRPr sz="1500">
                <a:solidFill>
                  <a:srgbClr val="B4BAAE"/>
                </a:solidFill>
                <a:latin typeface="Aptos"/>
              </a:defRPr>
            </a:pPr>
            <a:r>
              <a:t>This dossier reconciles README and Book wording back to the same 84-agent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84 workflow agents, 93 Multi-Turn tools, 12 ACPX tools, and 27 skills.</a:t>
            </a:r>
          </a:p>
          <a:p>
            <a:pPr>
              <a:spcAft>
                <a:spcPts val="400"/>
              </a:spcAft>
              <a:defRPr sz="1000">
                <a:solidFill>
                  <a:srgbClr val="B4BAAE"/>
                </a:solidFill>
                <a:latin typeface="Aptos"/>
              </a:defRPr>
            </a:pPr>
            <a:r>
              <a:t>Source inspection confirms the total: 61 distinct wrapped chat-agent tools bound from `chat_agent_registry.py`, which combines with 20 core Python tools and 12 ACPX/Skill tools for 93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and Video-Analyzer for robotic video verdicts.</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84-agent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the current `v1.36.0` release state keeps runtime surfaces, self-knowledge wording, firmware/External-MCP demos, ACPX skills, Zavuerer messaging, Video-Analyzer, generated `.flw` layout, and operator handbook aligned.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1.36.0 | build: 1.36.0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806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168</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5fc2758 - Improving .flw generation layout, by angelahack1</a:t>
            </a:r>
          </a:p>
          <a:p>
            <a:pPr>
              <a:spcAft>
                <a:spcPts val="400"/>
              </a:spcAft>
              <a:defRPr sz="1500">
                <a:solidFill>
                  <a:srgbClr val="B4BAAE"/>
                </a:solidFill>
                <a:latin typeface="Aptos"/>
              </a:defRPr>
            </a:pPr>
            <a:r>
              <a:t>Resolved version: 1.36.0 (git)</a:t>
            </a:r>
          </a:p>
          <a:p>
            <a:pPr>
              <a:spcAft>
                <a:spcPts val="400"/>
              </a:spcAft>
              <a:defRPr sz="1500">
                <a:solidFill>
                  <a:srgbClr val="B4BAAE"/>
                </a:solidFill>
                <a:latin typeface="Aptos"/>
              </a:defRPr>
            </a:pPr>
            <a:r>
              <a:t>Generated on July 05, 2026 09:02 PM UTC-0600</a:t>
            </a:r>
          </a:p>
          <a:p>
            <a:pPr>
              <a:spcAft>
                <a:spcPts val="400"/>
              </a:spcAft>
              <a:defRPr sz="1500">
                <a:solidFill>
                  <a:srgbClr val="B4BAAE"/>
                </a:solidFill>
                <a:latin typeface="Aptos"/>
              </a:defRPr>
            </a:pPr>
            <a:r>
              <a:t>Inventory scope: 806 files = 806 tracked + 0 git-unignored working-tree additions</a:t>
            </a:r>
          </a:p>
          <a:p>
            <a:pPr>
              <a:spcAft>
                <a:spcPts val="400"/>
              </a:spcAft>
              <a:defRPr sz="1500">
                <a:solidFill>
                  <a:srgbClr val="B4BAAE"/>
                </a:solidFill>
                <a:latin typeface="Aptos"/>
              </a:defRPr>
            </a:pPr>
            <a:r>
              <a:t>Multi-Turn tools: 93; wrapped chat-agent tools: 61; skills: 27</a:t>
            </a:r>
          </a:p>
          <a:p>
            <a:pPr>
              <a:spcAft>
                <a:spcPts val="400"/>
              </a:spcAft>
              <a:defRPr sz="1500">
                <a:solidFill>
                  <a:srgbClr val="B4BAAE"/>
                </a:solidFill>
                <a:latin typeface="Aptos"/>
              </a:defRPr>
            </a:pPr>
            <a:r>
              <a:t>Python requirements: 79; authoritative agent-description rows: 85</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dc0dce6 on 2026-07-04</a:t>
            </a:r>
          </a:p>
          <a:p>
            <a:pPr>
              <a:spcAft>
                <a:spcPts val="400"/>
              </a:spcAft>
              <a:defRPr sz="1300">
                <a:solidFill>
                  <a:srgbClr val="B4BAAE"/>
                </a:solidFill>
                <a:latin typeface="Aptos"/>
              </a:defRPr>
            </a:pPr>
            <a:r>
              <a:t>Updating visual documentation, by angelahack1</a:t>
            </a:r>
          </a:p>
          <a:p>
            <a:pPr>
              <a:spcAft>
                <a:spcPts val="400"/>
              </a:spcAft>
              <a:defRPr sz="1300">
                <a:solidFill>
                  <a:srgbClr val="B4BAAE"/>
                </a:solidFill>
                <a:latin typeface="Aptos"/>
              </a:defRPr>
            </a:pPr>
            <a:r>
              <a:t>Commits since then: 4</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advanced through `v1.35.0` and `v1.36.0`, then received a post-tag `.flw` layout improvement: Video-Analyzer is now the headline agent release, prompt search is sharper, and generated flow files are more readable on the canvas.</a:t>
            </a:r>
          </a:p>
          <a:p>
            <a:pPr>
              <a:spcAft>
                <a:spcPts val="400"/>
              </a:spcAft>
              <a:defRPr sz="900">
                <a:solidFill>
                  <a:srgbClr val="B4BAAE"/>
                </a:solidFill>
                <a:latin typeface="Aptos"/>
              </a:defRPr>
            </a:pPr>
            <a:r>
              <a:t>The current visual-doc delta covers `agent/agents/video_analyzer/`, migrations `0166`-`0168`, `test_video_analyzer_agent.py`, `chat_agent_video_analyzer`, prompt-card search improvements, the serpentine `.flw` generator layout, and the carried v1.33.x/v1.34.x model and messaging context.</a:t>
            </a:r>
          </a:p>
          <a:p>
            <a:pPr>
              <a:spcAft>
                <a:spcPts val="400"/>
              </a:spcAft>
              <a:defRPr sz="900">
                <a:solidFill>
                  <a:srgbClr val="B4BAAE"/>
                </a:solidFill>
                <a:latin typeface="Aptos"/>
              </a:defRPr>
            </a:pPr>
            <a:r>
              <a:t>Video-Analyzer adds a motion-verdict surface for hardware-in-the-loop demos: Camcorder can record a board, Video-Analyzer can judge the motion with deterministic and model-backed checks, and Forker can branch on `TLM_VERDICT::PASS_OK`, `FAIL_NO_MOTION`, `FAIL_WRONG_MOTION`, `UNCLEAR`, or `ANALYSIS_ERROR`.</a:t>
            </a:r>
          </a:p>
          <a:p>
            <a:pPr>
              <a:spcAft>
                <a:spcPts val="400"/>
              </a:spcAft>
              <a:defRPr sz="900">
                <a:solidFill>
                  <a:srgbClr val="B4BAAE"/>
                </a:solidFill>
                <a:latin typeface="Aptos"/>
              </a:defRPr>
            </a:pPr>
            <a:r>
              <a:t>Prompt sorting/search work now makes the seeded prompt catalog easier to operate from the Tools dialog: substring, word-start, fuzzy scoring, and mode badges reduce hunting in a large prompt list.</a:t>
            </a:r>
          </a:p>
          <a:p>
            <a:pPr>
              <a:spcAft>
                <a:spcPts val="400"/>
              </a:spcAft>
              <a:defRPr sz="900">
                <a:solidFill>
                  <a:srgbClr val="B4BAAE"/>
                </a:solidFill>
                <a:latin typeface="Aptos"/>
              </a:defRPr>
            </a:pPr>
            <a:r>
              <a:t>The latest `.flw` generator work changes layout, not just metadata: large generated flows use alternating row direction and row capacity rules so visual workflows avoid unreadable overlap and off-screen chains.</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900">
                <a:solidFill>
                  <a:srgbClr val="B4BAAE"/>
                </a:solidFill>
                <a:latin typeface="Aptos"/>
              </a:defRPr>
            </a:pPr>
            <a:r>
              <a:t>The same span also refreshes the shipped visual media: the old `TlamatiniAbout.jpg` gives way to `TlamatiniAbout.png`, and `TlamatiniAndKyber.mp4` is now part of the repository asset tree and line/inventory context.</a:t>
            </a:r>
          </a:p>
          <a:p>
            <a:pPr>
              <a:spcAft>
                <a:spcPts val="400"/>
              </a:spcAft>
              <a:defRPr sz="900">
                <a:solidFill>
                  <a:srgbClr val="B4BAAE"/>
                </a:solidFill>
                <a:latin typeface="Aptos"/>
              </a:defRPr>
            </a:pPr>
            <a:r>
              <a:t>The new in-process flow-making skill turns a plain objective into a canvas-loadable .flw by driving the FlowCreator engine, so operators build runnable flows straight from chat.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THROUGH V1.36.0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(v1.36.0): motion-verdict video analysis for robotic-loop training, with `TLM_VERDICT::` routing.</a:t>
            </a:r>
          </a:p>
          <a:p>
            <a:pPr>
              <a:spcAft>
                <a:spcPts val="400"/>
              </a:spcAft>
              <a:defRPr sz="1100">
                <a:solidFill>
                  <a:srgbClr val="B4BAAE"/>
                </a:solidFill>
                <a:latin typeface="Aptos"/>
              </a:defRPr>
            </a:pPr>
            <a:r>
              <a:t>Image-Interpreter: triple-model still-image analysis with independent interpreters and a merger model.</a:t>
            </a:r>
          </a:p>
          <a:p>
            <a:pPr>
              <a:spcAft>
                <a:spcPts val="400"/>
              </a:spcAft>
              <a:defRPr sz="1100">
                <a:solidFill>
                  <a:srgbClr val="B4BAAE"/>
                </a:solidFill>
                <a:latin typeface="Aptos"/>
              </a:defRPr>
            </a:pPr>
            <a:r>
              <a:t>Zavuerer: unified Zavu messaging for SMS, WhatsApp, Telegram, Email, and Voice.</a:t>
            </a:r>
          </a:p>
          <a:p>
            <a:pPr>
              <a:spcAft>
                <a:spcPts val="400"/>
              </a:spcAft>
              <a:defRPr sz="1100">
                <a:solidFill>
                  <a:srgbClr val="B4BAAE"/>
                </a:solidFill>
                <a:latin typeface="Aptos"/>
              </a:defRPr>
            </a:pPr>
            <a:r>
              <a:t>Prompt search: substring, word-start, fuzzy matching, and mode badges in the Tools dialog.</a:t>
            </a:r>
          </a:p>
          <a:p>
            <a:pPr>
              <a:spcAft>
                <a:spcPts val="400"/>
              </a:spcAft>
              <a:defRPr sz="1100">
                <a:solidFill>
                  <a:srgbClr val="B4BAAE"/>
                </a:solidFill>
                <a:latin typeface="Aptos"/>
              </a:defRPr>
            </a:pPr>
            <a:r>
              <a:t>Generated `.flw` files: serpentine canvas layout keeps long flows readable.</a:t>
            </a:r>
          </a:p>
          <a:p>
            <a:pPr>
              <a:spcAft>
                <a:spcPts val="400"/>
              </a:spcAft>
              <a:defRPr sz="1100">
                <a:solidFill>
                  <a:srgbClr val="B4BAAE"/>
                </a:solidFill>
                <a:latin typeface="Aptos"/>
              </a:defRPr>
            </a:pPr>
            <a:r>
              <a:t>Media/voice and firmware lanes remain active: Talker, Whisperer, Camcorder, Recorder, STM32er, ESP32er, Arduiner, ESPHomer, Blenderer, and Unrealer.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`v1.36.0` plus post-tag generated-flow layout at the current HEAD.</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Delegation baseline: ACPX, Skills, External MCPs, MCP Doctor, `tlamatini_acpx.py`, and `tlamatini_mcp_server.py` remain first-class surfaces.</a:t>
            </a:r>
          </a:p>
          <a:p>
            <a:pPr>
              <a:spcAft>
                <a:spcPts val="400"/>
              </a:spcAft>
              <a:defRPr sz="1000">
                <a:solidFill>
                  <a:srgbClr val="B4BAAE"/>
                </a:solidFill>
                <a:latin typeface="Aptos"/>
              </a:defRPr>
            </a:pPr>
            <a:r>
              <a:t>Self-update and packaged-build hardening preserve user DB state and validate media dependencies before release.</a:t>
            </a:r>
          </a:p>
          <a:p>
            <a:pPr>
              <a:spcAft>
                <a:spcPts val="400"/>
              </a:spcAft>
              <a:defRPr sz="1000">
                <a:solidFill>
                  <a:srgbClr val="B4BAAE"/>
                </a:solidFill>
                <a:latin typeface="Aptos"/>
              </a:defRPr>
            </a:pPr>
            <a:r>
              <a:t>Temp/Templates policy and FlowHypervisor monitoring keep long-running workflows observable and contained.</a:t>
            </a:r>
          </a:p>
          <a:p>
            <a:pPr>
              <a:spcAft>
                <a:spcPts val="400"/>
              </a:spcAft>
              <a:defRPr sz="1000">
                <a:solidFill>
                  <a:srgbClr val="B4BAAE"/>
                </a:solidFill>
                <a:latin typeface="Aptos"/>
              </a:defRPr>
            </a:pPr>
            <a:r>
              <a:t>Catalog now stands at 84 workflow agents and 93 Multi-Turn tools (61 wrapped chat-agent + 12 ACPX/Skill + 20 core), with 27 skills.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168,092</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236,066</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451     120,214    172,260  71.5%
Markdown                 155      19,874     26,409  11.8%
JavaScript                31      15,960     20,243   9.5%
CSS                        9       5,657      7,155   3.4%
YAML                      89       1,956      4,883   1.2%
HTML                       4       1,054      1,072   0.6%
Prompt template            2       1,009      1,127   0.6%
PowerShell                 6         672        987   0.4%
JSON                       8         542        542   0.3%
Other text                 8         489        588   0.3%
JavaScript module          1         415        496   0.2%
Text                       5         215        242   0.1%
Protocol Buffers           1          20         33   0.0%
Batch                      1          15         29   0.0%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8,247  12,007
Tlamatini/agent/tests.py                                Python         5,485   7,119
Tlamatini/agent/doc_generation/complete_project_docs.py Python         3,084   3,447
Tlamatini/agent/tools.py                                Python         3,044   4,427
BookOfTlamatini.md                                      Markdown       2,473   3,501
Tlamatini/agent/agents/flowcreator/agentic_skill.md     Markdown       2,264   2,502
...ini/agent/static/agent/css/agentic_control_panel.css CSS            2,031   2,711
Tlamatini/agent/external_mcp_manager.py                 Python         1,841   2,252
Tlamatini/agent/chat_agent_registry.py                  Python         1,671   1,708
Tlamatini/agent/static/agent/css/agent_page.css         CSS            1,608   2,001
Tlamatini/agent/static/agent/js/agent_page_chat.js      JavaScript     1,598   2,174
Tlamatini/agent/static/agent/js/acp-agent-connectors.js JavaScript     1,505   1,679
Tlamatini/agent/static/agent/js/agent_page_init.js      JavaScript     1,460   1,725
Tlamatini/agent/static/agent/js/acp-canvas-core.js      JavaScript     1,381   1,703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`v1.36.0` plus a post-tag `.flw` layout commit: README.md, BookOfTlamatini.md, Git tags, and source inventory tables confirm the current workflow-agent, Multi-Turn-tool, skill, asset, and effective-line totals.</a:t>
            </a:r>
          </a:p>
          <a:p>
            <a:pPr>
              <a:spcAft>
                <a:spcPts val="400"/>
              </a:spcAft>
              <a:defRPr sz="900">
                <a:solidFill>
                  <a:srgbClr val="B4BAAE"/>
                </a:solidFill>
                <a:latin typeface="Aptos"/>
              </a:defRPr>
            </a:pPr>
            <a:r>
              <a:t>The current release wave is broader than a badge bump: `v1.36.0` adds Video-Analyzer as the motion-verdict sibling of Image-Interpreter, `v1.35.0` improves prompt discovery, and HEAD improves generated `.flw` canvas layouts while carrying the Zavuerer, Image-Interpreter, and trust-hardening history forward.</a:t>
            </a:r>
          </a:p>
          <a:p>
            <a:pPr>
              <a:spcAft>
                <a:spcPts val="400"/>
              </a:spcAft>
              <a:defRPr sz="900">
                <a:solidFill>
                  <a:srgbClr val="B4BAAE"/>
                </a:solidFill>
                <a:latin typeface="Aptos"/>
              </a:defRPr>
            </a:pPr>
            <a:r>
              <a:t>The newest agent feature is Video-Analyzer: she reads recorded videos, gates obvious no-motion failures deterministically, runs two Ollama vision models in parallel, merges their reports, emits `INI_SECTION_VIDEO_ANALYZER`, and exposes substring-safe `TLM_VERDICT::&lt;TOKEN&gt;` values for Forker-driven robotic loops.</a:t>
            </a:r>
          </a:p>
          <a:p>
            <a:pPr>
              <a:spcAft>
                <a:spcPts val="400"/>
              </a:spcAft>
              <a:defRPr sz="900">
                <a:solidFill>
                  <a:srgbClr val="B4BAAE"/>
                </a:solidFill>
                <a:latin typeface="Aptos"/>
              </a:defRPr>
            </a:pPr>
            <a:r>
              <a:t>Prompt discovery was upgraded too: the Tools dialog now supports substring, word-start, and fuzzy matching with mode badges, making the growing seeded prompt catalog easier to browse without memorizing exact titles.</a:t>
            </a:r>
          </a:p>
          <a:p>
            <a:pPr>
              <a:spcAft>
                <a:spcPts val="400"/>
              </a:spcAft>
              <a:defRPr sz="900">
                <a:solidFill>
                  <a:srgbClr val="B4BAAE"/>
                </a:solidFill>
                <a:latin typeface="Aptos"/>
              </a:defRPr>
            </a:pPr>
            <a:r>
              <a:t>Generated `.flw` files now use a serpentine/boustrophedon canvas layout so long Multi-Turn chains stay on screen with continuous wiring instead of collapsing into unreadable off-canvas rows.</a:t>
            </a:r>
          </a:p>
          <a:p>
            <a:pPr>
              <a:spcAft>
                <a:spcPts val="400"/>
              </a:spcAft>
              <a:defRPr sz="900">
                <a:solidFill>
                  <a:srgbClr val="B4BAAE"/>
                </a:solidFill>
                <a:latin typeface="Aptos"/>
              </a:defRPr>
            </a:pPr>
            <a:r>
              <a:t>The latest handbook/source delta upgrades Image-Interpreter into a triple-model vision pipeline: `qwen3.5:cloud` and `gemma4:cloud` interpret each image in parallel on dedicated Ollama connections, then `glm-5.2:cloud` merges both reports into one structured `INI_SECTION_IMAGE_INTERPRETER` result.</a:t>
            </a:r>
          </a:p>
          <a:p>
            <a:pPr>
              <a:spcAft>
                <a:spcPts val="400"/>
              </a:spcAft>
              <a:defRPr sz="900">
                <a:solidFill>
                  <a:srgbClr val="B4BAAE"/>
                </a:solidFill>
                <a:latin typeface="Aptos"/>
              </a:defRPr>
            </a:pPr>
            <a:r>
              <a:t>The current Config -&gt; Models dialog now mirrors that triple-model reality with three Image-Interpreter fields: interpreter 1, interpreter 2, and image merger, plus safe defaults so older preserved configs are not stranded with empty required values.</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same window refreshes the visible about/presentation media too: `TlamatiniAbout.png` replaces the old JPEG asset, and `TlamatiniAndKyber.mp4` joins the repository as a new shipped visual asset that the dossier inventory now counts.</a:t>
            </a:r>
          </a:p>
          <a:p>
            <a:pPr>
              <a:spcAft>
                <a:spcPts val="400"/>
              </a:spcAft>
              <a:defRPr sz="900">
                <a:solidFill>
                  <a:srgbClr val="B4BAAE"/>
                </a:solidFill>
                <a:latin typeface="Aptos"/>
              </a:defRPr>
            </a:pPr>
            <a:r>
              <a:t>The latest documentation pass aligns the handbook and source with the `v1.36.0` Video-Analyzer release line plus the post-tag `.flw` layout work, so this dossier now carries the current media-verdict agent story, prompt-search UX, generated-flow layout rules, live line-count inventory, and Agent-directory responsibility boundary instead of stale v1.33.x prose.</a:t>
            </a:r>
          </a:p>
          <a:p>
            <a:pPr>
              <a:spcAft>
                <a:spcPts val="400"/>
              </a:spcAft>
              <a:defRPr sz="900">
                <a:solidFill>
                  <a:srgbClr val="B4BAAE"/>
                </a:solidFill>
                <a:latin typeface="Aptos"/>
              </a:defRPr>
            </a:pPr>
            <a:r>
              <a:t>The new in-process flow-making skill turns a plain objective into a canvas-loadable .flw by driving the FlowCreator engine, so operators build runnable flows straight from chat.</a:t>
            </a:r>
          </a:p>
          <a:p>
            <a:pPr>
              <a:spcAft>
                <a:spcPts val="400"/>
              </a:spcAft>
              <a:defRPr sz="900">
                <a:solidFill>
                  <a:srgbClr val="B4BAAE"/>
                </a:solidFill>
                <a:latin typeface="Aptos"/>
              </a:defRPr>
            </a:pPr>
            <a:r>
              <a:t>The config-plane UI grew another safety layer: when model/URL dialog saves materially change live runtime inputs, the chat now prompts the operator to reconnect before trusting the current session state.</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2026-07-05 | 5fc2758 | Improving .flw generation layout, by angelahack1</a:t>
            </a:r>
          </a:p>
          <a:p>
            <a:pPr>
              <a:spcAft>
                <a:spcPts val="400"/>
              </a:spcAft>
              <a:defRPr sz="1200">
                <a:solidFill>
                  <a:srgbClr val="B4BAAE"/>
                </a:solidFill>
                <a:latin typeface="Aptos"/>
              </a:defRPr>
            </a:pPr>
            <a:r>
              <a:t>2026-07-05 | c370db9 | Making of Video-Analizer agent, this time very powerful, by angelahack1</a:t>
            </a:r>
          </a:p>
          <a:p>
            <a:pPr>
              <a:spcAft>
                <a:spcPts val="400"/>
              </a:spcAft>
              <a:defRPr sz="1200">
                <a:solidFill>
                  <a:srgbClr val="B4BAAE"/>
                </a:solidFill>
                <a:latin typeface="Aptos"/>
              </a:defRPr>
            </a:pPr>
            <a:r>
              <a:t>2026-07-05 | bcdbf2f | Improving the search of prompts, by angelahack1</a:t>
            </a:r>
          </a:p>
          <a:p>
            <a:pPr>
              <a:spcAft>
                <a:spcPts val="400"/>
              </a:spcAft>
              <a:defRPr sz="1200">
                <a:solidFill>
                  <a:srgbClr val="B4BAAE"/>
                </a:solidFill>
                <a:latin typeface="Aptos"/>
              </a:defRPr>
            </a:pPr>
            <a:r>
              <a:t>2026-07-05 | 9390166 | Erasing some innecessary info, by angelahack1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2026-07-05 | 5fc2758 | Improving .flw generation layout, by angelahack1</a:t>
            </a:r>
          </a:p>
          <a:p>
            <a:pPr>
              <a:spcAft>
                <a:spcPts val="400"/>
              </a:spcAft>
              <a:defRPr sz="1200">
                <a:solidFill>
                  <a:srgbClr val="B4BAAE"/>
                </a:solidFill>
                <a:latin typeface="Aptos"/>
              </a:defRPr>
            </a:pPr>
            <a:r>
              <a:t>2026-07-05 | c370db9 | Making of Video-Analizer agent, this time very powerful, by angelahack1</a:t>
            </a:r>
          </a:p>
          <a:p>
            <a:pPr>
              <a:spcAft>
                <a:spcPts val="400"/>
              </a:spcAft>
              <a:defRPr sz="1200">
                <a:solidFill>
                  <a:srgbClr val="B4BAAE"/>
                </a:solidFill>
                <a:latin typeface="Aptos"/>
              </a:defRPr>
            </a:pPr>
            <a:r>
              <a:t>2026-07-05 | bcdbf2f | Improving the search of prompts, by angelahack1</a:t>
            </a:r>
          </a:p>
          <a:p>
            <a:pPr>
              <a:spcAft>
                <a:spcPts val="400"/>
              </a:spcAft>
              <a:defRPr sz="1200">
                <a:solidFill>
                  <a:srgbClr val="B4BAAE"/>
                </a:solidFill>
                <a:latin typeface="Aptos"/>
              </a:defRPr>
            </a:pPr>
            <a:r>
              <a:t>2026-07-05 | 9390166 | Erasing some innecessary info, by angelahack1</a:t>
            </a:r>
          </a:p>
          <a:p>
            <a:pPr>
              <a:spcAft>
                <a:spcPts val="400"/>
              </a:spcAft>
              <a:defRPr sz="1200">
                <a:solidFill>
                  <a:srgbClr val="B4BAAE"/>
                </a:solidFill>
                <a:latin typeface="Aptos"/>
              </a:defRPr>
            </a:pPr>
            <a:r>
              <a:t>2026-07-04 | dc0dce6 | Updating visual documentation, by angelahack1</a:t>
            </a:r>
          </a:p>
          <a:p>
            <a:pPr>
              <a:spcAft>
                <a:spcPts val="400"/>
              </a:spcAft>
              <a:defRPr sz="1200">
                <a:solidFill>
                  <a:srgbClr val="B4BAAE"/>
                </a:solidFill>
                <a:latin typeface="Aptos"/>
              </a:defRPr>
            </a:pPr>
            <a:r>
              <a:t>2026-07-04 | 4922ab2 | Fixing config dialog, by angelahack1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2026-07-04 | 4859ba3 | Improving a lot Image-Interpreter agent, by angelahack1</a:t>
            </a:r>
          </a:p>
          <a:p>
            <a:pPr>
              <a:spcAft>
                <a:spcPts val="400"/>
              </a:spcAft>
              <a:defRPr sz="1200">
                <a:solidFill>
                  <a:srgbClr val="B4BAAE"/>
                </a:solidFill>
                <a:latin typeface="Aptos"/>
              </a:defRPr>
            </a:pPr>
            <a:r>
              <a:t>2026-07-04 | 35a0032 | Updating vosual documentation and defule models, by angelahack1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install.py
|-- KIMI.md
|-- LICENSE
|-- MessagingConnectorAssistant_Design.md
|-- OllamaPricing.png
|-- package.json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claude/
|       |-- acpx.md
|       |-- agents.md
|       |-- architecture.md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apps.py
    |   |-- capability_registry.py
    |   |-- chain_files_search_lcel.py
    |   |-- chain_system_lcel.py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
    |   |-- path_guard.py
    |   |-- prompt.pmt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rag_enhancements.py
    |   |-- routing.py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test_globber_agent.py
    |   |-- test_googler_agent.py
    |   |-- test_grepper_agent.py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test_image_interpreter_agent.py
    |   |-- test_instant_messaging_doctor.py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Modify_the_last_video_keepi.mp4
    |   |   |-- RealisticTlamatini.png
    |   |   |-- ShouldersUoTlamatini.png
    |   |   |-- Tlamatini AI Agentic Advisor Video.mp4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|-- 0168_add_video_analyzer_demo_prompt.py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hello_world/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
    |   |       |   |-- spinner.svg
    |   |       |   `-- Tlamatini.ico
    |   |       |-- js/
    |   |       |   |-- access_keys_wizard.js
    |   |       |   |-- acp-agent-connectors.js
    |   |       |   |-- acp-canvas-core.js
    |   |       |   |-- acp-canvas-undo.js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XAIHT-Tlamatini.mp4
    |   |-- templates/
    |   |   `-- agent/
    |   |       |-- agent_page.html
    |   |       |-- agentic_control_panel.html
    |   |       |-- login.html
    |   |       `-- welcome.html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