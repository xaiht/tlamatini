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SHE DOES, HOW SHE WORKS, HOW TO USE TLAMATINI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68 agents, ACPX delegation, visual workflows, self-knowledge,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113,883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29, 2026 11:09 AM UTC-0600 at HEAD 011d166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She is designed for development operations: codebase analysis, file and directory context, command execution, Python execution, screenshots, web/search helpers, notifications, DevOps tools, local model operation, Windows packaging, first-person self-knowledge about her own runtime, and now critical-mission STM32F4 firmware control.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Answers codebase questions with loaded file or directory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Uses hybrid retrieval to extract metadata, split content, rank source chunks, and respect context budgets.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pause before every state-changing Multi-Turn execution and ask the operator to approve or deny that exact step through the Ask Execs checkbox.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Warns GPU-host operators before a directory-context load is likely to saturate VRAM and degrade embedding throughput.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Exposes a coherent versioning surface across builds, runtime UI, logs, and an open health-check endpoint.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Carries a first-person self-knowledge map so she can answer more accurately about her own architecture, ports, runtime modes, pages, and capabilities.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command Kali Linux offensive-security tooling through MCP-Kali-Server for authorized recon, enumeration, web scanning, and assessment workflows.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scaffold, author, build, flash, reset, and observe STM32F4 firmware through STM32er and the STM32 Template Project MCP, with a fail-safe preflight before any hardware mutation.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manage real desktop windows by title: focus them, tile them, resize them, list them, and close them deterministically through Win32 calls.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Can optionally inspect and modify her own bundled source tree in self-modify builds after verifying that `TlamatiniSourceCode/` is actually present.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Launches wrapped copies of selected workflow agents in isolated runtime folders without mutating templates.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Lets users design, validate, save, pause, resume, and stop visual workflows through the Agentic Control Panel.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Turns successful Multi-Turn tool executions into starter `.flw` workflows that can be inspected and validated in ACP.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Packages the project into a distributable Windows release with installer and uninstaller tooling.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Browser UI sends chat and workflow requests through Django views and Channels WebSockets.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RAG chains load selected file/directory context, retrieve relevant chunks, and build answer prompts.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Ask Execs is enabled, the synchronous Multi-Turn executor stops before each state-changing tool call, emits an `exec_permission_request`, and waits on `ExecPermissionBroker` until the browser sends Proceed or Deny.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 first-person self-knowledge file (`Tlamatini.md`) is injected into prompt construction for all chains, but loaded user context still outranks that self-reference when the request is a generic summary of the provided project.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Optional self-modify builds bundle `TlamatiniSourceCode/`; prompt rules require her to verify that directory exists before claiming she can inspect or change her own code.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Kalier path talks directly to the MCP-Kali-Server Flask API over HTTP with Python-stdlib `urllib`, auto-seeding the default box from `kali_server_url` in Config -&gt; URLs before any one-off per-call override is applied, and captures one atomic `INI_SECTION_KALIER` block per run.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STM32er path spawns the STM32 Template Project MCP stdio server, performs the MCP initialize handshake, runs exactly one requested tool or composite action, and emits one atomic `INI_SECTION_STM32ER` block with the result, project directory, and stage metadata.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Before any flash-capable STM32er action, a critical-mission preflight validates the arm-none-eabi toolchain, STM32CubeIDE, programmer path, ST-LINK presence, and STM32F-family match; compile-only steps can run boardless, but unsafe hardware mutations are refused fail-safe.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Windower path uses Win32 APIs plus the cross-process `AttachThreadInput` focus-transfer dance to locate windows by title and apply one lifecycle action while still returning structured geometry/state fields.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7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7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Self-knowledge with scope discipline: she can talk accurately about herself without letting self-reference override a user-loaded project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the 4096-turn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HUMAN APPROVAL INSIDE THE MULTI-TURN 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Ask Execs In v1.10.0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`1.10.0` adds the `Ask Execs` checkbox as a Multi-Turn-only safety modifier: when it is on, Tlamatini asks before each state-changing Tool, MCP, wrapped agent, or skill-backed execution instead of running it immediately.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permission dialog is explicit and auditable: it names the Tool or Agent family, the underlying raw tool name, the full parameters, the program or command to be executed, and the shell or execution surface involved.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Proceed runs that one step and then prompts again at the next state-changing step; Deny halts the entire chain immediately and appends a red `Execution interrupted` banner even when Exec Report itself is off.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Under the hood, `agent/exec_permission.py` provides `ExecPermissionBroker`, which lets the synchronous worker-thread executor emit a permission request onto the WebSocket event loop and then block on a `threading.Event` until the browser replies.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gate sits after deduplication and quota checks, so skipped calls never prompt and denied calls never appear as executed rows; only work that truly ran lands in Exec Report.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round-trip is fail-safe: browser disconnect, emit failure, cancel, or broker shutdown all resolve to Deny, so an unconfirmed state-changing action never slips through just because the UI vanished at the wrong time.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68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windower, unrealer, kalier, stm32er,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68-agent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live operator surface now stands at 68 workflow agents, 75 Multi-Turn tools, 12 ACPX tools, and 26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inspection confirms the newer total: 43 wrapped chat-agent tools in `chat_agent_registry.py`, which combines with 20 core Python tools and 12 ACPX/Skill tools for 75 Multi-Turn tools overall.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workflow-agent and wrapped-tool totals align cleanly with the handbooks, while the skill total is validated from the on-disk `agent/skills_pkg/` catalog so the dossier stays honest even when a simplified markdown summary lags behind the live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68-agent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EMBEDDED-CLIENT KALI LINUX CONTROL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Kalier In v1.7.1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remains the 67th workflow agent in `v1.7.1`, but its newest upgrade is usability: Tlamatini now acts as the embedded MCP-Kali-Server client for chat-side runs.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can issue one capability per run, including `nmap`, `gobuster`, `dirb`, `nikto`, `sqlmap`, `metasploit`, `hydra`, `john`, `wpscan`, `enum4linux`, arbitrary `command`, or a safe `health` probe of the remote server.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`INI_SECTION_KALIER` with `action`, `endpoint`, `subject`, `return_code`, `success`, `timed_out`, and `server_url`, so downstream Forker or Parametrizer logic can branch on results without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operator result is simpler prompts: after the Kali box URL is configured once, normal Multi-Turn requests no longer repeat `server_url` unless you intentionally override it for a one-off target.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`chat_agent_kalier` now auto-injects the configured `kali_server_url`, while the visual Kalier canvas node still stores `server_url` explicitly in YAML per node.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Kalier talks straight to the Kali-side Flask API over HTTP using Python-stdlib `urllib`, so it stays self-contained in the pool subprocess and works the same in source or frozen builds; the embedded-client injection fails open if the config value is blank or unreadable.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Authorized use only: the intended operator flow is an in-scope lab, CTF, or permitted engagement, often with `ssh -L 5000:localhost:5000 user@KALI_IP` tunneling a remote Kali box back to `http://127.0.0.1:5000`, and the repo now includes `Tlamatini-Kali-Setup.md` for the zero-client walkthrough.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CRITICAL-MISSION STM32F4 FIRMWARE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STM32er In v1.9.0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STM32er is the new 68th workflow agent in `v1.9.0`: Tlamatini’s bridge to the `STM32 Template Project MCP`, built so she can scaffold, author, build, flash, reset, and observe STM32F4 firmware without driving the STM32CubeIDE GUI.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operator promise is zero-config bootstrap: leave `server_script` blank and STM32er downloads or zip-falls-back to the MCP server on first use, installs `mcp` and `pyserial` if needed, validates, and caches the result so the user only installs STM32CubeIDE plus Tlamatini.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Before any compile-or-hardware action, STM32er runs a critical-mission fail-safe preflight over the arm-none-eabi toolchain, STM32CubeIDE, programmer path, ST-LINK probe, and target family; compile-only steps can run boardless, but flash, erase, reset, serial, and SWD/live-memory operations are refused when the environment or device is wrong.</a:t>
            </a:r>
            <a:endParaRPr sz="12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Two operator surfaces ship in lock-step: the wrapped Multi-Turn tool `chat_agent_stm32er` takes one `action` per call, while the visual STM32er canvas node stores the same fields in YAML and triggers downstream agents on both success and failure.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tool surface includes the full project lifecycle plus hardware-in-the-loop composites: `validate`, `bootstrap`, `create_project`, `write_source`, `build`, `build_and_flash`, `serial_session`, `live_monitor`, and the rest of the 23 MCP verbs, with every run emitting an `INI_SECTION_STM32ER` block for Forker or Parametrizer routing.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Config -&gt; URLs now seeds the chat path with `stm32_mcp_server_script`, `stm32_mcp_python`, `stm32_template_dir`, `stm32_ide_root`, `stm32_mcp_repo_url`, and `stm32_mcp_install_dir`, so firmware prompts normally describe only the task and target board instead of the plumbing.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WHO SHE IS AND HOW SHE CAN IMPROVE HERSELF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Self-Knowledge In v1.8.0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`1.8.0` gives Tlamatini a first-person self-knowledge map in `Tlamatini/agent/Tlamatini.md`, so she can answer more accurately about her own architecture, runtime modes, open ports, pages, and internal capability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self-reference is injected into all prompt chains through `prompt.pmt` and `agent/rag/config.py`, but it fails open if the file is missing or unreadable and it never overrides a user-loaded project when the request is a generic summary of the provided context.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language contract matters too: when a pronoun is used for Tlamatini in the documentation or prompt guidance, she is referred to as `she` / `her`, matching the updated handbook identity rules.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Self-modify and autonomy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Self-modification is a separate capability axis from frozen-vs-source runtime: only builds created with `python build.py --self-modify` bundle `TlamatiniSourceCode/` next to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When that directory is present, she can inspect and modify her own shipped source tree; when it is absent, she must say so plainly and fall back to her injected self-knowledge plus the surrounding docs.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build pipeline now announces that choice explicitly, so operators can tell whether a release is self-modify-capable before asking her to work on herself.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unified-agent loop now defaults to 4096 iterations instead of 256, giving long autonomous operator runs much more room before they exhaust the turn budget.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expansion is about conversational/tool-loop depth, not about blindly firing more tools at once: the planner’s selected-tool cap still keeps the tool surface bounded per request.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DESKTOP WINDOW MANAGEMENT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Windower In Multi-Turn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new 66th workflow agent: a deterministic Win32 window manager that finds an application window by title and performs one lifecycle operation on the window itself instead of clicking inside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supports `focus`, `minimize`, `maximize`, `restore`, `move`, `resize`, `move_resize`, `close`, `topmost`, `untopmost`, `arrange`, and `list`, with `substring`, `exact`, or `regex` title matching plus `match_index` for duplicate titles.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`INI_SECTION_WINDOWER` with `action`, `window_title`, `matched`, `match_count`, `state`, `left`, `top`, `width`, and `height`, so downstream Forker or Parametrizer logic can branch on presence, state, or geometry.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`chat_agent_windower` accepts free-form key=value requests, while the visual Windower canvas node stores the same operation fields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Windower is the desktop-window sibling of Mouser and Keyboarder: use Windower when the goal is the window as a whole, Mouser for controls inside it, and Keyboarder for text entry into 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Windower changes real window state, its executions appear in Exec Report and it always triggers `target_agents` whether the action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Tlamatini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Open `/agent/` for chat. Load a file or directory context before asking codebase-specific questions.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Tick `Ask Execs` when you want human approval before each state-changing Multi-Turn step; it is disabled until Multi-Turn is on, and a single Deny stops the whole chain with an explicit red interruption banner.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If you want her to inspect or modify herself, verify that `TlamatiniSourceCode/` exists in the current build first; self-modify is optional and absent builds must be treated honestly as read-only about their own code tree.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authorized Kali Linux assessments, run MCP-Kali-Server on the Kali box, set `Config -&gt; URLs -&gt; Kali server (Kalier)` once, and then call `chat_agent_kalier` from Multi-Turn with the desired `action` and `target` without repeating the box URL each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STM32 firmware work, install STM32CubeIDE, leave `Config -&gt; URLs -&gt; STM32 MCP server script` blank for zero-config bootstrap, and then call `chat_agent_stm32er` from Multi-Turn with one `action` at a time such as `validate`, `create_project`, `write_source`, `build`, `build_and_flash`, `serial_session`, or `live_monitor`.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desktop-window control, call `chat_agent_windower` from Multi-Turn to focus, tile, resize, list, or close a window by title, or model the same action in ACP with the Windower node.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checked-in default model baseline moved again in the recent Git window: the shared config now favors `kimi-k2.6:cloud`, so source or frozen installs that keep the shipped config should be documented as cloud-first unless the operator intentionally swaps models.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URL configuration now also includes `kali_server_url` plus the STM32er bootstrap fields `stm32_mcp_server_script`, `stm32_mcp_python`, `stm32_template_dir`, `stm32_ide_root`, `stm32_mcp_repo_url`, and `stm32_mcp_install_dir`, all edited from `Config -&gt; URLs` and inherited automatically by the chat-side wrapped tools.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Multi-Turn is toggled from the chat toolbar, but it depends on the unified-agent configuration and the selected model/base-url pairing being valid; the current default iteration ceiling is 4096, and Ask Execs only becomes available when Multi-Turn itself is 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`v1.10.0` release state keeps the version badge, runtime surfaces, Ask Execs wording, self-knowledge wording, STM32er demo prompts,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1.10.0 | build: 1.10.0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forwards any command the connected plugin build exposes, up to a 53-command surface across nine categories: actor manipulation (incl. viewport screenshots), Blueprint authoring and node wiring, input mappings, UMG widget building, in-editor Python/console execution, level I/O, asset import, and material authoring. Headless build/cook/test is out of scope (it needs UnrealEditor-Cmd, not the editor socket).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THE 53-COMMAND FORK AND 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Extended Unrealer Surface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Extended fork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Unrealer’s documentation now points at the public `XAIHT/XaihtUnrealEngineMCP` fork, the Unreal Engine MCP variant developed specifically for Tlamatini.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fork exposes the extended 53-command, nine-category surface documented in README and Book: not only the base editor/Blueprint/UMG verbs, but also system, level, asset, material, screenshot, viewport, and in-editor Python paths.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practical message for operators is simple: Unrealer forwards the connected plugin’s verb surface directly, so Tlamatini’s client does not need a new release every time the plugin adds another supported command.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Runtime consequences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wrapped-tool path stores chat runs under `agent/agents/pools/_chat_runs_/unrealer_&lt;seq&gt;_&lt;id&gt;/`, while visual flows use normal `unrealer_&lt;n&gt;` pool folders and can chain response fields through Parametrizer mappings.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Exec Report treats Unrealer as its own row family, and troubleshooting stays concrete: connection-refused means the plugin is not listening, while read-timeout usually means UE5's game thread is busy.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The seeded Unreal demo prompts now cover screenshots, scene-building, and in-editor Python/introspection paths on top of the original blueprint flow.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kimi-k2.6:cloud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kimi-k2.6:cloud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Ask Execs extends that safety story into execution approval itself: the operator can now stop a destructive chain before the next mutation instead of only auditing it after the fact in Exec Report.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Ask Execs is enabled, Exec Report and the red denial banner complement each other: already-executed steps still render as tables, while the denied step stays out of the tables and is surfaced only through the interruption banner.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011d166 - Chain the mail default model to kimi-k2.6:cloud,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1.10.0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29, 2026 11:09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tools: 75; wrapped chat-agent tools: 43; skills: 26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71; authoritative agent-description rows: 68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22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IMPORTANT CHANGES SINCE THE LAST COMMITTED PDF/PPTX UPDATE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Since Last Dossier Refresh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011d166 on 2026-05-29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Chain the mail default model to kimi-k2.6:cloud, by Tlamatini's-AutoBot.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Commits since then: 0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Key changes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Since the last committed PDF/PPTX refresh, Git shows focused platform evolution across autonomy, operator ergonomics, runtime self-knowledge, and documentation fidelity.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113,883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155,504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294      77,925    108,903  68.4%
Markdown                  61      13,670     17,448  12.0%
JavaScript                28      13,355     16,808  11.7%
CSS                        6       3,552      4,496   3.1%
YAML                      72       1,530      3,317   1.3%
HTML                       4         858        876   0.8%
Other text                 3         789        967   0.7%
Prompt template            2         685        801   0.6%
PowerShell                 5         506        752   0.4%
JavaScript module          1         400        469   0.4%
JSON                       5         392        392   0.3%
Text                       5         188        218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7,289  10,560
Tlamatini/agent/tests.py                                Python         4,803   6,155
Tlamatini/agent/tools.py                                Python         2,502   3,589
Tlamatini/agent/doc_generation/complete_project_docs.py Python         2,067   2,321
BookOfTlamatini.md                                      Markdown       1,974   2,790
Tlamatini/agent/agents/flowcreator/agentic_skill.md     Markdown       1,964   2,178
...ini/agent/static/agent/css/agentic_control_panel.css CSS            1,720   2,298
Tlamatini/agent/static/agent/js/agent_page_init.js      JavaScript     1,424   1,666
Tlamatini/agent/static/agent/js/acp-canvas-core.js      JavaScript     1,303   1,613
Tlamatini/agent/static/agent/css/agent_page.css         CSS            1,302   1,582
Tlamatini/agent/consumers.py                            Python         1,291   1,621
README.md                                               Markdown       1,276   1,811
Tlamatini/agent/static/agent/js/acp-agent-connectors.js JavaScript     1,217   1,363
Tlamatini/agent/test_stm32er_agent.py                   Python         1,200   1,707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`v1.10.0` Ask Execs: Tlamatini can now pause before every state-changing Multi-Turn Tool, MCP, or wrapped agent, block on a Proceed or Deny dialog in the browser, and fail safe with a red `Execution interrupted` banner when the operator refuses a step.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checked-in runtime defaults also moved: the shared config now points at `kimi-k2.6:cloud`, so the handbook and dossier need to describe the shipped cloud-first baseline honestly instead of assuming only the older local model defaults.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Follow-up implementation work in the same post-STM32 window tightened Pythonxer downstream execution, Windows forked-command launching, execution-log detail, and project-skill loading, so the release story is not only a UI toggle but also a reliability pass around the operator chain.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011d166 | Chain the mail default model to kimi-k2.6:cloud,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80baef9 | Implementation of Asking on the chain of Multi-turn,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ee592fd | Setting kimi-k2.6:cloud as default in config.json,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d1cd7e9 | Making minimal improvements in Pythonxer downstream execution,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2026-05-29 | 1174d79 | Making minimal improvements in forked windows execution, bya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Claude-Desktop-KALI-MCP-Session.md
|-- CLAUDE.md
|-- CreateShortcut.json
|-- CreateShortcut.ps1
|-- eslint.config.mjs
|-- example_of_prompt_to_make_de-compresser_agent.txt
|-- install.py
|-- KIMI.md
|-- LICENSE
|-- OllamaPricing.png
|-- package.json
|-- PIVOT_CHANGES.md
|-- pnpm-lock.yaml
|-- prompt_example_2_create_agent.txt
|-- README.md
|-- regen_secrets.py
|-- register_flw.ps1
|-- RemoveShortcut.ps1
|-- requirements.txt
|-- Tlamatini-Kali-Setup.md
|-- Tlamatini.ico
|-- Tlamatini.jpg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tlamatini_app_summary.pdf
|-- Tlamatini_eXtended_Artificial_Intelligence_Humanly_Tempered.pptx
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|-- multi-turn.md
|       `-- recent-fixes.md
|-- pyinstaller_hooks/
|   `-- hook-numpy.py
`-- Tlamatini/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cat_art.py
    |-- manage.py
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exec_permission.py
    |   |-- filesearch.proto
    |   |-- filesearch_pb2.py
    |   |-- filesearch_pb2_grpc.py
    |   |-- global_execution_planner.py
    |   |-- global_state.py
    |   |-- gpu_perf.py
    |   |-- inet_determiner.py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mcp_agent.py
    |   |-- mcp_files_search_client.py
    |   |-- mcp_files_search_server.py
    |   |-- mcp_system_client.py
    |   |-- mcp_system_server.py
    |   |-- models.py
    |   |-- native_dialogs.py
    |   |-- orphan_reaper.py
    |   |-- path_guard.py
    |   |-- prompt.pmt
    |   |-- rag_enhancements.py
    |   |-- routing.py
    |   |-- test_build_scripts.py
    |   |-- test_de_compresser.py
    |   |-- test_embedding_memory_guard.py
    |   |-- test_flow_contracts.py
    |   |-- test_kalier_agent.py
    |   |-- test_native_dialogs.py
    |   |-- test_orphan_reaper.py
    |   |-- test_password_quoting.py
    |   |-- test_playwrighter_agent.py
    |   |-- test_stm32er_agent.py
    |   |-- test_unrealer_agent.py
    |   |-- test_windower_agent.py
    |   |-- tests.py
    |   |-- Tlamatini.md
    |   |-- tools.py
    |   |-- urls.py
    |   |-- version.py
    |   |-- views.py
    |   |-- web_search_llm.py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unrealer.py
    |   |   |-- whatsapper/
    |   |   |   |-- config.yaml
    |   |   |   `-- whatsapper.py
    |   |   |-- whatstlamatini/
    |   |   |   |-- config.yaml
    |   |   |   `-- whatstlamatini.py
    |   |   `-- windower/
    |   |       |-- config.yaml
    |   |       `-- windower.py
    |   |-- doc_generation/
    |   |   |-- complete_project_docs.py
    |   |   |-- mardown_to_pdf.py
    |   |   |-- refresh_project_docs.py
    |   |   `-- test_output.pdf
    |   |-- images/
    |   |   |-- HiIamTlamatini.png
    |   |   |-- mockup.jpg
    |   |   |-- RealisticTlamatini.png
    |   |   |-- ShouldersUoTlamatini.png
    |   |   |-- Tlamatini AI Agentic Advisor Video.mp4
    |   |   |-- TlamatiniAbout.jpg
    |   |   |-- TlamatiniDrawings.png
    |   |   |-- TlammatiniLetsMakeSomeMagic.mp4
    |   |   |-- TorsoTlamatini.png
    |   |   `-- XAIHT-Tlamatini.mp4
    |   |-- imaging/
    |   |   |-- converter.py
    |   |   |-- image_interpreter.py
    |   |   `-- screenshot.py
    |   |-- management/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|-- 0089_add_analyzer.py
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create_new_agent/
    |   |   |   `-- SKILL.md
    |   |   |-- create_new_mcp/
    |   |   |   `-- SKILL.md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21/22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notification.wav
    |   |       `-- video/
    |   |           `-- XAIHT-Tlamatini.mp4
    |   |-- telegram/
    |   |   |-- AztecTlamatini.txt
    |   |   |-- config.yaml
    |   |   `-- telegram_receiver.py
    |   |-- templates/
    |   |   `-- agent/
    |   |       |-- agent_page.html
    |   |       |-- agentic_control_panel.html
    |   |       |-- login.html
    |   |       `-- welcome.html
    |   `-- TlamatiniSourceCode/
    |       `-- README.md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22/22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    `-- wsgi.py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