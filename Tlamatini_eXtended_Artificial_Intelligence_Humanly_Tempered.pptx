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85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830</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173,929</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13, 2026 12:45 PM UTC-0600 at HEAD 4dc1d546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V1.40.1</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V1.40.1</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V1.40.1 — CONFIGURABLE WEB PORT PLUS THE CARRIED V1.40 PLATFORM</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repository currently resolves to `v1.40.1`, tagged at the configurable-web-port commit `4dc1d546`, and the live source tree remains the authority for every generated count.</a:t>
            </a:r>
          </a:p>
          <a:p>
            <a:pPr>
              <a:spcAft>
                <a:spcPts val="400"/>
              </a:spcAft>
              <a:defRPr sz="1000">
                <a:solidFill>
                  <a:srgbClr val="B4BAAE"/>
                </a:solidFill>
                <a:latin typeface="Aptos"/>
              </a:defRPr>
            </a:pPr>
            <a:r>
              <a:t>`v1.40.1` retires the hardcoded web port: `config.json`'s `django_port` (default 8000) now controls the web UI and chat WebSocket port through `manage.py`, while direct Daphne/Uvicorn, MCP helper listeners, and TeleTlamatini remain separate port axes.</a:t>
            </a:r>
          </a:p>
          <a:p>
            <a:pPr>
              <a:spcAft>
                <a:spcPts val="400"/>
              </a:spcAft>
              <a:defRPr sz="1000">
                <a:solidFill>
                  <a:srgbClr val="B4BAAE"/>
                </a:solidFill>
                <a:latin typeface="Aptos"/>
              </a:defRPr>
            </a:pPr>
            <a:r>
              <a:t>The live completion pass applies the resolver to frozen and source launch paths, keeps explicit command-line ports authoritative, fails open to 8000, and adds the untracked 24-test `agent/test_django_port_config.py` suite.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Reliability and flow</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`v1.40.0` makes Tlamatini discoverable to companion applications such as Tlamatini-FlowPills without importing Python, launching her runtime, or scanning whole drives.</a:t>
            </a:r>
          </a:p>
          <a:p>
            <a:pPr>
              <a:spcAft>
                <a:spcPts val="400"/>
              </a:spcAft>
              <a:defRPr sz="1000">
                <a:solidFill>
                  <a:srgbClr val="B4BAAE"/>
                </a:solidFill>
                <a:latin typeface="Aptos"/>
              </a:defRPr>
            </a:pPr>
            <a:r>
              <a:t>The six-value HKCU contract and `_tlamatini_agents_manifest.json` publish exact agent-template discovery metadata with per-file SHA-256 values; filesystem validation stays authoritative and publication remains idempotent, no-admin, and fail-open.</a:t>
            </a:r>
          </a:p>
          <a:p>
            <a:pPr>
              <a:spcAft>
                <a:spcPts val="400"/>
              </a:spcAft>
              <a:defRPr sz="1000">
                <a:solidFill>
                  <a:srgbClr val="B4BAAE"/>
                </a:solidFill>
                <a:latin typeface="Aptos"/>
              </a:defRPr>
            </a:pPr>
            <a:r>
              <a:t>Discovery runs first on launch, at install/build time, and across an agents-preserving uninstall, with 17 focused tests covering source, frozen, preserved, BOM, hashing, stale-value, registration, and failure paths.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PORT COMPLETION, FLOWPILLS DISCOVERY, UNREAL 5.8, AND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Context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Flow and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`v1.39.5` wave adds a two-marker Catalog-of-Prompts route that scaffolds a ready-to-build Unreal Engine 5.8 C++ project with UnrealMCP and Visual Studio 2026 guidance.</a:t>
            </a:r>
          </a:p>
          <a:p>
            <a:pPr>
              <a:spcAft>
                <a:spcPts val="400"/>
              </a:spcAft>
              <a:defRPr sz="1000">
                <a:solidFill>
                  <a:srgbClr val="B4BAAE"/>
                </a:solidFill>
                <a:latin typeface="Aptos"/>
              </a:defRPr>
            </a:pPr>
            <a:r>
              <a:t>Unrealer now sends `assign_material` with the plugin's actual `slot_index` key and normalizes `/Content/...` material/content paths to Unreal's `/Game/...` virtual root.</a:t>
            </a:r>
          </a:p>
          <a:p>
            <a:pPr>
              <a:spcAft>
                <a:spcPts val="400"/>
              </a:spcAft>
              <a:defRPr sz="1000">
                <a:solidFill>
                  <a:srgbClr val="B4BAAE"/>
                </a:solidFill>
                <a:latin typeface="Aptos"/>
              </a:defRPr>
            </a:pPr>
            <a:r>
              <a:t>The smoothness pass bounds image-model, system-metrics, subprocess, and scan I/O; improves background External MCP supervision; and prevents a stalled dependency from freezing a whole chat indefinitely.</a:t>
            </a:r>
          </a:p>
          <a:p>
            <a:pPr>
              <a:spcAft>
                <a:spcPts val="400"/>
              </a:spcAft>
              <a:defRPr sz="1000">
                <a:solidFill>
                  <a:srgbClr val="B4BAAE"/>
                </a:solidFill>
                <a:latin typeface="Aptos"/>
              </a:defRPr>
            </a:pPr>
            <a:r>
              <a:t>Nmapper slow scans receive per-host budgets and collision-proof output names, preserve partial XML results, and distinguish a timeout from a legitimate zero-open-port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Security and source control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ACPX and command subprocesses decode UTF-8 with replacement, request-scoped orphan survivors cannot cross users, and deferred completion deliverables survive every terminal Multi-Turn exit path.</a:t>
            </a:r>
          </a:p>
          <a:p>
            <a:pPr>
              <a:spcAft>
                <a:spcPts val="400"/>
              </a:spcAft>
              <a:defRPr sz="1100">
                <a:solidFill>
                  <a:srgbClr val="B4BAAE"/>
                </a:solidFill>
                <a:latin typeface="Aptos"/>
              </a:defRPr>
            </a:pPr>
            <a:r>
              <a:t>Agent contracts now redact URI userinfo as well as ordinary secret fields, preserving useful MongoDB host/database context in exported `.flw` files without retaining credentials.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earlier `v1.39.3` Nmapper release and `v1.39.4` startup-dialog/prompt-catalog fixes remain carried product behavior, alongside the self-healing, Create Flow, robotic-loop, firmware, media, External MCP, and deterministic-file waves.</a:t>
            </a:r>
          </a:p>
          <a:p>
            <a:pPr>
              <a:spcAft>
                <a:spcPts val="400"/>
              </a:spcAft>
              <a:defRPr sz="1100">
                <a:solidFill>
                  <a:srgbClr val="B4BAAE"/>
                </a:solidFill>
                <a:latin typeface="Aptos"/>
              </a:defRPr>
            </a:pPr>
            <a:r>
              <a:t>The live working tree also carries handbook/version alignment and the source-mode port completion; the dossier counts those files from disk, identifies them separately from tagged history, and never reproduces private `config.json` values.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README.md and BookOfTlamatini.md continue to present the MIT-licensed project, the Agent-directory responsibility disclaimer, the easy-start installation path, Ollama setup guidance, and the full operator story instead of a narrow changelog summary.</a:t>
            </a:r>
          </a:p>
          <a:p>
            <a:pPr>
              <a:spcAft>
                <a:spcPts val="400"/>
              </a:spcAft>
              <a:defRPr sz="1100">
                <a:solidFill>
                  <a:srgbClr val="B4BAAE"/>
                </a:solidFill>
                <a:latin typeface="Aptos"/>
              </a:defRPr>
            </a:pPr>
            <a:r>
              <a:t>The resulting PDF/PPTX refresh treats `v1.40.1` as the current product snapshot while preserving the historical context for FlowPills companion discovery, Nmapper, the robotic-arm loop, frontend recovery, self-update, media agents, deterministic file tools, firmware agents, External MCPs, ACPX skills, Zavuerer, and Image-Interpreter.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current `v1.40.1`.</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`idPrompt`, while the legacy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current public tag `v1.40.1` at `4dc1d546`, the configurable-web-port commit; the earlier FlowPills companion-discovery, Video-Analyzer, Nmapper, and startup-dialog waves remain part of this release lineage.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substring matches, word-start matches, fuzzy scoring, and mode badges make the full seeded prompt catalog navigable.</a:t>
            </a:r>
          </a:p>
          <a:p>
            <a:pPr>
              <a:spcAft>
                <a:spcPts val="400"/>
              </a:spcAft>
              <a:defRPr sz="1300">
                <a:solidFill>
                  <a:srgbClr val="B4BAAE"/>
                </a:solidFill>
                <a:latin typeface="Aptos"/>
              </a:defRPr>
            </a:pPr>
            <a:r>
              <a:t>The prompt-card rendering work was validated against the seeded catalog so one-shot, Multi-Turn, ACPX, Exec Report, and Step-by-Step prompt families remain distinguishable while searching.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`v1.40.0` companion-discovery wave adds `agent_manifest.py`, `test_agent_manifest.py`, `docs/companion-app-discovery.md`, launch wiring in `apps.py`, registry writers in `windows_app_registration.py`/`install.py`, build-time manifest creation, preserved-agent uninstall metadata, and two FlowPills design-sprint documents.</a:t>
            </a:r>
          </a:p>
          <a:p>
            <a:pPr>
              <a:spcAft>
                <a:spcPts val="400"/>
              </a:spcAft>
              <a:defRPr sz="1000">
                <a:solidFill>
                  <a:srgbClr val="B4BAAE"/>
                </a:solidFill>
                <a:latin typeface="Aptos"/>
              </a:defRPr>
            </a:pPr>
            <a:r>
              <a:t>The `v1.39.5` Unreal scaffold wave adds migrations `0173`-`0174`, Unrealer path/slot correctness changes, prompt/config guidance, and a deterministic route into the external `XaihtUnrealEngineMCP` scaffold/template for UE 5.8 plus Visual Studio 2026.</a:t>
            </a:r>
          </a:p>
          <a:p>
            <a:pPr>
              <a:spcAft>
                <a:spcPts val="400"/>
              </a:spcAft>
              <a:defRPr sz="1000">
                <a:solidFill>
                  <a:srgbClr val="B4BAAE"/>
                </a:solidFill>
                <a:latin typeface="Aptos"/>
              </a:defRPr>
            </a:pPr>
            <a:r>
              <a:t>The same smoothness window hardens `acpx/runtime.py`, Nmapper, `consumers.py`, `external_mcp_manager.py`, Image-Interpreter, `mcp_agent.py`, `mcp_system_client.py`, `agent_contracts.py`, and `tools.py` around bounded waits, UTF-8 output, request isolation, partial results, and secret-safe exports.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Nmapper wave adds `agent/agents/nmapper/`, migrations `0170`-`0172`, `test_nmapper_agent.py`, `chat_agent_nmapper`, `update_nmapper_connection`, agent contracts/Parametrizer fields, ACP connector assets, FlowCreator/FlowHypervisor catalog entries, and docs across README, Book, `agents_descriptions.md`, and `docs/claude`.</a:t>
            </a:r>
          </a:p>
          <a:p>
            <a:pPr>
              <a:spcAft>
                <a:spcPts val="400"/>
              </a:spcAft>
              <a:defRPr sz="1000">
                <a:solidFill>
                  <a:srgbClr val="B4BAAE"/>
                </a:solidFill>
                <a:latin typeface="Aptos"/>
              </a:defRPr>
            </a:pPr>
            <a:r>
              <a:t>The earlier flow-security assets add background External MCP supervision in `external_mcp_manager.py`, lossless `.flw` secret redaction through `redact_flow_snapshot()` plus `/agent/redact_flow_snapshot/`, browser Save redaction in `acp-file-io.js`, route/view wiring, and an IMAP timeout in `recmailer.py`; the smoothness wave extends that contract to URI-embedded credentials.</a:t>
            </a:r>
          </a:p>
          <a:p>
            <a:pPr>
              <a:spcAft>
                <a:spcPts val="400"/>
              </a:spcAft>
              <a:defRPr sz="1000">
                <a:solidFill>
                  <a:srgbClr val="B4BAAE"/>
                </a:solidFill>
                <a:latin typeface="Aptos"/>
              </a:defRPr>
            </a:pPr>
            <a:r>
              <a:t>The newest committed reliability assets include `agent/self_healing.py`, `agent/test_self_healing.py`, `Tlamatini/tests_e2e/test_self_healing_visual.py`, `Tlamatini/tests_e2e/test_create_flow_visual.py`, and coordinated changes in `mcp_agent.py`, `consumers.py`, `response_parser.py`, and the chat frontend.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REMAINING CURRENT ASSET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the live source/startserver completion, untracked `agent/test_django_port_config.py`,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WHY THE INVENTORY AND LINE COUNTS CHANGED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10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10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10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10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85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85</a:t>
            </a:r>
          </a:p>
          <a:p>
            <a:pPr>
              <a:spcAft>
                <a:spcPts val="400"/>
              </a:spcAft>
              <a:defRPr sz="1500">
                <a:solidFill>
                  <a:srgbClr val="B4BAAE"/>
                </a:solidFill>
                <a:latin typeface="Aptos"/>
              </a:defRPr>
            </a:pPr>
            <a:r>
              <a:t>Description rows in `agents_descriptions.md`: 86</a:t>
            </a:r>
          </a:p>
          <a:p>
            <a:pPr>
              <a:spcAft>
                <a:spcPts val="400"/>
              </a:spcAft>
              <a:defRPr sz="1500">
                <a:solidFill>
                  <a:srgbClr val="B4BAAE"/>
                </a:solidFill>
                <a:latin typeface="Aptos"/>
              </a:defRPr>
            </a:pPr>
            <a:r>
              <a:t>This dossier reconciles README and Book wording back to the same 85-agent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85 workflow agents, 94 Multi-Turn tools, 12 ACPX tools, and 27 skills.</a:t>
            </a:r>
          </a:p>
          <a:p>
            <a:pPr>
              <a:spcAft>
                <a:spcPts val="400"/>
              </a:spcAft>
              <a:defRPr sz="1000">
                <a:solidFill>
                  <a:srgbClr val="B4BAAE"/>
                </a:solidFill>
                <a:latin typeface="Aptos"/>
              </a:defRPr>
            </a:pPr>
            <a:r>
              <a:t>Source inspection confirms the total: 62 distinct wrapped chat-agent tools bound from `chat_agent_registry.py`, which combines with 20 core Python tools and 12 ACPX/Skill tools for 94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85-agent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0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0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0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1000">
                <a:solidFill>
                  <a:srgbClr val="B4BAAE"/>
                </a:solidFill>
                <a:latin typeface="Aptos"/>
              </a:defRPr>
            </a:pPr>
            <a:r>
              <a:t>When a newer packaged release exists, the intended upgrade path is in-app: `About -&gt; Check for updates`, not manual folder replacement.</a:t>
            </a:r>
          </a:p>
          <a:p>
            <a:pPr>
              <a:spcAft>
                <a:spcPts val="400"/>
              </a:spcAft>
              <a:defRPr sz="10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and the current `v1.40.1` release state keeps runtime surfaces, the configurable web port, self-knowledge wording, companion discovery, Unreal scaffolding, firmware/External-MCP demos, ACPX skills, Zavuerer messaging, Video-Analyzer, Robotic-Loop-Training, Nmapper recon, generated `.flw` layout, and operator handbook aligned.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1.40.1 | build: 1.40.1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830</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174</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31</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4dc1d546 - Making the port of Tlamatini configurable, by Tlamatini's-AutoBot.</a:t>
            </a:r>
          </a:p>
          <a:p>
            <a:pPr>
              <a:spcAft>
                <a:spcPts val="400"/>
              </a:spcAft>
              <a:defRPr sz="1500">
                <a:solidFill>
                  <a:srgbClr val="B4BAAE"/>
                </a:solidFill>
                <a:latin typeface="Aptos"/>
              </a:defRPr>
            </a:pPr>
            <a:r>
              <a:t>Resolved version: 1.40.1 (git)</a:t>
            </a:r>
          </a:p>
          <a:p>
            <a:pPr>
              <a:spcAft>
                <a:spcPts val="400"/>
              </a:spcAft>
              <a:defRPr sz="1500">
                <a:solidFill>
                  <a:srgbClr val="B4BAAE"/>
                </a:solidFill>
                <a:latin typeface="Aptos"/>
              </a:defRPr>
            </a:pPr>
            <a:r>
              <a:t>Generated on July 13, 2026 12:45 PM UTC-0600</a:t>
            </a:r>
          </a:p>
          <a:p>
            <a:pPr>
              <a:spcAft>
                <a:spcPts val="400"/>
              </a:spcAft>
              <a:defRPr sz="1500">
                <a:solidFill>
                  <a:srgbClr val="B4BAAE"/>
                </a:solidFill>
                <a:latin typeface="Aptos"/>
              </a:defRPr>
            </a:pPr>
            <a:r>
              <a:t>Inventory scope: 830 files = 829 tracked + 1 git-unignored working-tree additions</a:t>
            </a:r>
          </a:p>
          <a:p>
            <a:pPr>
              <a:spcAft>
                <a:spcPts val="400"/>
              </a:spcAft>
              <a:defRPr sz="1500">
                <a:solidFill>
                  <a:srgbClr val="B4BAAE"/>
                </a:solidFill>
                <a:latin typeface="Aptos"/>
              </a:defRPr>
            </a:pPr>
            <a:r>
              <a:t>Multi-Turn tools: 94; wrapped chat-agent tools: 62; skills: 27</a:t>
            </a:r>
          </a:p>
          <a:p>
            <a:pPr>
              <a:spcAft>
                <a:spcPts val="400"/>
              </a:spcAft>
              <a:defRPr sz="1500">
                <a:solidFill>
                  <a:srgbClr val="B4BAAE"/>
                </a:solidFill>
                <a:latin typeface="Aptos"/>
              </a:defRPr>
            </a:pPr>
            <a:r>
              <a:t>Python requirements: 79; authoritative agent-description rows: 86</a:t>
            </a:r>
          </a:p>
          <a:p>
            <a:pPr>
              <a:spcAft>
                <a:spcPts val="400"/>
              </a:spcAft>
              <a:defRPr sz="1500">
                <a:solidFill>
                  <a:srgbClr val="B4BAAE"/>
                </a:solidFill>
                <a:latin typeface="Aptos"/>
              </a:defRPr>
            </a:pPr>
            <a:r>
              <a:t>Binary or asset inventory files skipped from line count: 35</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3cc3c7b9 on 2026-07-13</a:t>
            </a:r>
          </a:p>
          <a:p>
            <a:pPr>
              <a:spcAft>
                <a:spcPts val="400"/>
              </a:spcAft>
              <a:defRPr sz="1300">
                <a:solidFill>
                  <a:srgbClr val="B4BAAE"/>
                </a:solidFill>
                <a:latin typeface="Aptos"/>
              </a:defRPr>
            </a:pPr>
            <a:r>
              <a:t>Bumped docs to version 1.40.0, by angelahack1</a:t>
            </a:r>
          </a:p>
          <a:p>
            <a:pPr>
              <a:spcAft>
                <a:spcPts val="400"/>
              </a:spcAft>
              <a:defRPr sz="1300">
                <a:solidFill>
                  <a:srgbClr val="B4BAAE"/>
                </a:solidFill>
                <a:latin typeface="Aptos"/>
              </a:defRPr>
            </a:pPr>
            <a:r>
              <a:t>Commits since then: 1</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Since the last committed PDF/PPTX refresh, the repository advanced through `v1.39.5`, `v1.40.0`, and `v1.40.1`: long-running/concurrent operations were hardened, the Unreal Engine 5.8 one-prompt scaffold path landed, Tlamatini began publishing a hashed, HKCU-discoverable agent-template catalog for FlowPills, and the web port moved out of the code into `config.json`'s `django_port`.</a:t>
            </a:r>
          </a:p>
          <a:p>
            <a:pPr>
              <a:spcAft>
                <a:spcPts val="400"/>
              </a:spcAft>
              <a:defRPr sz="1000">
                <a:solidFill>
                  <a:srgbClr val="B4BAAE"/>
                </a:solidFill>
                <a:latin typeface="Aptos"/>
              </a:defRPr>
            </a:pPr>
            <a:r>
              <a:t>The current visual-doc delta covers `agent_manifest.py`, `test_agent_manifest.py`, the companion-discovery contract and lifecycle wiring, migrations `0173`-`0174`, Unrealer correctness updates, the configurable-web-port helpers in `manage.py` with `test_django_port_config.py`, and the smoothness changes across Nmapper, External MCPs, model/metrics I/O, subprocess decoding, request isolation, and `.flw` redaction.</a:t>
            </a:r>
          </a:p>
          <a:p>
            <a:pPr>
              <a:spcAft>
                <a:spcPts val="400"/>
              </a:spcAft>
              <a:defRPr sz="10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THROUGH THE V1.40.1 RELEASE AND LIVE COMPLETION PASS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Configurable web port (v1.40.1): `django_port`, fail-open validation, CLI precedence, all `manage.py` launch paths, and 24 focused tests.</a:t>
            </a:r>
          </a:p>
          <a:p>
            <a:pPr>
              <a:spcAft>
                <a:spcPts val="400"/>
              </a:spcAft>
              <a:defRPr sz="1000">
                <a:solidFill>
                  <a:srgbClr val="B4BAAE"/>
                </a:solidFill>
                <a:latin typeface="Aptos"/>
              </a:defRPr>
            </a:pPr>
            <a:r>
              <a:t>FlowPills discovery (v1.40.0): HKCU lookup plus a hashed agent manifest, launch/install/build publication, and preserved-agent metadata.</a:t>
            </a:r>
          </a:p>
          <a:p>
            <a:pPr>
              <a:spcAft>
                <a:spcPts val="400"/>
              </a:spcAft>
              <a:defRPr sz="1000">
                <a:solidFill>
                  <a:srgbClr val="B4BAAE"/>
                </a:solidFill>
                <a:latin typeface="Aptos"/>
              </a:defRPr>
            </a:pPr>
            <a:r>
              <a:t>Unreal scaffold (v1.39.5): two prompt markers create a ready-to-build UE 5.8 C++ project with UnrealMCP and VS 2026 guidance.</a:t>
            </a:r>
          </a:p>
          <a:p>
            <a:pPr>
              <a:spcAft>
                <a:spcPts val="400"/>
              </a:spcAft>
              <a:defRPr sz="1000">
                <a:solidFill>
                  <a:srgbClr val="B4BAAE"/>
                </a:solidFill>
                <a:latin typeface="Aptos"/>
              </a:defRPr>
            </a:pPr>
            <a:r>
              <a:t>Runtime hardening: bounded I/O, partial Nmapper results, UTF-8 subprocess output, request-isolated orphan evidence, and URI-safe `.flw` redaction.</a:t>
            </a:r>
          </a:p>
          <a:p>
            <a:pPr>
              <a:spcAft>
                <a:spcPts val="400"/>
              </a:spcAft>
              <a:defRPr sz="1000">
                <a:solidFill>
                  <a:srgbClr val="B4BAAE"/>
                </a:solidFill>
                <a:latin typeface="Aptos"/>
              </a:defRPr>
            </a:pPr>
            <a:r>
              <a:t>Image-Interpreter: triple-model still-image analysis with independent interpreters and a merger model.</a:t>
            </a:r>
          </a:p>
          <a:p>
            <a:pPr>
              <a:spcAft>
                <a:spcPts val="400"/>
              </a:spcAft>
              <a:defRPr sz="1000">
                <a:solidFill>
                  <a:srgbClr val="B4BAAE"/>
                </a:solidFill>
                <a:latin typeface="Aptos"/>
              </a:defRPr>
            </a:pPr>
            <a:r>
              <a:t>Prompt search and generated `.flw` files: fuzzy prompt cards plus serpentine successful-only flow downloads.</a:t>
            </a:r>
          </a:p>
          <a:p>
            <a:pPr>
              <a:spcAft>
                <a:spcPts val="400"/>
              </a:spcAft>
              <a:defRPr sz="1000">
                <a:solidFill>
                  <a:srgbClr val="B4BAAE"/>
                </a:solidFill>
                <a:latin typeface="Aptos"/>
              </a:defRPr>
            </a:pPr>
            <a:r>
              <a:t>Media/voice and firmware lanes remain active: Talker, Whisperer, Camcorder, Recorder, STM32er, ESP32er, Arduiner, ESPHomer, Blenderer, and Unrealer.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local and remote both point to tagged `v1.40.1` at `4dc1d546`; the source-mode completion and handbook/version alignment remain live worktree changes.</a:t>
            </a:r>
          </a:p>
          <a:p>
            <a:pPr>
              <a:spcAft>
                <a:spcPts val="400"/>
              </a:spcAft>
              <a:defRPr sz="1000">
                <a:solidFill>
                  <a:srgbClr val="B4BAAE"/>
                </a:solidFill>
                <a:latin typeface="Aptos"/>
              </a:defRPr>
            </a:pPr>
            <a:r>
              <a:t>Create Flow now follows successful tool calls instead of the removed `answer_success` classifier.</a:t>
            </a:r>
          </a:p>
          <a:p>
            <a:pPr>
              <a:spcAft>
                <a:spcPts val="400"/>
              </a:spcAft>
              <a:defRPr sz="1000">
                <a:solidFill>
                  <a:srgbClr val="B4BAAE"/>
                </a:solidFill>
                <a:latin typeface="Aptos"/>
              </a:defRPr>
            </a:pPr>
            <a:r>
              <a:t>Frontend recovery controls keep live self-healing status frames in Cancel/busy state until the true final answer.</a:t>
            </a:r>
          </a:p>
          <a:p>
            <a:pPr>
              <a:spcAft>
                <a:spcPts val="400"/>
              </a:spcAft>
              <a:defRPr sz="1000">
                <a:solidFill>
                  <a:srgbClr val="B4BAAE"/>
                </a:solidFill>
                <a:latin typeface="Aptos"/>
              </a:defRPr>
            </a:pPr>
            <a:r>
              <a:t>Trust baseline: private-data discipline, public-release checks, creator stamping, and the Agent-directory responsibility disclaimer remain documented.</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Delegation baseline: ACPX, Skills, External MCPs, MCP Doctor, `tlamatini_acpx.py`, and `tlamatini_mcp_server.py` remain first-class surfaces.</a:t>
            </a:r>
          </a:p>
          <a:p>
            <a:pPr>
              <a:spcAft>
                <a:spcPts val="400"/>
              </a:spcAft>
              <a:defRPr sz="1000">
                <a:solidFill>
                  <a:srgbClr val="B4BAAE"/>
                </a:solidFill>
                <a:latin typeface="Aptos"/>
              </a:defRPr>
            </a:pPr>
            <a:r>
              <a:t>Catalog now stands at 85 workflow agents and 94 Multi-Turn tools (62 wrapped chat-agent + 12 ACPX/Skill + 20 core), with 27 skills.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173,929</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244,736</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469     124,676    178,976  71.7%
Markdown                 160      20,986     27,886  12.1%
JavaScript                31      16,123     20,542   9.3%
CSS                        9       5,677      7,193   3.3%
YAML                      90       1,981      4,963   1.1%
HTML                       4       1,055      1,073   0.6%
Prompt template            2       1,035      1,155   0.6%
PowerShell                 6         672        987   0.4%
JSON                       8         546        546   0.3%
Other text                 8         510        612   0.3%
JavaScript module          1         418        499   0.2%
Text                       5         215        242   0.1%
Protocol Buffers           1          20         33   0.0%
Batch                      1          15         29   0.0%</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8,330  12,138
Tlamatini/agent/tests.py                                Python         5,510   7,166
Tlamatini/agent/doc_generation/complete_project_docs.py Python         3,439   3,833
Tlamatini/agent/tools.py                                Python         3,084   4,498
BookOfTlamatini.md                                      Markdown       2,495   3,534
Tlamatini/agent/agents/flowcreator/agentic_skill.md     Markdown       2,281   2,520
...ini/agent/static/agent/css/agentic_control_panel.css CSS            2,041   2,724
Tlamatini/agent/external_mcp_manager.py                 Python         1,860   2,298
Tlamatini/agent/chat_agent_registry.py                  Python         1,728   1,765
Tlamatini/agent/static/agent/js/agent_page_chat.js      JavaScript     1,664   2,298
Tlamatini/agent/static/agent/css/agent_page.css         CSS            1,608   2,001
Tlamatini/agent/static/agent/js/acp-agent-connectors.js JavaScript     1,523   1,698
Tlamatini/agent/static/agent/js/agent_page_init.js      JavaScript     1,462   1,728
Tlamatini/agent/static/agent/js/acp-canvas-core.js      JavaScript     1,385   1,707</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live Git window now lands on `v1.40.1`, tagged at the configurable-web-port commit `4dc1d546`, while README.md, BookOfTlamatini.md, Git history, source inspection, and generated inventory tables confirm the current workflow-agent, Multi-Turn-tool, skill, asset, and effective-line totals.</a:t>
            </a:r>
          </a:p>
          <a:p>
            <a:pPr>
              <a:spcAft>
                <a:spcPts val="400"/>
              </a:spcAft>
              <a:defRPr sz="900">
                <a:solidFill>
                  <a:srgbClr val="B4BAAE"/>
                </a:solidFill>
                <a:latin typeface="Aptos"/>
              </a:defRPr>
            </a:pPr>
            <a:r>
              <a:t>The current release wave is broader than a badge bump: `v1.39.3` shipped Nmapper for authorized local recon, `v1.39.4` restored startup-dialog closeability, `v1.39.5` hardened long-running and concurrent work while adding the one-prompt Unreal Engine 5.8 scaffold path, `v1.40.0` publishes a hashed agent-template catalog for Tlamatini-FlowPills through a fail-open HKCU discovery contract, and `v1.40.1` moves the web port out of the code and into configuration.</a:t>
            </a:r>
          </a:p>
          <a:p>
            <a:pPr>
              <a:spcAft>
                <a:spcPts val="400"/>
              </a:spcAft>
              <a:defRPr sz="900">
                <a:solidFill>
                  <a:srgbClr val="B4BAAE"/>
                </a:solidFill>
                <a:latin typeface="Aptos"/>
              </a:defRPr>
            </a:pPr>
            <a:r>
              <a:t>The `v1.40.1` configurable-web-port contract retires the hardcoded 8000: `config.json`'s `django_port` is resolved by `manage.py::_resolve_django_port()` and injected into every launch path by `_apply_configured_port()` (frozen double-click, `.flw` association, browser auto-open, source `runserver`, and `startserver`), so a machine where Windows has RESERVED port 8000 — the `WinError 10013` startup death that a frozen install previously could not escape without a rebuild — is fixed by editing one line. Resolution is fail-open to 8000 and an explicit command-line port always wins, both pinned by 24 tests in `agent/test_django_port_config.py`.</a:t>
            </a:r>
          </a:p>
          <a:p>
            <a:pPr>
              <a:spcAft>
                <a:spcPts val="400"/>
              </a:spcAft>
              <a:defRPr sz="900">
                <a:solidFill>
                  <a:srgbClr val="B4BAAE"/>
                </a:solidFill>
                <a:latin typeface="Aptos"/>
              </a:defRPr>
            </a:pPr>
            <a:r>
              <a:t>The `v1.40.0` companion-app contract adds `agent_manifest.py`, a six-value `HKCU\Software\XAIHT\Tlamatini` discovery key, `_tlamatini_agents_manifest.json` with per-file SHA-256 values, preserved-agent uninstall metadata, launch/install/build integration, and 17 focused tests so FlowPills can locate valid agent templates without importing Tlamatini or scanning drives.</a:t>
            </a:r>
          </a:p>
          <a:p>
            <a:pPr>
              <a:spcAft>
                <a:spcPts val="400"/>
              </a:spcAft>
              <a:defRPr sz="900">
                <a:solidFill>
                  <a:srgbClr val="B4BAAE"/>
                </a:solidFill>
                <a:latin typeface="Aptos"/>
              </a:defRPr>
            </a:pPr>
            <a:r>
              <a:t>The Unrealer wave adds a two-field Catalog-of-Prompts route to a ready-to-build Unreal Engine 5.8 C++ project, including plugin wiring and Visual Studio 2026 guidance, while normalizing `/Content` paths to `/Game` and sending `assign_material` through the plugin's real `slot_index` wire key.</a:t>
            </a:r>
          </a:p>
          <a:p>
            <a:pPr>
              <a:spcAft>
                <a:spcPts val="400"/>
              </a:spcAft>
              <a:defRPr sz="900">
                <a:solidFill>
                  <a:srgbClr val="B4BAAE"/>
                </a:solidFill>
                <a:latin typeface="Aptos"/>
              </a:defRPr>
            </a:pPr>
            <a:r>
              <a:t>The `v1.39.5` smoothness pass bounds previously open-ended I/O, preserves partial Nmapper results, makes subprocess decoding UTF-8-safe, hardens background External MCP supervision, keeps deferred deliverables and request-scoped orphan evidence, and improves `.flw` secret redaction without weakening runtime behavior.</a:t>
            </a:r>
          </a:p>
          <a:p>
            <a:pPr>
              <a:spcAft>
                <a:spcPts val="400"/>
              </a:spcAft>
              <a:defRPr sz="9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latest documentation pass aligns the handbook and source with `v1.40.1`, including the configurable web port (`config.json` → `django_port`), FlowPills companion discovery, Unreal Engine 5.8 scaffolding, the `v1.39.5` smoothness wave, Nmapper, prompt/startup fixes, live line-count inventory, and the Agent-directory responsibility boundary instead of stale release prose.</a:t>
            </a:r>
          </a:p>
          <a:p>
            <a:pPr>
              <a:spcAft>
                <a:spcPts val="400"/>
              </a:spcAft>
              <a:defRPr sz="900">
                <a:solidFill>
                  <a:srgbClr val="B4BAAE"/>
                </a:solidFill>
                <a:latin typeface="Aptos"/>
              </a:defRPr>
            </a:pPr>
            <a:r>
              <a:t>Unrealer kept growing across the same window: the docs now point at the public `XAIHT/XaihtUnrealEngineMCP` fork and the full 53-command, nine-category Unreal MCP surface it exposes to chat and canvas.</a:t>
            </a:r>
          </a:p>
          <a:p>
            <a:pPr>
              <a:spcAft>
                <a:spcPts val="400"/>
              </a:spcAft>
              <a:defRPr sz="900">
                <a:solidFill>
                  <a:srgbClr val="B4BAAE"/>
                </a:solidFill>
                <a:latin typeface="Aptos"/>
              </a:defRPr>
            </a:pPr>
            <a:r>
              <a:t>A still-relevant platform branch remains the Kali Linux bridge: Kalier behaves as the embedded MCP-Kali-Server client, so the Kali box URL is configured once in `Config -&gt; URLs` and auto-injected into `chat_agent_kalier` runs.</a:t>
            </a:r>
          </a:p>
          <a:p>
            <a:pPr>
              <a:spcAft>
                <a:spcPts val="400"/>
              </a:spcAft>
              <a:defRPr sz="900">
                <a:solidFill>
                  <a:srgbClr val="B4BAAE"/>
                </a:solidFill>
                <a:latin typeface="Aptos"/>
              </a:defRPr>
            </a:pPr>
            <a:r>
              <a:t>Unreal MCP support remains part of the broader platform story: the Unrealer agent, its chat-wrapped tool, canvas wiring, seeded prompts, and the direct TCP bridge into a live Unreal Engine 5 editor.</a:t>
            </a:r>
          </a:p>
          <a:p>
            <a:pPr>
              <a:spcAft>
                <a:spcPts val="400"/>
              </a:spcAft>
              <a:defRPr sz="9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2026-07-13 | 4dc1d546 | Making the port of Tlamatini configurable, by Tlamatini's-AutoBot.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2026-07-13 | 4dc1d546 | Making the port of Tlamatini configurable, by Tlamatini's-AutoBot.</a:t>
            </a:r>
          </a:p>
          <a:p>
            <a:pPr>
              <a:spcAft>
                <a:spcPts val="400"/>
              </a:spcAft>
              <a:defRPr sz="1200">
                <a:solidFill>
                  <a:srgbClr val="B4BAAE"/>
                </a:solidFill>
                <a:latin typeface="Aptos"/>
              </a:defRPr>
            </a:pPr>
            <a:r>
              <a:t>2026-07-13 | 3cc3c7b9 | Bumped docs to version 1.40.0, by angelahack1</a:t>
            </a:r>
          </a:p>
          <a:p>
            <a:pPr>
              <a:spcAft>
                <a:spcPts val="400"/>
              </a:spcAft>
              <a:defRPr sz="1200">
                <a:solidFill>
                  <a:srgbClr val="B4BAAE"/>
                </a:solidFill>
                <a:latin typeface="Aptos"/>
              </a:defRPr>
            </a:pPr>
            <a:r>
              <a:t>2026-07-12 | 495d9036 | Bumped to version 1.40.0, by angelahack1</a:t>
            </a:r>
          </a:p>
          <a:p>
            <a:pPr>
              <a:spcAft>
                <a:spcPts val="400"/>
              </a:spcAft>
              <a:defRPr sz="1200">
                <a:solidFill>
                  <a:srgbClr val="B4BAAE"/>
                </a:solidFill>
                <a:latin typeface="Aptos"/>
              </a:defRPr>
            </a:pPr>
            <a:r>
              <a:t>2026-07-12 | ef51a89d | Upgraded to be compatible with Tlamatini's FlowPills, by angelahack1</a:t>
            </a:r>
          </a:p>
          <a:p>
            <a:pPr>
              <a:spcAft>
                <a:spcPts val="400"/>
              </a:spcAft>
              <a:defRPr sz="1200">
                <a:solidFill>
                  <a:srgbClr val="B4BAAE"/>
                </a:solidFill>
                <a:latin typeface="Aptos"/>
              </a:defRPr>
            </a:pPr>
            <a:r>
              <a:t>2026-07-12 | 93c0c42e | Just a comment content added, in Unrealer, by angelahack1</a:t>
            </a:r>
          </a:p>
          <a:p>
            <a:pPr>
              <a:spcAft>
                <a:spcPts val="400"/>
              </a:spcAft>
              <a:defRPr sz="1200">
                <a:solidFill>
                  <a:srgbClr val="B4BAAE"/>
                </a:solidFill>
                <a:latin typeface="Aptos"/>
              </a:defRPr>
            </a:pPr>
            <a:r>
              <a:t>2026-07-12 | 4e501497 | Improving the Unrealer scaffold generation, by angelahack1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2026-07-12 | b197473c | Improving Unrealer and its scaffold prompt, by angelahack1</a:t>
            </a:r>
          </a:p>
          <a:p>
            <a:pPr>
              <a:spcAft>
                <a:spcPts val="400"/>
              </a:spcAft>
              <a:defRPr sz="1200">
                <a:solidFill>
                  <a:srgbClr val="B4BAAE"/>
                </a:solidFill>
                <a:latin typeface="Aptos"/>
              </a:defRPr>
            </a:pPr>
            <a:r>
              <a:t>2026-07-12 | fea3a7ed | Fixing some smoothness tier-2 improvement, by angelahack1</a:t>
            </a:r>
          </a:p>
          <a:p>
            <a:pPr>
              <a:spcAft>
                <a:spcPts val="400"/>
              </a:spcAft>
              <a:defRPr sz="1200">
                <a:solidFill>
                  <a:srgbClr val="B4BAAE"/>
                </a:solidFill>
                <a:latin typeface="Aptos"/>
              </a:defRPr>
            </a:pPr>
            <a:r>
              <a:t>2026-07-12 | c92ef940 | Fixing some smoothness improvement, by angelahack1</a:t>
            </a:r>
          </a:p>
          <a:p>
            <a:pPr>
              <a:spcAft>
                <a:spcPts val="400"/>
              </a:spcAft>
              <a:defRPr sz="1200">
                <a:solidFill>
                  <a:srgbClr val="B4BAAE"/>
                </a:solidFill>
                <a:latin typeface="Aptos"/>
              </a:defRPr>
            </a:pPr>
            <a:r>
              <a:t>2026-07-11 | 588bf77b | Updating visual documentation and soem sec tier-2 fixes, by angelahack1</a:t>
            </a:r>
          </a:p>
          <a:p>
            <a:pPr>
              <a:spcAft>
                <a:spcPts val="400"/>
              </a:spcAft>
              <a:defRPr sz="1200">
                <a:solidFill>
                  <a:srgbClr val="B4BAAE"/>
                </a:solidFill>
                <a:latin typeface="Aptos"/>
              </a:defRPr>
            </a:pPr>
            <a:r>
              <a:t>2026-07-11 | a45fe0e0 | Updated version to 1.39.4, by angelahack1</a:t>
            </a:r>
          </a:p>
          <a:p>
            <a:pPr>
              <a:spcAft>
                <a:spcPts val="400"/>
              </a:spcAft>
              <a:defRPr sz="1200">
                <a:solidFill>
                  <a:srgbClr val="B4BAAE"/>
                </a:solidFill>
                <a:latin typeface="Aptos"/>
              </a:defRPr>
            </a:pPr>
            <a:r>
              <a:t>2026-07-11 | 139d6e50 | Fixing catalog of prompts localization, by angelahack1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2026-07-11 | f8a7c237 | Fixing the startup dialog not being closeable, by angelahack1</a:t>
            </a:r>
          </a:p>
          <a:p>
            <a:pPr>
              <a:spcAft>
                <a:spcPts val="400"/>
              </a:spcAft>
              <a:defRPr sz="1200">
                <a:solidFill>
                  <a:srgbClr val="B4BAAE"/>
                </a:solidFill>
                <a:latin typeface="Aptos"/>
              </a:defRPr>
            </a:pPr>
            <a:r>
              <a:t>2026-07-11 | 2b22fef4 | Implemented agent Nmapper for pentestings, and general cyber-sec. improvements, by angelahack1</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GEMINI.md
|-- git_deny_go.py
|-- install.py
|-- KIMI.md
|-- LICENSE
|-- MessagingConnectorAssistant_Design.md
|-- OllamaPricing.png</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Tlamatini-Moded-For-FlowPills-2nd-Sprint.md
|-- Tlamatini-Moded-For-Flowpills.md
|-- Tlamatini.ico
|-- Tlamatini.jpg
|-- Tlamatini.ps1
|-- tlamatini_acpx.py
|-- tlamatini_app_summary.pdf
|-- Tlamatini_eXtended_Artificial_Intelligence_Humanly_Tempered.pptx
|-- TLAMATINI_MCP.md
|-- tlamatini_mcp_server.py
|-- Tlamatini_NIGHTLY_PERFORMANCE_REPORT.md
|-- TlamatiniJudgementDay.md
|-- uninstall.py
|-- unregister_flw.ps1
|-- VERSIONING.md
|-- versioning.py
|-- .claude/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config.py
|       |       |-- cyber_watchdog_test.py
|       |       |-- discoverer_1000.py
|       |       |-- mcp_playwright_suite.py
|       |       |-- qualify.py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questions.py
|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
|   |-- demo1_globber_to_parametrizer_to_zavuerer.flw
|   |-- demo2_apirer_to_parametrizer_to_zavuerer.flw
|   `-- demo3_zavuerer_health_to_parametrizer_to_filecreator.flw</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docs/
|   |-- companion-app-discovery.md
|   `-- claude/
|       |-- acpx.md
|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
    |       `-- create_new_agent.md
    |-- .mcps/
    |   `-- create_new_mcp.md
    |-- .skills/
    |   `-- create_new_skill.md
    |-- agent/
    |   |-- __init__.py</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access_key_wizard.py
    |   |-- admin.py
    |   |-- agent_manifest.py
    |   |-- apps.py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
    |   |-- global_execution_planner.py
    |   |-- global_state.py
    |   |-- gpu_perf.py
    |   |-- inet_determiner.py
    |   |-- llm_timing.py
    |   |-- mcp_agent.py
    |   |-- mcp_files_search_client.py
    |   |-- mcp_files_search_server.py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mcp_system_client.py
    |   |-- mcp_system_server.py
    |   |-- models.py
    |   |-- native_dialogs.py
    |   |-- orphan_reaper.py
    |   |-- path_guard.py
    |   |-- prompt.pmt
    |   |-- rag_enhancements.py
    |   |-- routing.py
    |   |-- self_healing.py
    |   |-- self_update.py
    |   |-- test_access_key_wizard.py
    |   |-- test_agent_manifest.py
    |   |-- test_arduiner_agent.py
    |   |-- test_audioplayer_agent.py
    |   |-- test_blenderer_agent.py
    |   |-- test_build_scripts.py
    |   |-- test_camcorder_agent.py
    |   |-- test_chat_bridge_bots.py
    |   |-- test_chat_history_window.py
    |   |-- test_command_watchdog.py
    |   |-- test_contacts.py
    |   |-- test_crawler_agent.py
    |   |-- test_createsuperuser_wizard.py
    |   |-- test_de_compresser.py
    |   |-- test_discoverer_agent.py
    |   |-- test_discoverer_thousand.py
    |   |-- test_django_port_config.py
    |   |-- test_editor_agent.py
    |   |-- test_embedding_memory_guard.py
    |   |-- test_esp32er_agent.py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test_esphomer_agent.py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test_grepper_agent.py
    |   |-- test_image_interpreter_agent.py
    |   |-- test_instant_messaging_doctor.py
    |   |-- test_j_decompiler_agent.py
    |   |-- test_kalier_agent.py
    |   |-- test_native_dialogs.py
    |   |-- test_nmapper_agent.py
    |   |-- test_orphan_reaper.py
    |   |-- test_parametrizer_mcp_doctor.py
    |   |-- test_password_quoting.py
    |   |-- test_playwrighter_agent.py
    |   |-- test_recorder_agent.py
    |   |-- test_self_healing.py
    |   |-- test_self_update.py
    |   |-- test_step_by_step_mode.py
    |   |-- test_stm32er_agent.py
    |   |-- test_talker_agent.py
    |   |-- test_telegrammer_identity.py
    |   |-- test_temp_dir_policy.py
    |   |-- test_unrealer_agent.py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
    |   |   |-- __init__.py
    |   |   |-- agent_registry.py
    |   |   |-- config.py
    |   |   |-- permissions.py
    |   |   |-- runtime.py
    |   |   |-- service.py
    |   |   |-- session_store.py
    |   |   |-- tests.py
    |   |   |-- tools.py
    |   |   `-- windows_spawn.py
    |   |-- agents/
    |   |   |-- acpxer/</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kyber_keygen/
    |   |   |   |-- config.yaml
    |   |   |   `-- kyber_keygen.py
    |   |   |-- mcp_doctor/
    |   |   |   |-- config.yaml
    |   |   |   `-- mcp_doctor.py
    |   |   |-- mongoxer/
    |   |   |   |-- config.yaml
    |   |   |   `-- mongoxer.py
    |   |   |-- monitor_log/
    |   |   |   |-- config.yaml
    |   |   |   `-- monitor_log.py
    |   |   |-- monitor_netstat/
    |   |   |   |-- config.yaml
    |   |   |   `-- monitor_netstat.py
    |   |   |-- mouser/
    |   |   |   |-- config.yaml
    |   |   |   `-- mouser.py
    |   |   |-- mover/
    |   |   |   |-- config.yaml
    |   |   |   `-- mover.py
    |   |   |-- nmapper/
    |   |   |   |-- config.yaml
    |   |   |   `-- nmapper.py
    |   |   |-- node_manager/
    |   |   |   |-- config.yaml
    |   |   |   |-- node_manager.md
    |   |   |   |-- node_manager.py
    |   |   |   |-- nodes_example.json
    |   |   |   `-- nodes_example.yaml
    |   |   |-- notifier/</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notifier.py
    |   |   |-- or/
    |   |   |   |-- config.yaml
    |   |   |   `-- or.py
    |   |   |-- parametrizer/
    |   |   |   |-- config.yaml
    |   |   |   `-- parametrizer.py
    |   |   |-- playwrighter/
    |   |   |   |-- config.yaml
    |   |   |   `-- playwrighter.py
    |   |   |-- prompter/
    |   |   |   |-- config.yaml
    |   |   |   `-- prompter.py
    |   |   |-- pser/
    |   |   |   |-- config.yaml
    |   |   |   `-- pser.py
    |   |   |-- pythonxer/
    |   |   |   |-- config.yaml
    |   |   |   `-- pythonxer.py
    |   |   |-- raiser/
    |   |   |   |-- config.yaml
    |   |   |   `-- raiser.py
    |   |   |-- recmailer/
    |   |   |   |-- config.yaml
    |   |   |   `-- recmailer.py
    |   |   |-- recorder/
    |   |   |   |-- config.yaml
    |   |   |   `-- recorder.py
    |   |   |-- reviewer/
    |   |   |   |-- config.yaml</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
    |   |   |-- talker/
    |   |   |   |-- config.yaml
    |   |   |   `-- talker.py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whisperer/
    |   |   |   |-- config.yaml
    |   |   |   `-- whisperer.py
    |   |   |-- windower/
    |   |   |   |-- config.yaml
    |   |   |   `-- windower.py
    |   |   `-- zavuerer/
    |   |       |-- config.yaml
    |   |       `-- zavuerer.py
    |   |-- doc_generation/
    |   |   |-- complete_project_docs.py
    |   |   |-- mardown_to_pdf.py
    |   |   |-- refresh_project_docs.py
    |   |   `-- test_output.pdf
    |   |-- images/
    |   |   |-- HiIamTlamatini.png
    |   |   |-- mockup.jpg
    |   |   |-- Modify_the_last_video_keepi.mp4
    |   |   |-- RealisticTlamatini.png
    |   |   |-- ShouldersUoTlamatini.png
    |   |   |-- Tlamatini AI Agentic Advisor Video.mp4
    |   |   |-- TlamatiniAndKyber.mp4
    |   |   |-- TlamatiniDrawings.png
    |   |   |-- TlammatiniLetsMakeSomeMagic.mp4
    |   |   |-- TorsoTlamatini.png
    |   |   `-- XAIHT-Tlamatini.mp4
    |   |-- imaging/
    |   |   |-- converter.py
    |   |   |-- image_interpreter.py
    |   |   `-- screenshot.py
    |   |-- management/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__init__.py
    |   |-- monitors/
    |   |   `-- monitor_sql.py
    |   |-- opus_client/
    |   |   |-- claude_opus_client.py
    |   |   |-- examples.py
    |   |   `-- README.md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rag/
    |   |   |-- __init__.py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flow_spec.py
    |   |   `-- response_parser.py
    |   |-- skills/
    |   |   |-- __init__.py
    |   |   |-- frontmatter.py
    |   |   |-- harness.py
    |   |   |-- io_contract.py
    |   |   `-- registry.py
    |   |-- skills_pkg/</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_meta/
    |   |   |   |-- lint.py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
    |   |   |   `-- SKILL.md
    |   |   |-- security_audit/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weather/
    |   |       `-- SKILL.md
    |   |-- static/
    |   |   `-- agent/
    |   |       |-- css/
    |   |       |   |-- access_keys_wizard.css
    |   |       |   |-- agent_page.css
    |   |       |   |-- agentic_control_panel.css
    |   |       |   |-- contacts_dialog.css
    |   |       |   |-- external_mcps_dialog.css
    |   |       |   |-- login.css
    |   |       |   |-- skills_dialog.css
    |   |       |   |-- tools_dialog.css
    |   |       |   `-- welcome.css
    |   |       |-- img/
    |   |       |   |-- spinner.svg
    |   |       |   `-- Tlamatini.ico
    |   |       |-- js/
    |   |       |   |-- access_keys_wizard.js
    |   |       |   |-- acp-agent-connectors.js
    |   |       |   |-- acp-canvas-core.js
    |   |       |   |-- acp-canvas-undo.js
    |   |       |   |-- acp-control-buttons.js
    |   |       |   |-- acp-file-io.js
    |   |       |   |-- acp-flow-snapshot.js
    |   |       |   |-- acp-globals.js
    |   |       |   |-- acp-layout.js
    |   |       |   |-- acp-parametrizer-dialog.js
    |   |       |   |-- acp-running-state.js
    |   |       |   |-- acp-session.js
    |   |       |   |-- acp-undo-manager.js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acp-validate.js
    |   |       |   |-- agent_page_canvas.js
    |   |       |   |-- agent_page_chat.js
    |   |       |   |-- agent_page_context.js
    |   |       |   |-- agent_page_dialogs.js
    |   |       |   |-- agent_page_init.js
    |   |       |   |-- agent_page_layout.js
    |   |       |   |-- agent_page_state.js
    |   |       |   |-- agent_page_ui.js
    |   |       |   |-- agentic_control_panel.js
    |   |       |   |-- canvas_item_dialog.js
    |   |       |   |-- chat_page_runtime_poller.js
    |   |       |   |-- contacts_dialog.js
    |   |       |   |-- contextual_menus.js
    |   |       |   |-- external_mcps_dialog.js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TlamatiniSourceCode/
    |       `-- README.md
    |-- DB/
    |   |-- Older/
    |   |   `-- README.md
    |   `-- ToLoad/
    |       `-- README.md
    |-- jd-cli/
    |   |-- jd-cli.bat
    |   `-- jd-cli.jar
    |-- tests_e2e/
    |   |-- README.md
    |   |-- test_create_flow_visual.py
    |   `-- test_self_healing_visual.py
    `-- tlamatini/
        |-- __init__.py
        |-- asgi.py
        |-- context_processors.py
        |-- logging_filters.py
        |-- middleware.py
        |-- settings.py
        |-- urls.py
        `-- wsgi.py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