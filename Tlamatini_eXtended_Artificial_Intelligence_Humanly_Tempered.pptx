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364" y="3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831978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0" dirty="0">
                <a:solidFill>
                  <a:srgbClr val="E8E8DE"/>
                </a:solidFill>
                <a:latin typeface="Aptos Display"/>
              </a:rPr>
              <a:t>XAIHT (</a:t>
            </a:r>
            <a:r>
              <a:rPr lang="en-US" sz="2400" b="0" dirty="0" err="1">
                <a:solidFill>
                  <a:srgbClr val="E8E8DE"/>
                </a:solidFill>
                <a:latin typeface="Aptos Display"/>
              </a:rPr>
              <a:t>eXtended</a:t>
            </a:r>
            <a:r>
              <a:rPr lang="en-US" sz="2400" b="0" dirty="0">
                <a:solidFill>
                  <a:srgbClr val="E8E8DE"/>
                </a:solidFill>
                <a:latin typeface="Aptos Display"/>
              </a:rPr>
              <a:t> Artificial Intelligence Humanly Tempered)</a:t>
            </a:r>
            <a:endParaRPr sz="2400" b="0" dirty="0">
              <a:solidFill>
                <a:srgbClr val="E8E8DE"/>
              </a:solidFill>
              <a:latin typeface="Aptos Display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2523744"/>
            <a:ext cx="5303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57 agents, visual workflows, and Windows packaging.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4" y="4023360"/>
            <a:ext cx="1630682" cy="2154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 dirty="0">
                <a:solidFill>
                  <a:srgbClr val="E0AB5D"/>
                </a:solidFill>
                <a:latin typeface="Aptos"/>
              </a:rPr>
              <a:t>EFFECTIVE</a:t>
            </a:r>
            <a:r>
              <a:rPr lang="en-US" sz="800" b="1" dirty="0">
                <a:solidFill>
                  <a:srgbClr val="E0AB5D"/>
                </a:solidFill>
                <a:latin typeface="Aptos"/>
              </a:rPr>
              <a:t> NUMBER OF LINES</a:t>
            </a:r>
            <a:endParaRPr sz="800" b="1" dirty="0">
              <a:solidFill>
                <a:srgbClr val="E0AB5D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69,062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April 17, 2026 01:46 PM UTC-0600 at HEAD d7a8e66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Tool calls execute in the backend, append observations, and may create wrapped runtime copies under `agent/agents/pools/_chat_runs_/`.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57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d7a8e66 - Update documentation with the laatest fixings, by angelahack1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April 17, 2026 01:46 PM UTC-0600</a:t>
            </a: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69,062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93,779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206      44,868     62,701  65.0%
JavaScript                24      10,366     13,096  15.0%
Markdown                  11       7,887      9,908  11.4%
CSS                        5       2,427      3,022   3.5%
Other text                 3         778        955   1.1%
YAML                      59         753      1,709   1.1%
HTML                       4         588        606   0.9%
PowerShell                 5         408        616   0.6%
JavaScript module          1         323        390   0.5%
Prompt template            2         272        341   0.4%
JSON                       4         244        244   0.4%
Text                       4         115        134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5,862   8,411
README.md                                               Markdown       3,409   4,282
Tlamatini/agent/tools.py                                Python         1,841   2,483
Tlamatini/agent/agents/flowcreator/agentic_skill.md     Markdown       1,694   1,889
...ini/agent/static/agent/css/agentic_control_panel.css CSS            1,551   2,018
Tlamatini/agent/tests.py                                Python         1,364   1,638
Tlamatini/agent/static/agent/js/acp-canvas-core.js      JavaScript     1,235   1,529
Tlamatini/agent/consumers.py                            Python         1,079   1,286
Tlamatini/agent/static/agent/js/acp-agent-connectors.js JavaScript     1,019   1,154
Tlamatini/agent/static/agent/js/acp-control-buttons.js  JavaScript     1,000   1,301
Tlamatini/agent/static/agent/js/canvas_item_dialog.js   JavaScript       896   1,163
Tlamatini/agent/agents/crawler/crawler.py               Python           881   1,261
Tlamatini/agent/static/agent/js/agent_page_chat.js      JavaScript       798   1,066
Tlamatini/agent/agents/parametrizer/parametrizer.py     Python           791   1,115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CURRENT-HEAD CHANGES, NOT THE WHOLE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Latest Optimizations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Latest commits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2026-04-17 | d7a8e66 | Update documentation with the laatest fixings,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2026-04-16 | 0249c76 | Improving multiturn, tested for installing assets, and added a new video,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2026-04-15 | 9abade4 | Adding video links to README.md,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2026-04-15 | c678d64 | Just linting code,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2026-04-15 | 576fd61 | Adding a proper log file for the entire appllication (tlamatini.log), some linting, and updated the documentation, by angelahack1</a:t>
            </a: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2026-04-15 | 12892f4 | Just linting some code, by angelahack1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build.py
|-- build_installer.py
|-- build_uninstaller.py
|-- CLAUDE.md
|-- CreateShortcut.json
|-- CreateShortcut.ps1
|-- eslint.config.mjs
|-- googler_mcp.py
|-- install.py
|-- LICENSE
|-- mouse_mover.py
|-- NEW_AGENT_RECOMMENDATIONS.md
|-- package.json
|-- prompts_example.txt
|-- README.md
|-- register_flw.ps1
|-- RemoveShortcut.ps1
|-- requirements.txt
|-- Tlamatini.ico
|-- Tlamatini.jpg
|-- Tlamatini.ps1
|-- tlamatini_app_summary.pdf
|-- Tlamatini_eXtended_Artificial_Intelligence_Humanly_Tempered.pptx
|-- trigger_jenkins.py
|-- uninstall.py
|-- unregister_flw.ps1
`-- Tlamatini/
    |-- cat_art.py
    |-- manage.py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|-- .agents/
    |   `-- workflows/
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filesearch.proto
    |   |-- filesearch_pb2.py
    |   |-- filesearch_pb2_grpc.py
    |   |-- global_execution_planner.py
    |   |-- global_state.py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path_guard.py
    |   |-- prompt.pmt
    |   |-- rag_enhancements.py
    |   |-- routing.py
    |   |-- tests.py
    |   |-- tools.py
    |   |-- urls.py
    |   |-- views.py
    |   |-- web_search_llm.py
    |   |-- agents/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5/14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6/14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7/14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8/14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9/14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telegramer.py
    |   |   |-- telegramrx/
    |   |   |   |-- config.yaml
    |   |   |   `-- telegramrx.py
    |   |   `-- whatsapper/
    |   |       |-- config.yaml
    |   |       `-- whatsapper.py
    |   |-- doc_generation/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10/14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11/14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12/14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answer_analizer.py
    |   |   |-- filesystem.py
    |   |   `-- response_parser.py
    |   |-- static/
    |   |   `-- agent/
    |   |       |-- css/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13/14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agent_page.css
    |   |       |   |-- agentic_control_panel.css
    |   |       |   |-- login.css
    |   |       |   |-- tools_dialog.css
    |   |       |   `-- welcome.css
    |   |       |-- img/
    |   |       |   `-- spinner.svg
    |   |       |-- js/
    |   |       |   |-- acp-agent-connectors.js
    |   |       |   |-- acp-canvas-core.js
    |   |       |   |-- acp-canvas-undo.js
    |   |       |   |-- acp-control-buttons.js
    |   |       |   |-- acp-file-io.js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contextual_menus.js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REPOSITORY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 Tree Appendix 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jd-cli/
    |   |-- jd-cli.bat
    |   `-- jd-cli.jar
    `-- tlamatini/
        |-- __init__.py
        |-- asgi.py
        |-- context_processors.py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lIns="38100" tIns="25400" rIns="38100" bIns="25400" anchor="t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6041</Words>
  <Application>Microsoft Office PowerPoint</Application>
  <PresentationFormat>Widescreen</PresentationFormat>
  <Paragraphs>227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Angela López Mendoza</cp:lastModifiedBy>
  <cp:revision>3</cp:revision>
  <dcterms:created xsi:type="dcterms:W3CDTF">2013-01-27T09:14:16Z</dcterms:created>
  <dcterms:modified xsi:type="dcterms:W3CDTF">2026-04-17T19:52:44Z</dcterms:modified>
  <cp:category/>
</cp:coreProperties>
</file>