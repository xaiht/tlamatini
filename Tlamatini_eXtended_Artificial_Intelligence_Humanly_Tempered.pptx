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PROJECT DOSSIER: WHAT SHE DOES, HOW SHE WORKS, HOW TO USE TLAMATINI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TLAMATINI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E8E8DE"/>
                </a:solidFill>
                <a:latin typeface="Aptos Display"/>
              </a:rPr>
              <a:t>El Saber Cosmico del Desarrollo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23744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B4BAAE"/>
                </a:solidFill>
                <a:latin typeface="Aptos"/>
              </a:rPr>
              <a:t>Local AI developer assistant with RAG, Multi-Turn orchestration, 72 agents, ACPX delegation, visual workflows, self-knowledge, and Windows packaging.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542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0604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5234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234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72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886200"/>
            <a:ext cx="178308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5424" y="4023360"/>
            <a:ext cx="149047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EFFECTIVE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4270248"/>
            <a:ext cx="149047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121,917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5669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Aptos"/>
              </a:rPr>
              <a:t>Generated June 04, 2026 01:15 PM UTC-0600 at HEAD 70019ea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SYSTEM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Tlamatini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0876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0876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70992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Definition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6712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Tlamatini is a local-first AI developer assistant built with Django, Django Channels, LangChain, LangGraph, FAISS/BM25 retrieval, and a large in-repository agent application.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She combines a browser chat surface, a Retrieval-Augmented Generation stack, a Multi-Turn tool executor, MCP-backed context providers, wrapped chat-agent runtimes, and a visual Agentic Control Panel for workflow design.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She is designed for development operations: codebase analysis, file and directory context, command execution, Python execution, screenshots, web/search helpers, notifications and attention routing, DevOps tools, local model operation, Windows packaging and uninstall registration, first-person self-knowledge about her own runtime, and embedded-firmware control for both STM32F4 and ESP32-class boards.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7648" y="150876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50876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70992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Core interfaces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6712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Chat page at `/agent/` for context-grounded Q&amp;A, code generation, tool calls, and Multi-Turn execution.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Agentic Control Panel at `/agentic_control_panel/` for visual workflow design.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Django admin and config dialogs for MCPs, tools, agents, users, and persistent settings.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 (1/2)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3442106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Answers codebase questions with loaded file or directory context.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Uses hybrid retrieval to extract metadata, split content, rank source chunks, and respect context budgets.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Gives operators GUI-first database maintenance through the new DB dropdown for backup and staged database replacement.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Can pause before every state-changing Multi-Turn execution and ask the operator to approve or deny that exact step through the Ask Execs checkbox.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Can raise a Windows attention signal when the browser needs the operator: Ask Execs prompts and Notifier events can flash Tlamatini’s own taskbar presence and leave an uppercase banner in `tlamatini.log`.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4794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4794" y="1444752"/>
            <a:ext cx="3442106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962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962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Warns GPU-host operators before a directory-context load is likely to saturate VRAM and degrade embedding throughput.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Exposes a coherent versioning surface across builds, runtime UI, logs, and an open health-check endpoint.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Carries a first-person self-knowledge map so she can answer more accurately about her own architecture, ports, runtime modes, pages, and capabilities.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Can command Kali Linux offensive-security tooling through MCP-Kali-Server for authorized recon, enumeration, web scanning, and assessment workflows.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Can scaffold, author, build, flash, reset, and observe STM32F4 firmware through STM32er and the STM32 Template Project MCP, with a fail-safe preflight before any hardware mutation.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1220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1220" y="1444752"/>
            <a:ext cx="3442106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2388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2388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manage real desktop windows by title: focus them, tile them, resize them, list them, and close them deterministically through Win32 calls.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drive a real Playwright browser through scripted interactive steps for logins, forms, assertions, downloads, extraction, and end-to-end UI checks.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drive a live Unreal Engine 5 editor through the Unreal MCP plugin, from either Multi-Turn chat or the visual workflow canvas.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Actively reaps orphaned Windows console-host and pool-child processes so long Multi-Turn or ACPX sessions do not leave misleading Tlamatini-icon ghosts in Task Manager.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Runs checked Multi-Turn requests through request-scoped planning, capability selection, tool calls, observations, monitoring, and final synthesis.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 (2/2)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3442106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Registers packaged installs in Windows `Installed apps` / `Programs and Features` with a real uninstall entry, so the release behaves like a normal installed application instead of only a shortcut bundle.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4794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4794" y="1444752"/>
            <a:ext cx="3442106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962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962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Can scaffold, author, build, upload, and monitor ESP32-class firmware through ESP32er and PlatformIO Core, with zero-config bootstrap and a serial-aware preflight before hardware mutation.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1220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1220" y="1444752"/>
            <a:ext cx="3442106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2388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2388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Can optionally inspect and modify her own bundled source tree in self-modify builds after verifying that `TlamatiniSourceCode/` is actually present.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Launches wrapped copies of selected workflow agents in isolated runtime folders without mutating templates.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Lets users design, validate, save, pause, resume, and stop visual workflows through the Agentic Control Panel.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Turns successful Multi-Turn tool executions into starter `.flw` workflows that can be inspected and validated in ACP.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Packages the project into a distributable Windows release with installer and uninstaller tooling.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59736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06624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9776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44568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35624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82512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5664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73567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0455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3607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11511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58399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31551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Answer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3657600"/>
            <a:ext cx="10561320" cy="2240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9808" y="3657600"/>
            <a:ext cx="105613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6" y="38587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Request-to-answer flow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" y="4315968"/>
            <a:ext cx="10158984" cy="1435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A browser request flows through Django Channels into the RAG/context layer, the Multi-Turn planner, the tool executor, and back as a synthesized answer.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next two pages detail the request path (intake, retrieval, permission gating) and the runtime path (planning, tool execution, agent bridges, packaging).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 — Detail (1/2)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5300319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Browser UI sends chat and workflow requests through Django views and Channels WebSockets.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RAG chains load selected file/directory context, retrieve relevant chunks, and build answer prompts.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DB-menu actions validate directories or SQLite files in the browser, then call Django views that either copy the live database out or stage a replacement into `DB/ToLoad/db.sqlite3`.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When Ask Execs is enabled, the synchronous Multi-Turn executor stops before each state-changing tool call, emits an `exec_permission_request`, and waits on `ExecPermissionBroker` until the browser sends Proceed or Deny.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When the browser surfaces an Ask Execs prompt or a Notifier event, JavaScript can POST to `/agent/flash_window/`; the backend then best-effort flashes the `Tlamatini.exe` console/taskbar window through `window_flash.py` and prints an uppercase attention banner for the log.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Installer-time registration writes a per-user HKCU Add/Remove Programs entry pointing at `Uninstaller.exe`, and frozen startup re-checks that entry through `windows_app_registration.self_heal_for_frozen()` so older installs retroactively appear in Windows' uninstall surfaces.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444752"/>
            <a:ext cx="5300319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4175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Kalier path talks directly to the MCP-Kali-Server Flask API over HTTP with Python-stdlib `urllib`, auto-seeding the default box from `kali_server_url` in Config -&gt; URLs before any one-off per-call override is applied, and captures one atomic `INI_SECTION_KALIER` block per run.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STM32er path spawns the STM32 Template Project MCP stdio server, performs the MCP initialize handshake, runs exactly one requested tool or composite action, and emits one atomic `INI_SECTION_STM32ER` block with the result, project directory, and stage metadata.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Before any flash-capable STM32er action, a critical-mission preflight validates the arm-none-eabi toolchain, STM32CubeIDE, programmer path, ST-LINK presence, and STM32F-family match; compile-only steps can run boardless, but unsafe hardware mutations are refused fail-safe.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ESP32er path resolves or bootstraps PlatformIO Core, invokes `pio` subcommands directly with Python-stdlib process control, validates project and serial-port readiness, and emits one atomic `INI_SECTION_ESP32ER` block with stage, project, port, and stdout/stderr payloads.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Windower path uses Win32 APIs plus the cross-process `AttachThreadInput` focus-transfer dance to locate windows by title and apply one lifecycle action while still returning structured geometry/state fields.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Playwrighter path loads a declarative step list, drives Playwright against Chromium/Firefox/WebKit, and emits one atomic `INI_SECTION_PLAYWRIGHTER` block with status, assertions, extracted values, and the final URL.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 — Detail (2/2)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5300319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Before a heavy directory embedding run on supported NVIDIA hosts, a fail-open pre-flight guard can estimate VRAM pressure and surface a non-blocking warning in chat.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Version resolution now flows through git tags, a runtime resolver module, generated build artefacts, and an open `/agent/version/` endpoint.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A first-person self-knowledge file (`Tlamatini.md`) is injected into prompt construction for all chains, but loaded user context still outranks that self-reference when the request is a generic summary of the provided project.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When Multi-Turn is enabled, the global planner selects context and tool stages before the executor binds only the relevant tools, including wrapped deterministic agents such as De-Compresser.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Optional self-modify builds bundle `TlamatiniSourceCode/`; prompt rules require her to verify that directory exists before claiming she can inspect or change her own code.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444752"/>
            <a:ext cx="5300319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4175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The Unrealer path opens a TCP socket to the Unreal MCP plugin, sends one `{"type": command, "params": {...}}` payload, captures the JSON reply, and emits one `INI_SECTION_UNREALER` block for downstream logic.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After spawn-capable tool calls and again after the final answer, the orphan reaper can sweep dead descendants, orphaned `conhost.exe` companions, and stale pool-linked processes without ever raising into the chat path.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Tool calls execute in the backend, append observations, and may create wrapped runtime copies under `agent/agents/pools/_chat_runs_/`.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On the next full start-up, `manage.py` can swap a staged database into place before Django imports, while archiving the previous live database under `DB/Older/&lt;timestamp&gt;/`.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ACP flows deploy session-scoped pool instances, wire config values, validate NxN graph rules, and execute through Starter-driven flow semantics.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Build scripts collect static assets, bundle Django/Python resources, add agent templates, and assemble `pkg.zip`, `Uninstaller.exe`, and `dist/Tlamatini_Release/`.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HOW THE SOFTWARE IS SHAPED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Design Principles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72768"/>
            <a:ext cx="10561320" cy="4343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7276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7393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Core design choices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231136"/>
            <a:ext cx="10158984" cy="3538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Evidence-first answers: Tlamatini grounds responses in selected project context and hybrid retrieval rather than freeform model memory.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Explicit orchestration: checked Multi-Turn uses a visible tool loop, capability scoring, and staged planning instead of a single opaque call.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Operational reversibility: risky changes such as database replacement are staged, archived, and delayed to the only safe window instead of hot-swapped mid-session.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Fail-open diagnostics: GPU pressure probes and session-restore safeguards warn early without breaking CPU-only or degraded environments.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Runtime isolation: wrapped chat-agent copies run in session-scoped folders so template agents remain pristine while live runs stay inspectable.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Self-knowledge with scope discipline: she can talk accurately about herself without letting self-reference override a user-loaded project context.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Operator truth over vibes: Exec Report tables, tlamatini.log, skill audits, and ACPX transcripts make the system auditable after execution.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RETRIEVAL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RAG And Context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035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035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011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RAG responsibilities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011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Load selected file or directory context from the chat interface.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Extract metadata, split text, rank chunks with hybrid retrieval, and respect context budgets.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Fallback to explicit loaded files when retrieval cannot provide enough memory.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Preserve the difference between direct one-shot chat and checked Multi-Turn orchestration.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1206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1206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664208"/>
            <a:ext cx="47183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121408"/>
            <a:ext cx="47183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The assistant answers from project evidence instead of generic memory.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Large codebases remain navigable without injecting the whole repository into every prompt.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Multi-Turn can prefetch only the contexts required by the current execution plan.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Multi-Turn Oracle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Checked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Capability registry scores context providers, tools, and wrapped agents for the current request.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Global planner builds prefetch, execute, monitor, and answer stages.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Explicit tool loop runs tool calls, appends observations, and asks again until final answer or the 4096-turn limit.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Answer Analizer classifies success so the UI can expose Create Flow only when useful.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Unchecked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Keeps the original prompt validation and legacy prefetch behavior.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Maintains compatibility for fast Q&amp;A and simple context-grounded answers.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Avoids forcing every chat request into agentic execution.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V1.10.0 SAFETY MODIFIER STILL ACTIVE IN V1.12.0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Ask Execs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Introduced in `v1.10.0` and still part of the current `v1.12.0` surface, `Ask Execs` is the Multi-Turn-only safety modifier that makes Tlamatini ask before each state-changing Tool, MCP, wrapped agent, or skill-backed execution instead of running it immediately.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permission dialog is explicit and auditable: it names the Tool or Agent family, the underlying raw tool name, the full parameters, the program or command to be executed, and the shell or execution surface involved.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Proceed runs that one step and then prompts again at the next state-changing step; Deny halts the entire chain immediately and appends a red `Execution interrupted` banner even when Exec Report itself is off.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Runtime mechanics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Under the hood, `agent/exec_permission.py` provides `ExecPermissionBroker`, which lets the synchronous worker-thread executor emit a permission request onto the WebSocket event loop and then block on a `threading.Event` until the browser replies.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gate sits after deduplication and quota checks, so skipped calls never prompt and denied calls never appear as executed rows; only work that truly ran lands in Exec Report.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round-trip is fail-safe: browser disconnect, emit failure, cancel, or broker shutdown all resolve to Deny, so an unconfirmed state-changing action never slips through just because the UI vanished at the wrong time.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TASKBAR FLASH AND UPPERCASE LOG BANNER WHEN SHE NEEDS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Windows Attention Issuing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Current mechanism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current Windows attention path is explicit and local: the browser calls `POST /agent/flash_window/`, and the backend routes that request through `agent/window_flash.py`.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That helper can flash the `Tlamatini.exe` console/taskbar window with `FlashWindowEx` and always prints an uppercase attention banner, so the signal survives in `tlamatini.log` even when the browser is minimized.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Two concrete reasons are wired today: Ask Execs execution approval prompts and Notifier notifications. The path is best-effort and fail-safe, degrading cleanly on non-Windows or windowless launches.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operators care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If the browser is buried, Tlamatini still has a local way to pull the operator back at the exact moment an approval prompt or notification matters.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path is concrete and auditable: `POST /agent/flash_window/`, `window_flash.py`, `FlashWindowEx`, and the matching uppercase banner in `tlamatini.log`.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Because the helper is best-effort and fail-safe, a missed flash never breaks the request path or blocks the surrounding workflow.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V1.11.0 UNINSTALL INTEGRATION CARRIED INTO V1.12.0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Windows Installed-App Registration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Introduced in `v1.11.0` and still carried by the current `v1.12.0` release, the frozen install now behaves like a real Windows application: `install.py` writes a per-user HKCU Add/Remove Programs entry so Tlamatini appears in Settings -&gt; Apps -&gt; Installed apps and in the legacy Programs and Features list.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entry carries `DisplayName`, `DisplayVersion`, `InstallLocation`, `DisplayIcon`, `UninstallString`, `QuietUninstallString`, `NoModify`, `NoRepair`, and best-effort `EstimatedSize`, all pointing at the bundled `Uninstaller.exe` without requiring administrator rights.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matching runtime self-heal in `agent/apps.py` calls `windows_app_registration.self_heal_for_frozen()` on every frozen launch, so installs created before this feature existed can appear in Windows' uninstall UI after the next normal app start.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operators care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Packaged installs now show up in normal Windows uninstall surfaces instead of only leaving behind shortcuts and a loose `Uninstaller.exe` in the install folder.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registration is HKCU-only and non-elevated, matching the installer’s per-user design on Windows 10 and Windows 11.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Because frozen startup self-heals the entry, even older installs can gain the uninstall surface after a later app launch without a reinstall.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VISUAL WORKFLOW TEMPLE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Agentic Control Panel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ACP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Drag prebuilt agents onto the canvas and connect them visually.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Configure deployed pool instances, not only static template folders.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Validate structural rules before execution.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Start through Starter, pause/resume through reanimation state, and stop through Ender semantics.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Flow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Workflows save and load as `.flw` files.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Generated flows from chat are starter drafts, not a replacement for ACP validation.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LED indicators and logs show runtime health across the session pool.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WORKFLOW AGENT CATALOG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The 72 Guardians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44068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44068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50383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Agent families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503834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Control: starter, ender, stopper, cleaner, barrier, flowbacker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Execution and files: executer, pythonxer, pser, file_creator, file_extractor, file_interpreter, de_compresser, playwrighter, windower, unrealer, kalier, stm32er, esp32er, arduiner, mover, deleter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DevOps and infra: gitter, dockerer, kuberneter, jenkinser, ssher, scper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Data and APIs: sqler, mongoxer, apirer, crawler, googler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More guardians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Monitoring and routing: monitor_log, monitor_netstat, flowhypervisor, forker, asker, counter, and, or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Communication: notifier, emailer, recmailer, telegramer, telegramrx, teletlamatini, whatsapper, whatstlamatini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Security and media: kyber_keygen, kyber_cipher, kyber_decipher, image_interpreter, shoter, camcorder, recorder, j_decompiler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Workflow intelligence: flowcreator, gatewayer, gateway_relayer, node_manager, parametrizer, prompter, summarizer, acpxer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COUNT AND DESCRIPTION SOURCE OF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 Catalog Integrity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Count alignment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Templates on disk with config.yaml: 72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Description rows in `agents_descriptions.md`: 72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README and Book bestiary sections align with the same 72-agent inventory.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Description source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authoritative human-readable source for workflow-agent descriptions is `agents_descriptions.md` at the repo root, not an embedded JavaScript map or a hard-coded Django list.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Current validation compares live template directories, `agents_descriptions.md` rows, and the README / Book bestiary counts so the generated dossier stays aligned with the running product.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ACP sidebar hover tooltip and the right-click Description dialog both resolve through that markdown file first; `README.md` is only a legacy fallback when the dedicated description file is absent.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NEW REVIEW AND SECURITY SURFACES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And Analyzer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they 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workflow catalog now includes two new high-value specialists: Reviewer and Analyzer, lifting the canvas inventory to 64 agents and the seed-skill catalog to 23 SKILL.md packages.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Reviewer is LLM-powered: it resolves a git diff for `repo_path`, reviews it with a senior-engineer prompt, and emits an `INI_SECTION_REVIEWER` block whose first routable field is `verdict = APPROVE | REQUEST_CHANGES | COMMENT`.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Analyzer is deterministic and scanner-driven: it runs whichever of `bandit`, `semgrep`, `ruff`, `eslint`, `gitleaks`, and `pip-audit` are installed on PATH over `target_path`, then emits an `INI_SECTION_ANALYZER` block with `status` and `total_findings` for downstream routing.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them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Both agents always trigger `target_agents`, so a downstream Forker can branch on `{verdict}`, `{status}`, or `{total_findings}` instead of scraping prose.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They are intentionally canvas-only workflow agents: there is no wrapped `chat_agent_reviewer` or `chat_agent_analyzer`, and therefore no duplicate Exec Report row family for those names.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chat-side counterparts live in the ACPX skill catalog instead: `code-review` exposes senior-engineer git-diff review, while `security-audit` exposes the deterministic multi-scanner sweep.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README HEADER AND PLANNER-FACING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Operator Surface Counts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Current counts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live operator surface now stands at 69 workflow agents, 76 Multi-Turn tools, 12 ACPX tools, and 26 skills.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Source inspection confirms the newer total: 44 wrapped chat-agent tools in `chat_agent_registry.py`, which combines with 20 core Python tools and 12 ACPX/Skill tools for 76 Multi-Turn tools overall.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workflow-agent and wrapped-tool totals align cleanly with the handbooks, while the skill total is validated from the on-disk `agent/skills_pkg/` catalog so the dossier stays honest even when a simplified markdown summary lags behind the live tree.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This matters operationally because the planner never binds everything at once: the documented default `max_selected_tools` cap stays at 20, so breadth of capability does not mean uncontrolled tool sprawl per turn.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the counts matter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README now surfaces the same operator picture the app exposes in practice: broad capability, selective planner binding, and a capped tool budget per request.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Those counts complement the 72-agent bestiary instead of replacing it: skills, wrapped tools, and ACPX tools are different layers of the same operating surface.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For dossier readers, this closes a gap between the capability narrative and the quick-glance repo badges at the top of the handbook.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EMBEDDED-CLIENT KALI LINUX CONTROL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Kalier In v1.7.1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Kalier remains the 67th workflow agent in `v1.7.1`, but its newest upgrade is usability: Tlamatini now acts as the embedded MCP-Kali-Server client for chat-side runs.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It can issue one capability per run, including `nmap`, `gobuster`, `dirb`, `nikto`, `sqlmap`, `metasploit`, `hydra`, `john`, `wpscan`, `enum4linux`, arbitrary `command`, or a safe `health` probe of the remote server.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agent emits `INI_SECTION_KALIER` with `action`, `endpoint`, `subject`, `return_code`, `success`, `timed_out`, and `server_url`, so downstream Forker or Parametrizer logic can branch on results without scraping prose.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practical operator result is simpler prompts: after the Kali box URL is configured once, normal Multi-Turn requests no longer repeat `server_url` unless you intentionally override it for a one-off target.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`chat_agent_kalier` now auto-injects the configured `kali_server_url`, while the visual Kalier canvas node still stores `server_url` explicitly in YAML per node.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Kalier talks straight to the Kali-side Flask API over HTTP using Python-stdlib `urllib`, so it stays self-contained in the pool subprocess and works the same in source or frozen builds; the embedded-client injection fails open if the config value is blank or unreadable.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Authorized use only: the intended operator flow is an in-scope lab, CTF, or permitted engagement, often with `ssh -L 5000:localhost:5000 user@KALI_IP` tunneling a remote Kali box back to `http://127.0.0.1:5000`, and the repo now includes `Tlamatini-Kali-Setup.md` for the zero-client walkthrough.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CRITICAL-MISSION STM32F4 FIRMWARE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STM32er In v1.9.0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STM32er is the new 68th workflow agent in `v1.9.0`: Tlamatini’s bridge to the `STM32 Template Project MCP`, built so she can scaffold, author, build, flash, reset, and observe STM32F4 firmware without driving the STM32CubeIDE GUI.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operator promise is zero-config bootstrap: leave `server_script` blank and STM32er downloads or zip-falls-back to the MCP server on first use, installs `mcp` and `pyserial` if needed, validates, and caches the result so the user only installs STM32CubeIDE plus Tlamatini.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Before any compile-or-hardware action, STM32er runs a critical-mission fail-safe preflight over the arm-none-eabi toolchain, STM32CubeIDE, programmer path, ST-LINK probe, and target family; compile-only steps can run boardless, but flash, erase, reset, serial, and SWD/live-memory operations are refused when the environment or device is wrong.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`chat_agent_stm32er` takes one `action` per call, while the visual STM32er canvas node stores the same fields in YAML and triggers downstream agents on both success and failure.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tool surface includes the full project lifecycle plus hardware-in-the-loop composites: `validate`, `bootstrap`, `create_project`, `write_source`, `build`, `build_and_flash`, `serial_session`, `live_monitor`, and the rest of the 23 MCP verbs, with every run emitting an `INI_SECTION_STM32ER` block for Forker or Parametrizer routing.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Config -&gt; URLs now seeds the chat path with `stm32_mcp_server_script`, `stm32_mcp_python`, `stm32_template_dir`, `stm32_ide_root`, `stm32_mcp_repo_url`, and `stm32_mcp_install_dir`, so firmware prompts normally describe only the task and target board instead of the plumbing.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PLATFORMIO-DRIVEN ESP32 FIRMWARE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ESP32er In v1.12.0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ESP32er is the new 69th workflow agent in `v1.12.0`: Tlamatini’s direct bridge to PlatformIO Core, built so she can scaffold, author, build, upload, and monitor ESP32-class firmware without relying on an external MCP server or IDE.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operator promise is zero-config bootstrap: leave `pio_executable` blank and ESP32er downloads or pip-falls-back to PlatformIO Core on first use, validates it, and caches it under a per-user directory so the user installs only the board USB driver plus Tlamatini.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Before any build-or-upload action, ESP32er runs a serial-aware preflight over `pio` resolution, project shape, and connected ports; upload and monitor require a real serial device, while non-espressif32 targets are warned about rather than hard-refused because PlatformIO is intentionally multi-target.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`chat_agent_esp32er` takes one `action` per call, while the visual ESP32er canvas node stores the same fields in YAML and triggers downstream agents on both success and failure.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tool surface covers environment/meta (`bootstrap`, `validate`, `system_info`, `boards`), project lifecycle (`create_project`, `write_source`, `read_source`, `list_sources`, `clean`), build and flash (`build`, `upload`, `build_and_upload`, `list_artifacts`), serial HIL (`device_list`, `monitor`, `monitor_session`), and package / QA paths (`pkg_install`, `pkg_list`, `pkg_update`, `check`, `test`), with every run emitting an `INI_SECTION_ESP32ER` block for Forker or Parametrizer routing.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Config -&gt; URLs now seeds the chat path with `pio_executable` and `pio_core_dir`, so firmware prompts usually describe only the board, project, and task while the wrapped tool auto-injects the PlatformIO runtime plumbing.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KNOWN-GOOD PLATFORMIO BASELINE FOR ESP32ER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ESP32 Template Project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new `ESP32TemplateProject` repository is the known-good baseline documented in BookOfTlamatini’s bonus chapter: a plain PlatformIO project, not a server, meant to prove an ESP32 board and toolchain are healthy before larger firmware work.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It mirrors ESP32er’s grain: `platformio.ini`, `src/`, `include/`, `lib/`, `test/`, a blinking `main.cpp`, serial output at 115200, and GitHub-ready docs/CI so the reference project does not silently rot.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Operationally, ESP32er can either point at a checkout of that template (`project_dir`) or scaffold an equivalent from scratch with `action='create_project'`, then carry the directory through build, upload, and monitor steps.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Operator result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reference project gives Tlamatini a stable build/upload/monitor proving ground before a user asks her to generate larger ESP32 firmware.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Because it is a plain PlatformIO repo, it matches the exact grain of `chat_agent_esp32er` and the visual ESP32er node instead of introducing another sidecar protocol.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This closes the gap between the new agent and a practical first project a user can build, flash, and watch over serial on real silicon.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WHO SHE IS AND HOW SHE CAN IMPROVE HERSELF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Self-Knowledge In v1.8.0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Version `1.8.0` gives Tlamatini a first-person self-knowledge map in `Tlamatini/agent/Tlamatini.md`, so she can answer more accurately about her own architecture, runtime modes, open ports, pages, and internal capability surface.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That self-reference is injected into all prompt chains through `prompt.pmt` and `agent/rag/config.py`, but it fails open if the file is missing or unreadable and it never overrides a user-loaded project when the request is a generic summary of the provided context.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language contract matters too: when a pronoun is used for Tlamatini in the documentation or prompt guidance, she is referred to as `she` / `her`, matching the updated handbook identity rules.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Self-modify and autonomy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Self-modification is a separate capability axis from frozen-vs-source runtime: only builds created with `python build.py --self-modify` bundle `TlamatiniSourceCode/` next to the application.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When that directory is present, she can inspect and modify her own shipped source tree; when it is absent, she must say so plainly and fall back to her injected self-knowledge plus the surrounding docs.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build pipeline now announces that choice explicitly, so operators can tell whether a release is self-modify-capable before asking her to work on herself.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unified-agent loop now defaults to 4096 iterations instead of 256, giving long autonomous operator runs much more room before they exhaust the turn budget.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That expansion is about conversational/tool-loop depth, not about blindly firing more tools at once: the planner’s selected-tool cap still keeps the tool surface bounded per request.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DESKTOP WINDOW MANAGEMENT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Windower In Multi-Turn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Windower is the new 66th workflow agent: a deterministic Win32 window manager that finds an application window by title and performs one lifecycle operation on the window itself instead of clicking inside it.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It supports `focus`, `minimize`, `maximize`, `restore`, `move`, `resize`, `move_resize`, `close`, `topmost`, `untopmost`, `arrange`, and `list`, with `substring`, `exact`, or `regex` title matching plus `match_index` for duplicate titles.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agent emits `INI_SECTION_WINDOWER` with `action`, `window_title`, `matched`, `match_count`, `state`, `left`, `top`, `width`, and `height`, so downstream Forker or Parametrizer logic can branch on presence, state, or geometry.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`chat_agent_windower` accepts free-form key=value requests, while the visual Windower canvas node stores the same operation fields in YAML.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Windower is the desktop-window sibling of Mouser and Keyboarder: use Windower when the goal is the window as a whole, Mouser for controls inside it, and Keyboarder for text entry into it.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Because Windower changes real window state, its executions appear in Exec Report and it always triggers `target_agents` whether the action succeeds or fails.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REAL-BROWSER AUTOMATION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Playwrighter In v1.5.0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Playwrighter is the new 65th workflow agent in `v1.5.0`: a deterministic Playwright-powered browser automator for Chromium, Firefox, or WebKit that executes ordered interactive steps instead of static fetches.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It covers the gap between Crawler and Googler: logins, multi-step forms, wizard clicks, JS-rendered SPA scraping, screenshots after interaction, assertions, downloads, and authenticated end-to-end UI checks.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agent emits `INI_SECTION_PLAYWRIGHTER` with `start_url`, `final_url`, `status`, `steps_run`, `assert_result`, and extracted values so downstream Forker or Parametrizer logic can branch on pass/fail or reuse scraped data.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`chat_agent_playwrighter` takes the whole script as `steps_json`, while the visual Playwrighter canvas node stores the same declarative step list in YAML.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Session continuity is built in: `headless: false` lets operators watch it drive, and `storage_state_in` / `storage_state_out` carry login state across runs without forcing a manual browser setup each time.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Because Playwrighter is state-changing, its executions appear in Exec Report and it always triggers `target_agents` whether the run succeeds or fails.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COMMIT-STATE AND SECRET-HANDLING REFINEMENT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Precision In v1.4.1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Behavioral accuracy patch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`v1.4.1` Reviewer refinement tightened accuracy rather than adding a new surface: when `diff_ref` is empty, the review prompt labels the diff as the uncommitted working tree plus staged area, so the model must not describe those findings as already committed or pushed.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same patch teaches the model Tlamatini’s managed-secret convention: `agent/config.json` and selected `agent/agents/*/config.yaml` files can hold live local credentials in a keyed working copy, while `regen_secrets.py --mode push-able` scrubs them back to placeholders before commit.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That guidance is mirrored into the `code-review` SKILL.md package too, keeping the chat-surface review behavior and the canvas Reviewer agent aligned on commit-state wording and secret-severity expectations.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Local working-copy credentials in managed config files are no longer described as already committed when the diff is still uncommitted or only staged.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Review findings stay stricter on true secrets in source code or outside the managed scrub-path set, so the patch reduces noise without weakening real security findings.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same rules apply in both the canvas Reviewer agent and the `code-review` skill, keeping the two review surfaces behaviorally aligned.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TKINTER REMOVED FROM THE UNSTABLE RUNTIME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Native Dialogs In v1.4.2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current tagged release `v1.4.2` removes Tkinter from the unstable runtime-facing dialog path and replaces it with `Tlamatini/agent/native_dialogs.py`, a native Windows dialog bridge used by browser-triggered pickers.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This change pairs with the existing DB and operator dialogs: file and folder selection still feels local and GUI-first, but the fragile Tkinter dependency is no longer part of the interactive runtime path that users trigger from chat or ACP surfaces.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patch arrived with dedicated tests (`test_native_dialogs.py`) and with follow-up orphan-reaper/runtime adjustments, so the release reads as a stability pass rather than a cosmetic refactor.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Release meaning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This stability-focused patch sits immediately before the current `v1.5.0` Playwrighter release and remains part of the current operator/runtime story.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It preserves the operator experience of Browse-driven file and folder picking while removing a UI technology that was destabilizing the application.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Because the fix landed with tests and runtime cleanup updates, it belongs in the technical dossier even though the markdown handbook has not yet been fully rewritten around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INBOUND AUTOMATION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Gatewayer And External Signals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Ingress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Receives HTTP webhook events or optional folder-drop files.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Normalizes, persists, queues, and dispatches events into downstream workflow agents.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Supports bearer/HMAC-style auth patterns, IP allowlists, dedup files, and crash recovery state.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Operating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Gatewayer is a workflow trigger, not a chat-router clone.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Declared config fields are now documented with clear caveats where enforcement is not complete.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Stable log markers let Monitor Log and Summarizer watch gateway health.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Tlamatini (1/2)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5300319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Run from source: create a virtual environment, install requirements, migrate, create a superuser, collect static files, and start Django.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Open `/agent/` for chat. Load a file or directory context before asking codebase-specific questions.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Keep Multi-Turn unchecked for direct Q&amp;A; enable Multi-Turn for tasks that need tools, wrapped agents, monitoring, or workflow seeding.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Tick `Ask Execs` when you want human approval before each state-changing Multi-Turn step; it is disabled until Multi-Turn is on, and a single Deny stops the whole chain with an explicit red interruption banner.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When you are using a packaged install on Windows 10 or Windows 11, uninstall it through Settings -&gt; Apps -&gt; Installed apps or the legacy Programs and Features entry, not by manually deleting the folder.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444752"/>
            <a:ext cx="5300319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4175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For desktop-window control, call `chat_agent_windower` from Multi-Turn to focus, tile, resize, list, or close a window by title, or model the same action in ACP with the Windower node.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For interactive web automation, call `chat_agent_playwrighter` from Multi-Turn with a `steps_json` script, or author the same step list visually with the Playwrighter node on the canvas.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For Unreal Engine work, enable the Unreal MCP plugin inside a live UE5 project first, then call `chat_agent_unrealer` from Multi-Turn or use the visual Unrealer node on the canvas.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Archive jobs can now be described directly in Multi-Turn or modeled visually in ACP: De-Compresser infers compress vs decompress from the `input` or `output` extension.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If a second post-answer warning bubble ever lists surviving `name + PID` entries, treat it as an honest cleanup report and end the listed processes manually from Task Manager if needed.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Tlamatini (2/2)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5300319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If an Ask Execs approval dialog or a Notifier event needs you while the browser is buried, watch for Tlamatini’s taskbar-attention flash and the matching uppercase banner in `tlamatini.log`.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If you want her to inspect or modify herself, verify that `TlamatiniSourceCode/` exists in the current build first; self-modify is optional and absent builds must be treated honestly as read-only about their own code tree.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For authorized Kali Linux assessments, run MCP-Kali-Server on the Kali box, set `Config -&gt; URLs -&gt; Kali server (Kalier)` once, and then call `chat_agent_kalier` from Multi-Turn with the desired `action` and `target` without repeating the box URL each turn.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For STM32 firmware work, install STM32CubeIDE, leave `Config -&gt; URLs -&gt; STM32 MCP server script` blank for zero-config bootstrap, and then call `chat_agent_stm32er` from Multi-Turn with one `action` at a time such as `validate`, `create_project`, `write_source`, `build`, `build_and_flash`, `serial_session`, or `live_monitor`.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For ESP32 firmware work, leave `Config -&gt; URLs -&gt; pio_executable` blank for zero-config PlatformIO bootstrap, then call `chat_agent_esp32er` from Multi-Turn with actions like `bootstrap`, `validate`, `create_project`, `write_source`, `build`, `upload`, `build_and_upload`, `monitor`, or `monitor_session`.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444752"/>
            <a:ext cx="5300319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4175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Use the `ACPX-Skills` navbar menu when you need to browse, enable/disable, diagnose, or reload the shipped SKILL.md catalog without asking the LLM to be your admin surface.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Use the DB dropdown when you need a safe database snapshot or want to stage a different `db.sqlite3` for the next start-up without hot-swapping the live SQLite file.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Open `/agentic_control_panel/` to drag agents, connect them, configure each node, validate, start, pause/resume, stop, and save `.flw` workflows.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Use `python build.py`, `python build_uninstaller.py`, and `python build_installer.py` only when producing a packaged Windows release.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COMMANDS THAT MATTER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Source Mode Bootstrap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600200"/>
            <a:ext cx="10378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8DE"/>
                </a:solidFill>
                <a:latin typeface="Cascadia Mono"/>
              </a:rPr>
              <a:t>python -m venv venv
venv\Scripts\activate
pip install -r requirements.txt
python Tlamatini/manage.py migrate
python Tlamatini/manage.py createsuperuser
python Tlamatini/manage.py collectstatic --noinput
python Tlamatini/manage.py runserver --noreload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4663440"/>
            <a:ext cx="10378440" cy="107899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4663440"/>
            <a:ext cx="10378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4864607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First run 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5321807"/>
            <a:ext cx="9976104" cy="274319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Open the browser, log in with your source-mode superuser, load a context path, and decide whether the task needs Multi-Turn.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Installation And Configuration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Install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Python 3.12.10 is the strongly recommended source-mode version in the README, and the codebase has been tested most deeply there.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Source installs require a clone, virtual environment, dependency install from `requirements.txt`, migrations, a superuser, static collection, and then the web server.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You can run either the checked-in cloud/back-end defaults from `Tlamatini/agent/config.json` or a local Ollama-backed configuration with matching model names.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Packaged Windows installs create a default `user / changeme` account; manual source installs use your own `createsuperuser` account instead.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7648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Source mode resolves `Tlamatini/agent/config.json`; frozen builds resolve `config.json` next to the executable; `CONFIG_PATH` overrides both.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Core keys include `embeding-model`, `chained-model`, `ollama_base_url`, `ollama_token`, `enable_unified_agent`, `unified_agent_model`, and `unified_agent_max_iterations`.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checked-in default model baseline moved again in the recent Git window: the shared config now favors `kimi-k2.6:cloud`, so source or frozen installs that keep the shipped config should be documented as cloud-first unless the operator intentionally swaps models.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URL configuration now also includes `kali_server_url`, the STM32er bootstrap fields `stm32_mcp_server_script`, `stm32_mcp_python`, `stm32_template_dir`, `stm32_ide_root`, `stm32_mcp_repo_url`, and `stm32_mcp_install_dir`, plus ESP32er’s `pio_executable` and `pio_core_dir`, all edited from `Config -&gt; URLs` and inherited automatically by the chat-side wrapped tools.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Configuration Essentials (continued)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463040"/>
            <a:ext cx="105613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46304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66420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21408"/>
            <a:ext cx="1015898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chat-side Config -&gt; Models and Config -&gt; URLs dialogs are now first-class configuration surfaces, and they can explicitly ask the operator to reconnect when saved values change live-session assumptions.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separate DB dropdown is not a config editor: it is a maintenance surface for copying the live SQLite database out or staging a replacement for the next full start-up.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Multi-Turn is toggled from the chat toolbar, but it depends on the unified-agent configuration and the selected model/base-url pairing being valid; the current default iteration ceiling is 4096, and Ask Execs only becomes available when Multi-Turn itself is 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Image interpretation can run through Claude-backed cloud paths or Qwen/Ollama-backed local paths, and remote Ollama can be protected with a bearer token.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OPERATOR-SURFACE DOCUMENTATION UPDATES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ACPX-Skills And Prompts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ACPX-Skills menu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new `ACPX-Skills` navbar menu gives operators four direct actions over the skill catalog: Browse Skills, Configure Skills, Diagnostics, and Reload Registry.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`Configure Skills` flips `Skill.enabled` exactly the way MCPs and Tools are toggled, so disabled skills disappear from `list_skills` and reject `invoke_skill` with `SKILL_DISABLED` instead of silently half-working.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diagnostics view cross-checks skill dependencies against disabled tools, disabled MCPs, missing ACPX agents, and orphan database rows whose SKILL.md disappeared from disk.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Prompt catalog and readability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Version `1.3.2` tightened the HTML answer contract with a Prime Directive on visual readability: explicit background and text color, no grey-on-dark body text, and safer table-body defaults.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seeded `Prompts` dropdown was also re-sorted into a learner path: context-only Q&amp;A first, then metrics, files search, shell, code generation, vision, specialized single-tool actions, agent control, Unrealer, and heavier Multi-Turn/ACPX demos last.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Those readability rules remain in force in the current documentation set, and the newer `v1.12.0` release state keeps the version badge, runtime surfaces, self-knowledge wording, STM32er/ESP32er demo prompts, and operator handbook aligned.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OPERATOR SURFACE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DB Menu And Startup Swap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Backup and Set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new DB dropdown gives operators two GUI-first maintenance paths: `Backup database` copies the live SQLite file out, and `Set DB` stages a chosen `db.sqlite3` for the next full start-up.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Both dialogs are live-validated in the browser and now expose Browse buttons that open native host-side pickers for folders or `db.sqlite3` files.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Backup is read-only and uses the currently live database path; Set DB never hot-swaps the file mid-session because Django already holds SQLite open.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happens on next start-up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Set DB writes the selected file to `DB/ToLoad/db.sqlite3`; the real swap happens only at the top of `manage.py` before Django imports anything.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When that swap runs, the previous live database is moved into `DB/Older/&lt;timestamp&gt;/db.sqlite3`, creating a built-in rollback trail instead of overwriting history.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Reconnect is not enough for this path: the operator must fully restart Tlamatini so the pre-Django swap window opens again.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If the staged file is bad or locked, startup fails open: Tlamatini logs the error and continues with the previous live database.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RELEASE-IDENTITY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Versioning System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SemVer and resolver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Tlamatini now follows Semantic Versioning 2.0.0 with git tags as the single source of truth: you tag, then you build, instead of hand-editing version strings across files.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build path resolves a version once and propagates it into generated runtime metadata, Win32 VERSIONINFO resources, and the release-folder naming convention.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On untagged commits the resolver falls back honestly to a git-derived development version instead of failing the build or lying about the release state.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Where version appears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Operators can now see the running version in the About dialog, the startup banner, the open `GET /agent/version/` health-check endpoint, and Windows file properties on the built executables.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Packaged installs also project the same release identity into Windows' Installed-apps metadata through the ARP `DisplayVersion` field, so the uninstall surface and the binaries agree on the version being removed.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runtime resolver lives in `Tlamatini/agent/version.py`, while the build-oriented coordination logic lives in the repo-root `versioning.py` and the longer policy notes live in `VERSIONING.md`.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Build overrides are supported in a predictable order: CLI `--version`, then `TLAMATINI_VERSION`, then git describe, then the sentinel `0.0.0+unknown`.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5797296"/>
            <a:ext cx="101498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Cascadia Mono"/>
              </a:rPr>
              <a:t>Resolved current version: 1.13.0 | build: 1.13.0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ARCHIVE WORKER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De-Compresser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Operator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De-Compresser is the deterministic archive worker for compression and decompression tasks, deciding direction from whichever side exposes a recognized archive extension.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Supported archive families are `.gz`, `.zip`, `.7z`, `.tar.gz`, and `.gz.tar`; file-to-folder extraction and file-or-directory packing are both documented in the README and Book.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Password handling is explicit: `passwordless=true` skips it, while `passwordless=false` requires the `DE_COMPRESSER_PWD` environment variable and fails fast if the secret is missing.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Integration and fallbacks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agent is reachable from both operator surfaces: ACP canvas nodes wire through dedicated connection-update views, and checked Multi-Turn can invoke it through `chat_agent_de_compresser`.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Format engines are practical rather than magical: stdlib `gzip` and `zipfile` cover core cases, `7z` is preferred for encrypted `7z` or `zip`, and `py7zr` was added to `requirements.txt` as the Python fallback.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Every run emits an `INI_SECTION_DE_COMPRESSER&lt;&lt;&lt; ... &gt;&gt;&gt;END_SECTION_DE_COMPRESSER` block and still triggers `target_agents`, so downstream Parametrizer or Raiser logic can branch on `success=true|false` instead of guessing from prose.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TODAY'S UE5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Unreal MCP And Unrealer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Unreal MCP is a UE5 plugin that runs inside the editor and listens on `127.0.0.1:55557` for one JSON command per TCP connection; Tlamatini is the client side of that link, not the plugin host.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Unrealer workflow agent forwards any command the connected plugin build exposes, up to a 53-command surface across nine categories: actor manipulation (incl. viewport screenshots), Blueprint authoring and node wiring, input mappings, UMG widget building, in-editor Python/console execution, level I/O, asset import, and material authoring. Headless build/cook/test is out of scope (it needs UnrealEditor-Cmd, not the editor socket).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same integration is available in both operator surfaces: checked Multi-Turn via `chat_agent_unrealer`, and ACP canvas flows via the visual Unrealer node plus Parametrizer chaining.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Install and 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Install the upstream plugin into `&lt;YourProject&gt;/Plugins/UnrealMCP/`, enable it from `Edit -&gt; Plugins`, restart UE5, and confirm the Output Log says `UnrealMCP listening on 127.0.0.1:55557`.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Tlamatini does not compile or embed the plugin; the Unreal editor must already be running with the listener bound before any Unrealer call can succeed.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A seeded smoke test ships in the Prompts table: `Unreal MCP End-to-End Editor Drive` walks through sanity-check, actor spawn, Blueprint creation/compile, and UMG widget assembly.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Each Unrealer run is one command: load `config.yaml`, open a fresh TCP socket, send `{"type": command, "params": params}`, read until valid JSON arrives, and log one atomic `INI_SECTION_UNREALER&lt;&lt;&lt; ... &gt;&gt;&gt;END_SECTION_UNREALER` block.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THE 53-COMMAND FORK AND WHY IT MATTERS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Extended Unrealer Surface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Extended fork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Unrealer’s documentation now points at the public `XAIHT/XaihtUnrealEngineMCP` fork, the Unreal Engine MCP variant developed specifically for Tlamatini.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That fork exposes the extended 53-command, nine-category surface documented in README and Book: not only the base editor/Blueprint/UMG verbs, but also system, level, asset, material, screenshot, viewport, and in-editor Python paths.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practical message for operators is simple: Unrealer forwards the connected plugin’s verb surface directly, so Tlamatini’s client does not need a new release every time the plugin adds another supported command.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Runtime consequences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wrapped-tool path stores chat runs under `agent/agents/pools/_chat_runs_/unrealer_&lt;seq&gt;_&lt;id&gt;/`, while visual flows use normal `unrealer_&lt;n&gt;` pool folders and can chain response fields through Parametrizer mappings.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Exec Report treats Unrealer as its own row family, and troubleshooting stays concrete: connection-refused means the plugin is not listening, while read-timeout usually means UE5's game thread is busy.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seeded Unreal demo prompts now cover screenshots, scene-building, and in-editor Python/introspection paths on top of the original blueprint flow.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WINDOWS PROCESS-HYGIENE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Orphan-Process Cleanup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Three-tier reaper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Tlamatini now ships a three-tier orphan reaper in `Tlamatini/agent/orphan_reaper.py` focused on Windows console-host leftovers such as `conhost.exe` and `openconsole.exe`.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Tier 1 runs after spawn-capable Multi-Turn tool calls, Tier 2 runs once after the final answer in a background thread, and Tier 3 runs again during application shutdown through the same cleanup path that already tears down pools.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candidate set stays narrow on purpose: dead descendants of the current process tree, orphaned console hosts tied to that tree, and pool-linked processes whose `cmdline` still points into `agents/pools/...` even though tracking records are gone.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Prevention and survivor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Prevention landed alongside cleanup: Windows spawn sites now use `CREATE_NO_WINDOW | DETACHED_PROCESS | CREATE_NEW_PROCESS_GROUP` with stdio piped to `DEVNULL`, so the console host is usually never allocated in the first place.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ACPX runtime now kills full process trees instead of only top-level wrappers, and pool-agent scripts gained a conservative `subprocess.Popen` guard so forgotten descendants still inherit `CREATE_NO_WINDOW`.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If something survives both cleanup tiers, Tlamatini sends a second chat bubble listing each surviving `name + PID`; the reaper never raises into the user path because a cleanup crash would be worse than the leftovers it tried to remove.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LOCAL MODEL SETUP ON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Without Admin Rights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56132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E8E8DE"/>
                </a:solidFill>
                <a:latin typeface="Cascadia Mono"/>
              </a:rPr>
              <a:t>$env:OLLAMA_INSTALL_DIR = "$env:LOCALAPPDATA\Programs\Ollama"
irm https://ollama.com/install.ps1 | iex
ollama --version
ollama serve
Invoke-WebRequest http://127.0.0.1:11434/api/tags -UseBasicParsing
ollama pull qwen3-embedding:8b
ollama pull kimi-k2.6:cloud
ollama pull qwen3.5:cloud
ollama pull gpt-oss:120b-cloud
ollama pull qwen3.5:397b-cloud
ollama pull llama3.2-vision:11b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590288"/>
            <a:ext cx="10561320" cy="17373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59028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4791455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5248655"/>
            <a:ext cx="10158984" cy="9326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Open a normal PowerShell window, not an elevated one, for the safest no-admin Windows installation path.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Install into `%LOCALAPPDATA%\Programs\Ollama` with the official PowerShell installer script and then reopen PowerShell so PATH updates are visible.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SERVICE, API, AND MODEL PULLS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Service and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Verify the CLI with `ollama --version`, start `ollama serve` if the background service is not already active, and confirm `http://127.0.0.1:11434/api/tags` responds.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Pull the default repository model tags exactly as written if you want the shipped config and agent templates to work unchanged.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Default pull 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qwen3-embedding:8b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kimi-k2.6:cloud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qwen3.5:cloud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gpt-oss:120b-cloud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qwen3.5:397b-cloud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llama3.2-vision:11b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README AND BOOK DRIVEN OPERATOR SAFEGUARDS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GPU Guard And Reconnect UX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Embedding-memory pre-flight guard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README and BookOfTlamatini now document an embedding-memory pre-flight guard for GPU hosts before a directory-context load starts its FAISS embedding burst.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On supported NVIDIA hosts it estimates embedding-model VRAM pressure, and when the projected load is too high it emits a non-blocking warning chat bubble instead of silently letting RAM&lt;-&gt;VRAM thrash surprise the operator.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CPU-only, AMD, and Apple-Silicon hosts stay fail-open: the guard becomes a no-op when the NVIDIA probe does not apply.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practical operator response is straightforward: switch to a smaller embedding model, reconnect if needed, or proceed knowingly with the heavier model.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Reconnect and restart safeguards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Config -&gt; Models and Config -&gt; URLs dialogs now track their pre-edit baseline and can show a reconnect-required dialog when the saved values change what the live chat session should trust.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restored-session autoload path now buffers early WebSocket frames so context-loading spinners and disabled-input state are not lost during automatic reconnect/restore flows.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Startup and restart behavior now also re-apply GPU performance and Ollama keep-alive hooks in the background on supported NVIDIA Windows hosts, improving warm-model readiness without blocking Django boot.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Browser-driven attention routing is now part of that operator-safety layer too: Ask Execs prompts and Notifier events can raise a taskbar flash plus a log banner without relying on the browser window already being visible.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Windows process hygiene is now part of that safety story too: detached no-window spawns and the three-tier orphan reaper reduce the chance that Task Manager shows stale Tlamatini-icon console helpers after long runs.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Ask Execs extends that safety story into execution approval itself: the operator can now stop a destructive chain before the next mutation instead of only auditing it after the fact in Exec Report.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DEVELOPMENT, MCP BOOTSTRAP, AND ASGI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Running Modes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How to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Development server: `python Tlamatini/manage.py runserver --noreload`.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Preferred async/dev bootstrap: `python Tlamatini/manage.py startserver`, which starts MCP services before the Django server.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Production-style ASGI entrypoint: `daphne -b 127.0.0.1 -p 8000 tlamatini.asgi:application`.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Current startup also re-applies GPU-performance / Ollama-pinning hooks in the background on supported NVIDIA Windows hosts, so restart-time behavior stays closer to the tuned development baseline.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That same early startup window is also where a staged `DB/ToLoad/db.sqlite3` file is promoted into the live database path, before Django opens SQLite.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In frozen mode, startup now also self-heals the per-user Windows Installed-apps entry when `Uninstaller.exe` is present beside `Tlamatini.exe`, so old installs can gain a standard uninstall surface without a reinstall.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Startup now also prints a `--- [VERSION] Tlamatini ...` banner, making the running build visible in both the console and `tlamatini.log` without an HTTP call.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Startup cleans pool state, repopulates the agent registry, launches MCP metrics/file-search servers, and then serves HTTP plus WebSocket traffic.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startup does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Initializes Django and runtime guards in manage.py.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Cleans pool state and repopulates the Agent table from current disk templates.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Launches MCP metrics and gRPC file-search servers before steady-state traffic.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Self-heals the frozen Windows Installed-apps entry when `Uninstaller.exe` is present beside the executable.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Handles shutdown by killing tracked/untracked agent processes and clearing pool artifacts.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SOURCE USAGE IS SEPARATE FROM RELEASE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Packaging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265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pkg.zip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2744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build_uninstaller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544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Uninstaller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0333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build_installer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9439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1443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Release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063240"/>
            <a:ext cx="10378440" cy="23317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1248" y="3063240"/>
            <a:ext cx="103784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" y="3264408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Release 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" y="3721608"/>
            <a:ext cx="9976104" cy="1527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Run packaging only when preparing a Windows distribution.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final distributable is the full `dist/Tlamatini_Release_v&lt;version&gt;/` folder, not one executable copied out of context.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Installer scripts register shortcuts, `.flw` file associations, the bundled uninstaller, and the per-user Installed-apps entry.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SHOW-YOUR-WORK VISIBILITY FOR MULTI-TURN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Exec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exists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Exec Report is a Multi-Turn-only transparency layer that appends one operation table per state-changing agent family to the final answer.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Rows are recorded from the live tool-call stream rather than guessed from the LLM prose, so the report is the operational ground truth.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Each row receives a SUCCESS/FAILURE verdict from raw tool returns, making long installs, deployments, and remediations inspectable after the fact.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When Ask Execs is enabled, Exec Report and the red denial banner complement each other: already-executed steps still render as tables, while the denied step stays out of the tables and is surfaced only through the interruption banner.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Tables appear only for state-changing agent families that actually fired.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Verdicts are derived from real tool returns, not inferred from prose summaries.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This is the audit surface that makes long jobs debuggable from the chat output itself.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EXTERNAL CODING-AGENT 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 And Skills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ACPX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ACPX lets Tlamatini spawn external coding-agent CLIs such as Codex, Claude Code, Cursor, Gemini, Qwen, and others as managed child processes.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It pairs those agents with markdown-driven `SKILL.md` packages, validated I/O contracts, permission gating, and append-only audit logs.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Transport-aware drain rules and bounded event bodies reduce latency while protecting the LLM context budget during external-agent relays.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operator-facing references are `README.md` and `ACPX.md`, while the implementation lives under `agent/acpx/`, `agent/skills/`, and `agent/skills_pkg/`.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Files and operator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`agent/acpx/` hosts the runtime, permission gate, registry, and tools.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`agent/skills/` and `agent/skills_pkg/` host the in-process skill harness and markdown catalog.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Transcripts and audit logs are persisted so external delegation stays replayable.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TLAMATINI.LOG AS FORENSIC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Application 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46988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46988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0675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the log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06754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The built-in `tlamatini.log` file captures both stdout and stderr through a tee stream initialized in `manage.py` before Django starts.</a:t>
            </a:r>
          </a:p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In source mode the log sits next to `manage.py`; in frozen mode it lives next to the executable.</a:t>
            </a:r>
          </a:p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Immediate flush behavior makes the log the primary forensic artifact for startup problems, warnings, tracebacks, and runtime diagnostics.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CURRENT HEAD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Repository Facts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TRACKED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542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24327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063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063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72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9884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MIGRATIONS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115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336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28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788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CSS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224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HTML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2834640"/>
            <a:ext cx="9921240" cy="3063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2834640"/>
            <a:ext cx="9921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61288" y="3035808"/>
            <a:ext cx="9518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Current HEAD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" y="3493008"/>
            <a:ext cx="9518904" cy="2258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70019ea - Dropping some trash, by angelahack1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Resolved version: 1.13.0 (git)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Generated on June 04, 2026 01:15 PM UTC-0600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Multi-Turn tools: 79; wrapped chat-agent tools: 47; skills: 27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Python requirements: 73; authoritative agent-description rows: 72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Binary or asset tracked files skipped from line count: 22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IMPORTANT CHANGES SINCE THE LAST COMMITTED PDF/PPTX UPDATE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Since Last Dossier Refresh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Baseline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99d0895 on 2026-05-31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Updating the graphical documentation about adding ES32er Agent programmer, debugger and uploader, by angelahack1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Commits since then: 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Key changes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New observational capture pair: Camcorder (webcam photo/video via OpenCV) and Recorder (microphone WAV via sounddevice) — read-only siblings of Shoter, on the canvas and as wrapped chat_agent_camcorder / chat_agent_recorder tools.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Arduiner added as the third microcontroller agent: a direct arduino-cli bridge that builds and uploads firmware for any fqbn-selected board, with zero-config bootstrap, auto board-core install, and a serial-port safety preflight.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The new in-process flow-making skill turns a plain objective into a canvas-loadable .flw by driving the FlowCreator engine, so operators build runnable flows straight from chat.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Directory policy: every transient file now stays under &lt;app&gt;/Temp and every scaffolded firmware/engine project tree under &lt;app&gt;/Templates (never C:/Temp or %TEMP%), pinned before Django starts.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The markdown handbooks themselves were revised during that span, so this dossier refresh is carrying forward not only code/runtime changes but also the corrected operator-language and release-story wording.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NEWEST AGENTS, SKILL, DIRECTORY POLICY, AND MONITORING COVERAGE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Since-Monday Additions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New agents — the capture trio + firmware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Camcorder: physical-webcam capture via OpenCV — a photo (default) or a short video — saved to Pictures/TlamatiniCamcorder; read-only, the camera sibling of Shoter.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Recorder: microphone capture via sounddevice to a WAV in Music/TlamatiniRecords, native sample-rate by default — the audio sibling that completes the screen/camera/mic trio.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Both are observational, so they stay out of the Exec Report; each ships on the canvas and as a wrapped Multi-Turn tool.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Arduiner: the third microcontroller agent — a direct arduino-cli bridge that builds and uploads firmware for any fqbn-selected board, with zero-config bootstrap, auto board-core install, and a serial-port safety preflight.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New skill, policy &amp; monitoring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flow-making skill: turns a plain objective into a canvas-loadable .flw by driving the FlowCreator engine, so chat can build runnable flows without opening the designer.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Temp/Templates policy: every transient file stays under &lt;app&gt;/Temp and every scaffolded firmware/engine project under &lt;app&gt;/Templates (never C:/Temp or %TEMP%), pinned before Django starts and taught to the LLM as Rules 15/16.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FlowHypervisor monitoring now covers every agent — ESP32er, Arduiner, Camcorder, and Recorder were added to its categorization, timing, startup markers, and do-not-flag rules, with a first-build-downloads-a-large-toolchain caveat.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Catalog now stands at 72 workflow agents and 79 Multi-Turn tools (47 wrapped chat-agent + 12 ACPX/Skill + 20 core), with 27 skills.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NO COMMENTS, NO BLANKS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Effective Lines By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TOTAL EFFECTIVE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121,917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242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TOTAL PHYSICAL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242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166,983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1558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TEXT LANGUAGES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788920"/>
            <a:ext cx="103784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LANGUAGE                 FILES   EFFECTIVE      TOTAL   SHARE
Python                   315      84,388    118,225  69.2%
Markdown                  65      14,536     18,510  11.9%
JavaScript                28      13,664     17,208  11.2%
CSS                        6       3,643      4,626   3.0%
YAML                      76       1,587      3,612   1.3%
Other text                 6         894      1,089   0.7%
HTML                       4         858        876   0.7%
Prompt template            2         803        924   0.7%
PowerShell                 5         508        754   0.4%
JavaScript module          1         403        472   0.3%
JSON                       5         398        398   0.3%
Text                       5         202        232   0.2%
Protocol Buffers           1          20         33   0.0%
Batch                      1          13         24   0.0%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WHERE MOST AUTHORED TEXT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Largest Files By Effective 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698480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PATH                                                     LANGUAGE     EFFECTIVE   TOTAL
Tlamatini/agent/views.py                                Python         7,528  10,945
Tlamatini/agent/tests.py                                Python         5,036   6,473
Tlamatini/agent/tools.py                                Python         2,616   3,758
Tlamatini/agent/doc_generation/complete_project_docs.py Python         2,291   2,585
BookOfTlamatini.md                                      Markdown       2,108   2,965
Tlamatini/agent/agents/flowcreator/agentic_skill.md     Markdown       2,038   2,256
...ini/agent/static/agent/css/agentic_control_panel.css CSS            1,768   2,364
Tlamatini/agent/static/agent/js/agent_page_init.js      JavaScript     1,435   1,687
Tlamatini/agent/static/agent/js/acp-canvas-core.js      JavaScript     1,319   1,629
Tlamatini/agent/static/agent/css/agent_page.css         CSS            1,314   1,602
Tlamatini/agent/consumers.py                            Python         1,300   1,638
README.md                                               Markdown       1,297   1,849
Tlamatini/agent/static/agent/js/acp-agent-connectors.js JavaScript     1,289   1,439
Tlamatini/agent/static/agent/js/agent_page_chat.js      JavaScript     1,246   1,700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CHANGES ACCORDING TO GIT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 In Git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08760"/>
            <a:ext cx="10561320" cy="44805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08760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0992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today's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67128"/>
            <a:ext cx="10158984" cy="36758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Git history today shows focused maintenance across the operator surface, release mechanics, and runtime behavior.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COMMITS SINCE THE LAST COMMITTED PDF/PPTX REFRESH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Visual Dossier Change Appendix 1/2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2026-06-03 | 70019ea | Dropping some trash, by angelahack1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2026-06-03 | ba33a62 | Implementation of Camcorder!, by angelahack1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2026-06-03 | e328813 | Sweeping documentation .md to be established as version 1.13.0, by Tlamatini's-AutoBot.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2026-06-03 | a51a65f | LLM Temp/Template generation patch to agents registry in timing and tests module, by Tlamatini's-AutoBot.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2026-06-02 | 73e72d3 | LLM Temp/Template generation patch to unified module, by Tlamatini's-AutoBot.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2026-06-02 | 93a703f | LLM Temp/Template generation improved, by Tlamatini's-AutoBot.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COMMITS SINCE THE LAST COMMITTED PDF/PPTX REFRESH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Visual Dossier Change Appendix 2/2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2026-06-02 | bf66898 | Implementing Arduiner!, to generate, compile, and upload complete implementations to Arduino boards, by Tlamatini's-AutoBot.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2026-06-01 | 492add6 | Implementing Flow-Making skill in order to enable chat to generate FLW files based in a prompt, by Tlamatini's-AutoBot.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Tlamatini/
|-- .gitignore
|-- _acpx_pipeline_demo_report.md
|-- ACPX.md
|-- agents_descriptions.md
|-- BookOfTlamatini.md
|-- build.py
|-- build_installer.py
|-- build_uninstaller.py
|-- Claude-Desktop-KALI-MCP-Session.md
|-- CLAUDE.md
|-- CreateShortcut.json
|-- CreateShortcut.ps1
|-- eslint.config.mjs
|-- example_of_prompt_to_make_de-compresser_agent.txt
|-- install.py
|-- KIMI.md
|-- LICENSE
|-- OllamaPricing.png
|-- package.json
|-- PIVOT_CHANGES.md
|-- pnpm-lock.yaml
|-- prompt_example_2_create_agent.txt
|-- README.md
|-- regen_secrets.py
|-- register_flw.ps1
|-- RemoveShortcut.ps1
|-- requirements.txt
|-- Tlamatini-Kali-Setup.md
|-- Tlamatini.ico
|-- Tlamatini.jpg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|-- Tlamatini.ps1
|-- tlamatini_app_summary.pdf
|-- Tlamatini_eXtended_Artificial_Intelligence_Humanly_Tempered.pptx
|-- uninstall.py
|-- unregister_flw.ps1
|-- VERSIONING.md
|-- versioning.py
|-- .codex/
|   `-- skills/
|       |-- full-project-pdf-dossier/
|       |   `-- SKILL.md
|       `-- overlap-safe-pptx-dossier/
|           `-- SKILL.md
|-- .github/
|   `-- workflows/
|       `-- name-guard.yml
|-- docs/
|   `-- claude/
|       |-- acpx.md
|       |-- agents.md
|       |-- architecture.md
|       |-- exec-report.md
|       |-- frontend.md
|       |-- gotchas.md
|       |-- INDEX.md
|       |-- mcp-tools.md
|       |-- multi-turn.md
|       `-- recent-fixes.md
|-- pyinstaller_hooks/
|   `-- hook-numpy.py
`-- Tlamatini/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3/23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|-- cat_art.py
    |-- manage.py
    |-- .agents/
    |   `-- workflows/
    |       `-- create_new_agent.md
    |-- .mcps/
    |   `-- create_new_mcp.md
    |-- .skills/
    |   `-- create_new_skill.md
    |-- agent/
    |   |-- __init__.py
    |   |-- admin.py
    |   |-- apps.py
    |   |-- capability_registry.py
    |   |-- chain_files_search_lcel.py
    |   |-- chain_system_lcel.py
    |   |-- chat_agent_registry.py
    |   |-- chat_agent_runtime.py
    |   |-- chat_history_loader.py
    |   |-- command_togen_pb2.txt
    |   |-- config.json
    |   |-- config_loader.py
    |   |-- constants.py
    |   |-- consumers.py
    |   |-- embedding_memory_guard.py
    |   |-- exec_permission.py
    |   |-- filesearch.proto
    |   |-- filesearch_pb2.py
    |   |-- filesearch_pb2_grpc.py
    |   |-- global_execution_planner.py
    |   |-- global_state.py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4/23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gpu_perf.py
    |   |-- inet_determiner.py
    |   |-- mcp_agent.py
    |   |-- mcp_files_search_client.py
    |   |-- mcp_files_search_server.py
    |   |-- mcp_system_client.py
    |   |-- mcp_system_server.py
    |   |-- models.py
    |   |-- native_dialogs.py
    |   |-- orphan_reaper.py
    |   |-- path_guard.py
    |   |-- prompt.pmt
    |   |-- rag_enhancements.py
    |   |-- routing.py
    |   |-- test_arduiner_agent.py
    |   |-- test_build_scripts.py
    |   |-- test_camcorder_agent.py
    |   |-- test_de_compresser.py
    |   |-- test_embedding_memory_guard.py
    |   |-- test_esp32er_agent.py
    |   |-- test_flow_contracts.py
    |   |-- test_kalier_agent.py
    |   |-- test_native_dialogs.py
    |   |-- test_orphan_reaper.py
    |   |-- test_password_quoting.py
    |   |-- test_playwrighter_agent.py
    |   |-- test_stm32er_agent.py
    |   |-- test_temp_dir_policy.py
    |   |-- test_unrealer_agent.py
    |   |-- test_windower_agent.py
    |   |-- test_windows_app_registration.py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5/23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tests.py
    |   |-- Tlamatini.md
    |   |-- tools.py
    |   |-- urls.py
    |   |-- version.py
    |   |-- views.py
    |   |-- web_search_llm.py
    |   |-- window_flash.py
    |   |-- windows_app_registration.py
    |   |-- acpx/
    |   |   |-- __init__.py
    |   |   |-- agent_registry.py
    |   |   |-- config.py
    |   |   |-- permissions.py
    |   |   |-- runtime.py
    |   |   |-- service.py
    |   |   |-- session_store.py
    |   |   |-- tests.py
    |   |   |-- tools.py
    |   |   `-- windows_spawn.py
    |   |-- agents/
    |   |   |-- acpxer/
    |   |   |   |-- acpxer.py
    |   |   |   `-- config.yaml
    |   |   |-- analyzer/
    |   |   |   |-- analyzer.py
    |   |   |   `-- config.yaml
    |   |   |-- and/
    |   |   |   |-- and.py
    |   |   |   `-- config.yaml
    |   |   |-- apirer/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6/23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apirer.py
    |   |   |   `-- config.yaml
    |   |   |-- arduiner/
    |   |   |   |-- arduiner.py
    |   |   |   |-- config.yaml
    |   |   |   `-- ArduinoTemplateProject/
    |   |   |       |-- ArduinoTemplateProject.ino
    |   |   |       |-- README.md
    |   |   |       |-- sketch.yaml
    |   |   |       `-- src/
    |   |   |           |-- Heartbeat.cpp
    |   |   |           `-- Heartbeat.h
    |   |   |-- asker/
    |   |   |   |-- asker.py
    |   |   |   `-- config.yaml
    |   |   |-- barrier/
    |   |   |   |-- barrier.py
    |   |   |   |-- config.yaml
    |   |   |   `-- test_barrier.py
    |   |   |-- camcorder/
    |   |   |   |-- camcorder.py
    |   |   |   `-- config.yaml
    |   |   |-- cleaner/
    |   |   |   |-- __init__.py
    |   |   |   |-- cleaner.py
    |   |   |   `-- config.yaml
    |   |   |-- counter/
    |   |   |   |-- config.yaml
    |   |   |   `-- counter.py
    |   |   |-- crawler/
    |   |   |   |-- config.yaml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7/23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crawler.py
    |   |   |-- croner/
    |   |   |   |-- config.yaml
    |   |   |   `-- croner.py
    |   |   |-- de_compresser/
    |   |   |   |-- config.yaml
    |   |   |   `-- de_compresser.py
    |   |   |-- deleter/
    |   |   |   |-- config.yaml
    |   |   |   `-- deleter.py
    |   |   |-- dockerer/
    |   |   |   |-- config.yaml
    |   |   |   `-- dockerer.py
    |   |   |-- emailer/
    |   |   |   |-- config.yaml
    |   |   |   `-- emailer.py
    |   |   |-- ender/
    |   |   |   |-- config.yaml
    |   |   |   `-- ender.py
    |   |   |-- esp32er/
    |   |   |   |-- config.yaml
    |   |   |   `-- esp32er.py
    |   |   |-- executer/
    |   |   |   |-- config.yaml
    |   |   |   `-- executer.py
    |   |   |-- file_creator/
    |   |   |   |-- config.yaml
    |   |   |   `-- file_creator.py
    |   |   |-- file_extractor/
    |   |   |   |-- config.yaml
    |   |   |   `-- file_extractor.py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8/23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file_interpreter/
    |   |   |   |-- config.yaml
    |   |   |   `-- file_interpreter.py
    |   |   |-- flowbacker/
    |   |   |   |-- config.yaml
    |   |   |   `-- flowbacker.py
    |   |   |-- flowcreator/
    |   |   |   |-- agentic_skill.md
    |   |   |   |-- config.yaml
    |   |   |   `-- flowcreator.py
    |   |   |-- flowhypervisor/
    |   |   |   |-- config.yaml
    |   |   |   |-- flowhypervisor.py
    |   |   |   |-- hypervisor_alert.wav
    |   |   |   `-- monitoring-prompt.pmt
    |   |   |-- forker/
    |   |   |   |-- config.yaml
    |   |   |   `-- forker.py
    |   |   |-- gateway_relayer/
    |   |   |   |-- config.yaml
    |   |   |   |-- gateway_relayer.md
    |   |   |   `-- gateway_relayer.py
    |   |   |-- gatewayer/
    |   |   |   |-- config.yaml
    |   |   |   |-- gatewayer.md
    |   |   |   |-- gatewayer.py
    |   |   |   `-- gatewayer_explanation.md
    |   |   |-- gitter/
    |   |   |   |-- config.yaml
    |   |   |   `-- gitter.py
    |   |   |-- googler/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9/23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googler.py
    |   |   |-- image_interpreter/
    |   |   |   |-- config.yaml
    |   |   |   `-- image_interpreter.py
    |   |   |-- j_decompiler/
    |   |   |   |-- config.yaml
    |   |   |   `-- j_decompiler.py
    |   |   |-- jenkinser/
    |   |   |   |-- config.yaml
    |   |   |   `-- jenkinser.py
    |   |   |-- kalier/
    |   |   |   |-- config.yaml
    |   |   |   `-- kalier.py
    |   |   |-- keyboarder/
    |   |   |   |-- config.yaml
    |   |   |   `-- keyboarder.py
    |   |   |-- kuberneter/
    |   |   |   |-- config.yaml
    |   |   |   `-- kuberneter.py
    |   |   |-- kyber_cipher/
    |   |   |   |-- config.yaml
    |   |   |   `-- kyber_cipher.py
    |   |   |-- kyber_decipher/
    |   |   |   |-- config.yaml
    |   |   |   `-- kyber_decipher.py
    |   |   |-- kyber_keygen/
    |   |   |   |-- config.yaml
    |   |   |   `-- kyber_keygen.py
    |   |   |-- mongoxer/
    |   |   |   |-- config.yaml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10/23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mongoxer.py
    |   |   |-- monitor_log/
    |   |   |   |-- config.yaml
    |   |   |   `-- monitor_log.py
    |   |   |-- monitor_netstat/
    |   |   |   |-- config.yaml
    |   |   |   `-- monitor_netstat.py
    |   |   |-- mouser/
    |   |   |   |-- config.yaml
    |   |   |   `-- mouser.py
    |   |   |-- mover/
    |   |   |   |-- config.yaml
    |   |   |   `-- mover.py
    |   |   |-- node_manager/
    |   |   |   |-- config.yaml
    |   |   |   |-- node_manager.md
    |   |   |   |-- node_manager.py
    |   |   |   |-- nodes_example.json
    |   |   |   `-- nodes_example.yaml
    |   |   |-- notifier/
    |   |   |   |-- config.yaml
    |   |   |   `-- notifier.py
    |   |   |-- or/
    |   |   |   |-- config.yaml
    |   |   |   `-- or.py
    |   |   |-- parametrizer/
    |   |   |   |-- config.yaml
    |   |   |   `-- parametrizer.py
    |   |   |-- playwrighter/
    |   |   |   |-- config.yaml
    |   |   |   `-- playwrighter.py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11/23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prompter/
    |   |   |   |-- config.yaml
    |   |   |   `-- prompter.py
    |   |   |-- pser/
    |   |   |   |-- config.yaml
    |   |   |   `-- pser.py
    |   |   |-- pythonxer/
    |   |   |   |-- config.yaml
    |   |   |   `-- pythonxer.py
    |   |   |-- raiser/
    |   |   |   |-- config.yaml
    |   |   |   `-- raiser.py
    |   |   |-- recmailer/
    |   |   |   |-- config.yaml
    |   |   |   `-- recmailer.py
    |   |   |-- reviewer/
    |   |   |   |-- config.yaml
    |   |   |   `-- reviewer.py
    |   |   |-- scper/
    |   |   |   |-- config.yaml
    |   |   |   `-- scper.py
    |   |   |-- shoter/
    |   |   |   |-- config.yaml
    |   |   |   `-- shoter.py
    |   |   |-- sleeper/
    |   |   |   |-- config.yaml
    |   |   |   `-- sleeper.py
    |   |   |-- sqler/
    |   |   |   |-- config.yaml
    |   |   |   `-- sqler.py
    |   |   |-- ssher/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12/23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ssher.py
    |   |   |-- starter/
    |   |   |   |-- config.yaml
    |   |   |   `-- starter.py
    |   |   |-- stm32er/
    |   |   |   |-- config.yaml
    |   |   |   `-- stm32er.py
    |   |   |-- stopper/
    |   |   |   |-- config.yaml
    |   |   |   `-- stopper.py
    |   |   |-- summarizer/
    |   |   |   |-- config.yaml
    |   |   |   `-- summarizer.py
    |   |   |-- telegramer/
    |   |   |   |-- config.yaml
    |   |   |   `-- telegramer.py
    |   |   |-- telegramrx/
    |   |   |   |-- config.yaml
    |   |   |   `-- telegramrx.py
    |   |   |-- teletlamatini/
    |   |   |   |-- config.yaml
    |   |   |   `-- teletlamatini.py
    |   |   |-- unrealer/
    |   |   |   |-- config.yaml
    |   |   |   `-- unrealer.py
    |   |   |-- whatsapper/
    |   |   |   |-- config.yaml
    |   |   |   `-- whatsapper.py
    |   |   |-- whatstlamatini/
    |   |   |   |-- config.yaml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13/23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whatstlamatini.py
    |   |   `-- windower/
    |   |       |-- config.yaml
    |   |       `-- windower.py
    |   |-- doc_generation/
    |   |   |-- complete_project_docs.py
    |   |   |-- mardown_to_pdf.py
    |   |   |-- refresh_project_docs.py
    |   |   `-- test_output.pdf
    |   |-- images/
    |   |   |-- HiIamTlamatini.png
    |   |   |-- mockup.jpg
    |   |   |-- RealisticTlamatini.png
    |   |   |-- ShouldersUoTlamatini.png
    |   |   |-- Tlamatini AI Agentic Advisor Video.mp4
    |   |   |-- TlamatiniAbout.jpg
    |   |   |-- TlamatiniDrawings.png
    |   |   |-- TlammatiniLetsMakeSomeMagic.mp4
    |   |   |-- TorsoTlamatini.png
    |   |   `-- XAIHT-Tlamatini.mp4
    |   |-- imaging/
    |   |   |-- converter.py
    |   |   |-- image_interpreter.py
    |   |   `-- screenshot.py
    |   |-- management/
    |   |   |-- __init__.py
    |   |   `-- commands/
    |   |       |-- acpx_lint.py
    |   |       `-- startserver.py
    |   |-- migrations/
    |   |   |-- 0001_initial.py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14/23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|-- 0002_populate_db.py
    |   |   |-- 0003_add_cleaner.py
    |   |   |-- 0004_add_deleter.py
    |   |   |-- 0005_add_executer.py
    |   |   |-- 0006_add_notifier.py
    |   |   |-- 0007_add_stopper.py
    |   |   |-- 0008_add_recmailer.py
    |   |   |-- 0009_add_whatsapper.py
    |   |   |-- 0010_add_pythonxer.py
    |   |   |-- 0011_add_asker.py
    |   |   |-- 0012_repopulate_all_agents.py
    |   |   |-- 0013_add_forker.py
    |   |   |-- 0014_repopulate_all_agents.py
    |   |   |-- 0015_add_shoter.py
    |   |   |-- 0016_repopulate_all_agents.py
    |   |   |-- 0017_add_ssher.py
    |   |   |-- 0018_repopulate_all_agents.py
    |   |   |-- 0019_add_scper.py
    |   |   |-- 0020_repopulate_all_agents.py
    |   |   |-- 0021_add_telegramrx.py
    |   |   |-- 0022_repopulate_all_agents.py
    |   |   |-- 0023_add_mongoxer.py
    |   |   |-- 0024_repopulate_all_agents.py
    |   |   |-- 0025_add_telegramer.py
    |   |   |-- 0026_repopulate_all_agents.py
    |   |   |-- 0027_add_sqler.py
    |   |   |-- 0028_repopulate_all_agents.py
    |   |   |-- 0029_add_prompter.py
    |   |   |-- 0030_repopulate_all_agents.py
    |   |   |-- 0031_add_flowcreator.py
    |   |   |-- 0032_repopulate_all_agents.py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15/23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|-- 0033_add_gitter.py
    |   |   |-- 0034_add_dockerer.py
    |   |   |-- 0035_add_pser.py
    |   |   |-- 0036_add_kuberneter.py
    |   |   |-- 0037_add_apirer.py
    |   |   |-- 0038_add_jenkinser.py
    |   |   |-- 0039_add_crawler.py
    |   |   |-- 0040_add_summarizer.py
    |   |   |-- 0041_add_flowhypervisor.py
    |   |   |-- 0042_add_mouser.py
    |   |   |-- 0043_agentmessage_conversation_user.py
    |   |   |-- 0044_add_counter.py
    |   |   |-- 0045_add_file_interpreter.py
    |   |   |-- 0046_add_image_interpreter.py
    |   |   |-- 0047_add_gatewayer.py
    |   |   |-- 0048_add_gateway_relayer.py
    |   |   |-- 0049_add_node_manager.py
    |   |   |-- 0050_add_file_creator.py
    |   |   |-- 0051_add_file_extractor.py
    |   |   |-- 0052_add_kyber_keygen.py
    |   |   |-- 0053_add_kyber_cipher.py
    |   |   |-- 0054_add_kyber_decipher.py
    |   |   |-- 0055_fix_kyber_cipher_names.py
    |   |   |-- 0056_add_parametrizer.py
    |   |   |-- 0057_add_flowbacker.py
    |   |   |-- 0058_add_barrier.py
    |   |   |-- 0059_add_j_decompiler.py
    |   |   |-- 0060_add_agent_parametrizer_tool.py
    |   |   |-- 0061_add_agent_starter_tool.py
    |   |   |-- 0062_sync_agent_control_tools_and_prompts.py
    |   |   |-- 0063_add_agent_parametrizer_prompt.py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16/23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|-- 0064_add_chat_agent_run_model.py
    |   |   |-- 0065_add_chat_wrapped_agent_tools.py
    |   |   |-- 0066_add_keyboarder.py
    |   |   |-- 0067_add_multi_turn_demo_prompts.py
    |   |   |-- 0068_add_googler_tool.py
    |   |   |-- 0069_add_googler_agent.py
    |   |   |-- 0070_add_teletlamatini.py
    |   |   |-- 0071_acpx_skills.py
    |   |   |-- 0072_add_acpx_demo_prompts.py
    |   |   |-- 0073_acpx_demo_gemini_uplift.py
    |   |   |-- 0074_simplify_demo_prompts.py
    |   |   |-- 0075_add_acpx_tool_surface.py
    |   |   |-- 0076_add_acpxer.py
    |   |   |-- 0077_add_whatstlamatini.py
    |   |   |-- 0078_add_chat_agent_keyboarder_tool.py
    |   |   |-- 0079_add_chat_agent_mouser_tool.py
    |   |   |-- 0080_add_chat_agent_sleeper_tool.py
    |   |   |-- 0081_add_window_present_and_run_wait_tools.py
    |   |   |-- 0082_add_chat_agent_j_decompiler_tool.py
    |   |   |-- 0083_add_de_compresser.py
    |   |   |-- 0084_add_chat_agent_de_compresser_tool.py
    |   |   |-- 0085_add_unrealer.py
    |   |   |-- 0086_add_chat_agent_unrealer_tool.py
    |   |   |-- 0087_add_unrealer_demo_prompt.py
    |   |   |-- 0088_add_reviewer.py
    |   |   |-- 0089_add_analyzer.py
    |   |   |-- 0090_add_reviewer_analyzer_demo_prompts.py
    |   |   |-- 0091_add_playwrighter.py
    |   |   |-- 0092_add_chat_agent_playwrighter_tool.py
    |   |   |-- 0093_add_windower.py
    |   |   |-- 0094_add_chat_agent_windower_tool.py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17/23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|-- 0095_add_windower_playwrighter_demo_prompts.py
    |   |   |-- 0096_add_director_virtuoso_demo_prompts.py
    |   |   |-- 0097_add_kalier.py
    |   |   |-- 0098_add_chat_agent_kalier_tool.py
    |   |   |-- 0099_add_kalier_demo_prompts.py
    |   |   |-- 0100_add_unrealer_extended_demo_prompts.py
    |   |   |-- 0101_add_stm32er.py
    |   |   |-- 0102_add_chat_agent_stm32er_tool.py
    |   |   |-- 0103_add_stm32er_demo_prompts.py
    |   |   |-- 0104_fix_stm32er_hil_serial_proof.py
    |   |   |-- 0105_add_esp32er.py
    |   |   |-- 0106_add_chat_agent_esp32er_tool.py
    |   |   |-- 0107_add_esp32er_demo_prompts.py
    |   |   |-- 0108_add_flow_making_demo_prompt.py
    |   |   |-- 0109_add_arduiner.py
    |   |   |-- 0110_add_chat_agent_arduiner_tool.py
    |   |   |-- 0111_add_arduiner_demo_prompts.py
    |   |   |-- 0112_add_camcorder.py
    |   |   |-- 0113_add_chat_agent_camcorder_tool.py
    |   |   `-- __init__.py
    |   |-- monitors/
    |   |   `-- monitor_sql.py
    |   |-- opus_client/
    |   |   |-- claude_opus_client.py
    |   |   |-- examples.py
    |   |   `-- README.md
    |   |-- rag/
    |   |   |-- __init__.py
    |   |   |-- config.py
    |   |   |-- factory.py
    |   |   |-- interaction.py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18/23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interface.py
    |   |   |-- loaders.py
    |   |   |-- prompts.py
    |   |   |-- retrieval.py
    |   |   |-- splitters.py
    |   |   |-- utils.py
    |   |   `-- chains/
    |   |       |-- base.py
    |   |       |-- basic.py
    |   |       |-- history_aware.py
    |   |       `-- unified.py
    |   |-- services/
    |   |   |-- __init__.py
    |   |   |-- agent_contracts.py
    |   |   |-- agent_paths.py
    |   |   |-- answer_analizer.py
    |   |   |-- filesystem.py
    |   |   |-- flow_compiler.py
    |   |   |-- flow_spec.py
    |   |   `-- response_parser.py
    |   |-- skills/
    |   |   |-- __init__.py
    |   |   |-- frontmatter.py
    |   |   |-- harness.py
    |   |   |-- io_contract.py
    |   |   `-- registry.py
    |   |-- skills_pkg/
    |   |   |-- _meta/
    |   |   |   |-- lint.py
    |   |   |   `-- schema.json
    |   |   |-- acp_router/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19/23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SKILL.md
    |   |   |-- code_review/
    |   |   |   `-- SKILL.md
    |   |   |-- create_new_agent/
    |   |   |   `-- SKILL.md
    |   |   |-- create_new_mcp/
    |   |   |   `-- SKILL.md
    |   |   |-- flow_making/
    |   |   |   |-- SKILL.md
    |   |   |   |-- references/
    |   |   |   |   `-- flw_schema.md
    |   |   |   `-- scripts/
    |   |   |       |-- make_flow.py
    |   |   |       `-- result_to_flw.py
    |   |   |-- github/
    |   |   |   `-- SKILL.md
    |   |   |-- gmail/
    |   |   |   `-- SKILL.md
    |   |   |-- hello_world/
    |   |   |   `-- SKILL.md
    |   |   |-- jira/
    |   |   |   `-- SKILL.md
    |   |   |-- kali_pentest/
    |   |   |   `-- SKILL.md
    |   |   |-- notion/
    |   |   |   `-- SKILL.md
    |   |   |-- security_audit/
    |   |   |   `-- SKILL.md
    |   |   |-- setup_new_acpx_key/
    |   |   |   `-- SKILL.md
    |   |   |-- skill_creator/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20/23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SKILL.md
    |   |   |   `-- scripts/
    |   |   |       `-- quick_validate.py
    |   |   |-- slack/
    |   |   |   `-- SKILL.md
    |   |   |-- summarize/
    |   |   |   `-- SKILL.md
    |   |   |-- tlamatini_allowed_hosts_tighten/
    |   |   |   `-- SKILL.md
    |   |   |-- tlamatini_csrf_exempt_audit/
    |   |   |   `-- SKILL.md
    |   |   |-- tlamatini_exec_report_row_adder/
    |   |   |   `-- SKILL.md
    |   |   |-- tlamatini_flow_from_objective/
    |   |   |   `-- SKILL.md
    |   |   |-- tlamatini_flw_doctor/
    |   |   |   `-- SKILL.md
    |   |   |-- tlamatini_new_acp_agent/
    |   |   |   `-- SKILL.md
    |   |   |-- tlamatini_planner_trace_replay/
    |   |   |   `-- SKILL.md
    |   |   |-- tlamatini_static_version_bumper/
    |   |   |   `-- SKILL.md
    |   |   |-- todoist/
    |   |   |   `-- SKILL.md
    |   |   |-- trello/
    |   |   |   `-- SKILL.md
    |   |   `-- weather/
    |   |       `-- SKILL.md
    |   |-- static/
    |   |   `-- agent/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21/23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|-- css/
    |   |       |   |-- agent_page.css
    |   |       |   |-- agentic_control_panel.css
    |   |       |   |-- login.css
    |   |       |   |-- skills_dialog.css
    |   |       |   |-- tools_dialog.css
    |   |       |   `-- welcome.css
    |   |       |-- img/
    |   |       |   |-- spinner.svg
    |   |       |   `-- Tlamatini.ico
    |   |       |-- js/
    |   |       |   |-- acp-agent-connectors.js
    |   |       |   |-- acp-canvas-core.js
    |   |       |   |-- acp-canvas-undo.js
    |   |       |   |-- acp-control-buttons.js
    |   |       |   |-- acp-file-io.js
    |   |       |   |-- acp-flow-snapshot.js
    |   |       |   |-- acp-globals.js
    |   |       |   |-- acp-layout.js
    |   |       |   |-- acp-parametrizer-dialog.js
    |   |       |   |-- acp-running-state.js
    |   |       |   |-- acp-session.js
    |   |       |   |-- acp-undo-manager.js
    |   |       |   |-- acp-validate.js
    |   |       |   |-- agent_page_canvas.js
    |   |       |   |-- agent_page_chat.js
    |   |       |   |-- agent_page_context.js
    |   |       |   |-- agent_page_dialogs.js
    |   |       |   |-- agent_page_init.js
    |   |       |   |-- agent_page_layout.js
    |   |       |   |-- agent_page_state.js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22/23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|-- agent_page_ui.js
    |   |       |   |-- agentic_control_panel.js
    |   |       |   |-- canvas_item_dialog.js
    |   |       |   |-- chat_page_runtime_poller.js
    |   |       |   |-- contextual_menus.js
    |   |       |   |-- shared-runtime-dialogs.js
    |   |       |   |-- skills_dialog.js
    |   |       |   `-- tools_dialog.js
    |   |       |-- sounds/
    |   |       |   |-- hypervisor_alert.wav
    |   |       |   `-- notification.wav
    |   |       `-- video/
    |   |           `-- XAIHT-Tlamatini.mp4
    |   |-- telegram/
    |   |   |-- AztecTlamatini.txt
    |   |   |-- config.yaml
    |   |   `-- telegram_receiver.py
    |   |-- templates/
    |   |   `-- agent/
    |   |       |-- agent_page.html
    |   |       |-- agentic_control_panel.html
    |   |       |-- login.html
    |   |       `-- welcome.html
    |   `-- TlamatiniSourceCode/
    |       `-- README.md
    |-- DB/
    |   |-- Older/
    |   |   `-- README.md
    |   `-- ToLoad/
    |       `-- README.md
    |-- jd-cli/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23/23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jd-cli.bat
    |   `-- jd-cli.jar
    `-- tlamatini/
        |-- __init__.py
        |-- asgi.py
        |-- context_processors.py
        |-- logging_filters.py
        |-- middleware.py
        |-- settings.py
        |-- urls.py
        `-- wsgi.py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FUTURE REFRESH DISCIPLINE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Keep Docs Excellent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56132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Recommended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15898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Regenerate the PDF and deck whenever README, architecture, agent catalog, line inventory, or packaging behavior changes.</a:t>
            </a:r>
          </a:p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Keep the PDF exhaustive and evidence-heavy; keep the PPT visual, split dense appendices, and audit geometry before delivery.</a:t>
            </a:r>
          </a:p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Use the new Skills in `.codex/skills/` so future refreshes follow the same no-overlap and full-dossier rules.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