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86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889</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86</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185,004</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26, 2026 04:53 PM UTC-0600 at HEAD c9ac7013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V1.46.0 - PDFER; PUBLIC TAG + ORIGIN/MAIN AT 6207181F, LOCAL HEAD REPORTED SEPARATELY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published product to `v1.46.0` at `6207181f`, where the tag and `origin/main` align; the current local HEAD is reported separately, while the live source tree remains authoritative for generated counts and capability claims.</a:t>
            </a:r>
          </a:p>
          <a:p>
            <a:pPr>
              <a:spcAft>
                <a:spcPts val="400"/>
              </a:spcAft>
              <a:defRPr sz="1000">
                <a:solidFill>
                  <a:srgbClr val="B4BAAE"/>
                </a:solidFill>
                <a:latin typeface="Aptos"/>
              </a:defRPr>
            </a:pPr>
            <a:r>
              <a:t>`v1.46.0` adds PDFer as the document-composer agent and wrapped `chat_agent_pdfer` tool: it authors styled PDFs from Markdown, HTML, text, images, mixed content, or existing PDFs, with preflight refusal and Ask-Execs coverage for free-form destinations.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a:p>
            <a:pPr>
              <a:spcAft>
                <a:spcPts val="400"/>
              </a:spcAft>
              <a:defRPr sz="1000">
                <a:solidFill>
                  <a:srgbClr val="B4BAAE"/>
                </a:solidFill>
                <a:latin typeface="Aptos"/>
              </a:defRPr>
            </a:pPr>
            <a:r>
              <a:t>The existing STM32F407 Template-MCP route remains the automatic default for blank/STM32F4 requests, while C0/H5/WBA/N6 stay explicitly unsupported until the planned ST-native CubeCLT backend exists; released migrations add camera-verified stepwise demos and a one-time contiguous catalog renumber.</a:t>
            </a:r>
          </a:p>
          <a:p>
            <a:pPr>
              <a:spcAft>
                <a:spcPts val="400"/>
              </a:spcAft>
              <a:defRPr sz="10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The `v1.45.x` lineage makes FlowCreator chat-callable, adds its guided catalog opener, and hardens oversized Multi-Turn context recovery; live agent/tool totals are derived from the registry and repository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local configuration-only changes separately while preserving the full system, history, file tree, and effective-line inventory.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`v1.46.0`.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`v1.46.0` and `origin/main` align at `6207181f`, while the generated repository facts report the current local HEAD separately; PDFer, v1.45.0 FlowCreator wrapped chat-agent, v1.44.0 Catalog-of-Prompts parameter standardization, v1.43.5 recon free-run (OOB_shift_reaper),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86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86</a:t>
            </a:r>
          </a:p>
          <a:p>
            <a:pPr>
              <a:spcAft>
                <a:spcPts val="400"/>
              </a:spcAft>
              <a:defRPr sz="1500">
                <a:solidFill>
                  <a:srgbClr val="B4BAAE"/>
                </a:solidFill>
                <a:latin typeface="Aptos"/>
              </a:defRPr>
            </a:pPr>
            <a:r>
              <a:t>Description rows in `agents_descriptions.md`: 87</a:t>
            </a:r>
          </a:p>
          <a:p>
            <a:pPr>
              <a:spcAft>
                <a:spcPts val="400"/>
              </a:spcAft>
              <a:defRPr sz="1500">
                <a:solidFill>
                  <a:srgbClr val="B4BAAE"/>
                </a:solidFill>
                <a:latin typeface="Aptos"/>
              </a:defRPr>
            </a:pPr>
            <a:r>
              <a:t>This dossier reconciles README and Book wording back to the same 86-agent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86 workflow agents, 96 Multi-Turn tools, 12 ACPX tools, and 28 skills.</a:t>
            </a:r>
          </a:p>
          <a:p>
            <a:pPr>
              <a:spcAft>
                <a:spcPts val="400"/>
              </a:spcAft>
              <a:defRPr sz="1000">
                <a:solidFill>
                  <a:srgbClr val="B4BAAE"/>
                </a:solidFill>
                <a:latin typeface="Aptos"/>
              </a:defRPr>
            </a:pPr>
            <a:r>
              <a:t>Source inspection confirms the total: 64 distinct wrapped chat-agent tools bound from `chat_agent_registry.py`, which combines with 20 core Python tools and 12 ACPX/Skill tools for 96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86-agent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`v1.46.0` carries PDFer and the chat-callable FlowCreator on top of v1.44.0 Catalog-of-Prompts standardization, v1.41.4 External-MCP structured-output delivery, v1.41.3 category grouping, gap-tolerant loading, and ranked fuzzy search while preserving the broader operator context.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1.46.0 | build: 1.46.0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889</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86</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190</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33</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10</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c9ac7013 - Bumping visual documentation to 1.46.0 to visual documentation, by angelahack1</a:t>
            </a:r>
          </a:p>
          <a:p>
            <a:pPr>
              <a:spcAft>
                <a:spcPts val="400"/>
              </a:spcAft>
              <a:defRPr sz="1500">
                <a:solidFill>
                  <a:srgbClr val="B4BAAE"/>
                </a:solidFill>
                <a:latin typeface="Aptos"/>
              </a:defRPr>
            </a:pPr>
            <a:r>
              <a:t>Resolved version: 1.46.0 (git)</a:t>
            </a:r>
          </a:p>
          <a:p>
            <a:pPr>
              <a:spcAft>
                <a:spcPts val="400"/>
              </a:spcAft>
              <a:defRPr sz="1500">
                <a:solidFill>
                  <a:srgbClr val="B4BAAE"/>
                </a:solidFill>
                <a:latin typeface="Aptos"/>
              </a:defRPr>
            </a:pPr>
            <a:r>
              <a:t>Generated on July 26, 2026 04:53 PM UTC-0600</a:t>
            </a:r>
          </a:p>
          <a:p>
            <a:pPr>
              <a:spcAft>
                <a:spcPts val="400"/>
              </a:spcAft>
              <a:defRPr sz="1500">
                <a:solidFill>
                  <a:srgbClr val="B4BAAE"/>
                </a:solidFill>
                <a:latin typeface="Aptos"/>
              </a:defRPr>
            </a:pPr>
            <a:r>
              <a:t>Inventory scope: 889 files = 885 tracked + 4 git-unignored working-tree additions</a:t>
            </a:r>
          </a:p>
          <a:p>
            <a:pPr>
              <a:spcAft>
                <a:spcPts val="400"/>
              </a:spcAft>
              <a:defRPr sz="1500">
                <a:solidFill>
                  <a:srgbClr val="B4BAAE"/>
                </a:solidFill>
                <a:latin typeface="Aptos"/>
              </a:defRPr>
            </a:pPr>
            <a:r>
              <a:t>Multi-Turn tools: 96; wrapped chat-agent tools: 64; skills: 28</a:t>
            </a:r>
          </a:p>
          <a:p>
            <a:pPr>
              <a:spcAft>
                <a:spcPts val="400"/>
              </a:spcAft>
              <a:defRPr sz="1500">
                <a:solidFill>
                  <a:srgbClr val="B4BAAE"/>
                </a:solidFill>
                <a:latin typeface="Aptos"/>
              </a:defRPr>
            </a:pPr>
            <a:r>
              <a:t>Python requirements: 80; authoritative agent-description rows: 87</a:t>
            </a:r>
          </a:p>
          <a:p>
            <a:pPr>
              <a:spcAft>
                <a:spcPts val="400"/>
              </a:spcAft>
              <a:defRPr sz="1500">
                <a:solidFill>
                  <a:srgbClr val="B4BAAE"/>
                </a:solidFill>
                <a:latin typeface="Aptos"/>
              </a:defRPr>
            </a:pPr>
            <a:r>
              <a:t>Binary or asset inventory files skipped from line count: 47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c9ac7013 on 2026-07-26</a:t>
            </a:r>
          </a:p>
          <a:p>
            <a:pPr>
              <a:spcAft>
                <a:spcPts val="400"/>
              </a:spcAft>
              <a:defRPr sz="1300">
                <a:solidFill>
                  <a:srgbClr val="B4BAAE"/>
                </a:solidFill>
                <a:latin typeface="Aptos"/>
              </a:defRPr>
            </a:pPr>
            <a:r>
              <a:t>Bumping visual documentation to 1.46.0 to visual documentation, by angelahack1</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Git shows focused platform evolution across autonomy, operator ergonomics, runtime self-knowledge, and documentation fidelity.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V1.46.0 RELEASE LINEAGE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10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chat, configurable port, FlowPills discovery, and Unreal 5.8 scaffolding remain carried foundations; no new workflow-agent type landed.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tag v1.46.0 and `origin/main` align at `6207181f`; the current local HEAD is reported separately, and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86 workflow agents and 96 Multi-Turn tools (64 wrapped chat-agent + 12 ACPX/Skill + 20 core), with 28 skills.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185,004</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260,922</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506     134,205    192,978  72.5%
Markdown                 164      21,300     28,362  11.5%
JavaScript                33      16,919     21,581   9.1%
CSS                       10       5,917      7,494   3.2%
YAML                      91       2,031      5,164   1.1%
HTML                       4       1,087      1,111   0.6%
Prompt template            2       1,060      1,182   0.6%
PowerShell                 7         724      1,052   0.4%
JSON                       8         548        548   0.3%
Other text                 9         516        618   0.3%
JavaScript module          1         421        502   0.2%
Text                       5         241        268   0.1%
Protocol Buffers           1          20         33   0.0%
Batch                      1          15         29   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8,493  12,390
Tlamatini/agent/tests.py                                Python         5,557   7,249
Tlamatini/agent/doc_generation/complete_project_docs.py Python         3,683   4,097
Tlamatini/agent/tools.py                                Python         3,121   4,576
BookOfTlamatini.md                                      Markdown       2,513   3,568
Tlamatini/agent/agents/flowcreator/agentic_skill.md     Markdown       2,305   2,545
...ini/agent/static/agent/css/agentic_control_panel.css CSS            2,050   2,744
Tlamatini/agent/agents/stm32er/stm32er.py               Python         1,983   2,694
Tlamatini/agent/external_mcp_manager.py                 Python         1,873   2,336
Tlamatini/agent/chat_agent_registry.py                  Python         1,824   1,861
Tlamatini/agent/static/agent/css/agent_page.css         CSS            1,760   2,192
Tlamatini/agent/static/agent/js/agent_page_chat.js      JavaScript     1,697   2,337
Tlamatini/agent/static/agent/js/acp-agent-connectors.js JavaScript     1,541   1,717
Tlamatini/agent/mcp_agent.py                            Python         1,495   2,444</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published release resolves to `v1.46.0` at `6207181f`, where the tag and `origin/main` align; the version resolver correctly remains on that latest tag while the generated repository facts report the current local HEAD separately. Git/source inspection extends README.md and BookOfTlamatini.md before the generated inventory tables derive the current agent, tool, skill, asset, and effective-line totals.</a:t>
            </a:r>
          </a:p>
          <a:p>
            <a:pPr>
              <a:spcAft>
                <a:spcPts val="400"/>
              </a:spcAft>
              <a:defRPr sz="1100">
                <a:solidFill>
                  <a:srgbClr val="B4BAAE"/>
                </a:solidFill>
                <a:latin typeface="Aptos"/>
              </a:defRPr>
            </a:pPr>
            <a:r>
              <a:t>The current published version is `v1.46.0`, which adds **PDFer** as the visual and wrapped document-composer agent, with zero-new-dependency Markdown/HTML/text/image/mixed/merge rendering and migrations 0188-0190. The `v1.45.3` oversized-context recovery, `v1.45.1` FlowCreator Step-by-Step opener, `v1.45.0` wrapped FlowCreator, `v1.44.0` prompt grammar, `v1.43.5` recon free-run, `v1.42.0` STM32er PlatformIO expansion, and `v1.41.4` External-MCP structured output remain carried foundations.</a:t>
            </a:r>
          </a:p>
          <a:p>
            <a:pPr>
              <a:spcAft>
                <a:spcPts val="400"/>
              </a:spcAft>
              <a:defRPr sz="1100">
                <a:solidFill>
                  <a:srgbClr val="B4BAAE"/>
                </a:solidFill>
                <a:latin typeface="Aptos"/>
              </a:defRPr>
            </a:pPr>
            <a:r>
              <a:t>The newest committed reliability wave adds `agent/self_healing.py`: every Multi-Turn model step now runs under a watchdog, switches recovery tactics on transient failures, broadcasts live recovery status, and preserves already-executed agent work instead of discarding it.</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latest dossier pass resolves the product at `v1.46.0`, with the public tag and `origin/main` at `6207181f` and the current local HEAD reported separately; it combines README.md and BookOfTlamatini.md with source/Git truth and retains the complete installation, Ollama, architecture, usage, tree, line inventory, and responsibility context.</a:t>
            </a:r>
          </a:p>
          <a:p>
            <a:pPr>
              <a:spcAft>
                <a:spcPts val="400"/>
              </a:spcAft>
              <a:defRPr sz="14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14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1400">
                <a:solidFill>
                  <a:srgbClr val="B4BAAE"/>
                </a:solidFill>
                <a:latin typeface="Aptos"/>
              </a:defRPr>
            </a:pPr>
            <a:r>
              <a:t>Multi-Turn behavior kept evolving across the period through quota tuning, execution-table persistence, autonomous-action improvements, and broader tool enablement.</a:t>
            </a:r>
          </a:p>
          <a:p>
            <a:pPr>
              <a:spcAft>
                <a:spcPts val="400"/>
              </a:spcAft>
              <a:defRPr sz="14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2026-07-26 | c9ac7013 | Bumping visual documentation to 1.46.0 to visual documentation, by angelahack1</a:t>
            </a:r>
          </a:p>
          <a:p>
            <a:pPr>
              <a:spcAft>
                <a:spcPts val="400"/>
              </a:spcAft>
              <a:defRPr sz="1200">
                <a:solidFill>
                  <a:srgbClr val="B4BAAE"/>
                </a:solidFill>
                <a:latin typeface="Aptos"/>
              </a:defRPr>
            </a:pPr>
            <a:r>
              <a:t>2026-07-26 | 6207181f | Implemented PDFer, a powerfull PDF maker agent, by angelahack1</a:t>
            </a:r>
          </a:p>
          <a:p>
            <a:pPr>
              <a:spcAft>
                <a:spcPts val="400"/>
              </a:spcAft>
              <a:defRPr sz="1200">
                <a:solidFill>
                  <a:srgbClr val="B4BAAE"/>
                </a:solidFill>
                <a:latin typeface="Aptos"/>
              </a:defRPr>
            </a:pPr>
            <a:r>
              <a:t>2026-07-25 | 89ed8a12 | Ensuring self-update and self-modify up to this version (1.45.3), by Tlamatini's-AutoBot.</a:t>
            </a:r>
          </a:p>
          <a:p>
            <a:pPr>
              <a:spcAft>
                <a:spcPts val="400"/>
              </a:spcAft>
              <a:defRPr sz="1200">
                <a:solidFill>
                  <a:srgbClr val="B4BAAE"/>
                </a:solidFill>
                <a:latin typeface="Aptos"/>
              </a:defRPr>
            </a:pPr>
            <a:r>
              <a:t>2026-07-25 | e9616aa5 | Fix oversized-context Multi-Turn failure: cap tool output, recover by trimming, truthful fallback, by Claude, and Tlamatini's-AutoBot.</a:t>
            </a:r>
          </a:p>
          <a:p>
            <a:pPr>
              <a:spcAft>
                <a:spcPts val="400"/>
              </a:spcAft>
              <a:defRPr sz="1200">
                <a:solidFill>
                  <a:srgbClr val="B4BAAE"/>
                </a:solidFill>
                <a:latin typeface="Aptos"/>
              </a:defRPr>
            </a:pPr>
            <a:r>
              <a:t>2026-07-25 | 1973414e | Improvements in messagging services, by angelahack1</a:t>
            </a:r>
          </a:p>
          <a:p>
            <a:pPr>
              <a:spcAft>
                <a:spcPts val="400"/>
              </a:spcAft>
              <a:defRPr sz="1200">
                <a:solidFill>
                  <a:srgbClr val="B4BAAE"/>
                </a:solidFill>
                <a:latin typeface="Aptos"/>
              </a:defRPr>
            </a:pPr>
            <a:r>
              <a:t>2026-07-24 | 813c21fb | Some messaging patches and tests, by Tlamatini's--AutoBot.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2026-07-23 | 9f5b9951 | Bumping to version 1.45.1, by angelahack1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|-- 26
|-- _acpx_pipeline_demo_report.md
|-- ACPX.md
|-- agents_descriptions.md
|-- apply_update.ps1
|-- audit_dependencies.py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LICENSE
|-- MessagingConnectorAssistant_Design.md
|-- OllamaPricing.png
|-- OOB_shift_reaper-and-NAMU-Design.pdf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
|   |   |-- project_build_concurrency_guard.md
|   |   |-- project_build_tests_and_installer_enterkey.md
|   |   |-- project_camcorder_agent.md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harness/
|       |       |-- ask_execs_regression.py
|       |       |-- cancel_regression.py
|       |       |-- config.py
|       |       |-- cyber_watchdog_test.py
|       |       |-- discoverer_1000.py
|       |       |-- flowcreator_wizard_e2e.py
|       |       |-- mcp_playwright_suite.py
|       |       |-- qualify.py
|       |       |-- questions.py
|       |       |-- README.md
|       |       |-- requirements.txt
|       |       |-- run_test.py
|       |       |-- step_by_step_catalog.py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workflows/
|       `-- name-guard.yml
|-- .scanning/
|   `-- finding-policy.json
|-- AuxTests/
|   `-- mypdf2.py
|-- demo_flows/
|   |-- demo1_globber_to_parametrizer_to_zavuerer.flw
|   |-- demo2_apirer_to_parametrizer_to_zavuerer.flw
|   `-- demo3_zavuerer_health_to_parametrizer_to_filecreator.flw
|-- docs/
|   |-- companion-app-discovery.md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cat_art.py
    |-- manage.py
    |-- .agents/
    |   `-- workflows/
    |       `-- create_new_agent.md
    |-- .mcps/
    |   `-- create_new_mcp.md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test_agent_display_names.py
    |   |-- test_agent_manifest.py
    |   |-- test_arduiner_agent.py
    |   |-- test_ask_execs_allowlist.py
    |   |-- test_audioplayer_agent.py
    |   |-- test_blenderer_agent.py
    |   |-- test_build_scripts.py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test_camcorder_agent.py
    |   |-- test_cancellation.py
    |   |-- test_chat_bridge_bots.py
    |   |-- test_chat_history_window.py
    |   |-- test_command_watchdog.py
    |   |-- test_contacts.py
    |   |-- test_crawler_agent.py
    |   |-- test_createsuperuser_wizard.py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test_native_dialogs.py
    |   |-- test_nmapper_agent.py
    |   |-- test_orphan_reaper.py
    |   |-- test_parametrizer_mcp_doctor.py
    |   |-- test_password_quoting.py
    |   |-- test_pdfer_agent.py
    |   |-- test_playwrighter_agent.py
    |   |-- test_prompt_catalog_contiguous.py
    |   |-- test_recorder_agent.py
    |   |-- test_self_healing.py
    |   |-- test_self_update.py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monitor_netstat/
    |   |   |   |-- config.yaml
    |   |   |   `-- monitor_netstat.py
    |   |   |-- mouser/
    |   |   |   |-- config.yaml
    |   |   |   `-- mouser.py
    |   |   |-- mover/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doc_generation/
    |   |   |-- complete_project_docs.py
    |   |   |-- mardown_to_pdf.py
    |   |   |-- refresh_project_docs.py
    |   |   `-- test_output.pdf
    |   |-- images/
    |   |   |-- FlowPill.jpg
    |   |   |-- HiIamTlamatini.png
    |   |   |-- LabInEnglish.mp4
    |   |   |-- LabInSpanish.mp4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XAIHT-Tlamatini.mp4
    |   |-- imaging/
    |   |   |-- converter.py
    |   |   |-- image_interpreter.py
    |   |   `-- screenshot.py
    |   |-- management/
    |   |   |-- __init__.py
    |   |   `-- commands/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|-- 0184_standardize_prompt_params_batch2.py
    |   |   |-- 0185_standardize_prompt_params_batch3.py
    |   |   |-- 0186_add_chat_agent_flowcreator.py
    |   |   |-- 0187_add_flowcreator_end_to_end_wizard_prompt.py
    |   |   |-- 0188_add_pdfer.py
    |   |   |-- 0189_add_chat_agent_pdfer_tool.py
    |   |   |-- 0190_add_pdfer_demo_prompts.py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external_mcps_dialog.css
    |   |       |   |-- login.css
    |   |       |   |-- skills_dialog.css
    |   |       |   |-- tools_dialog.css
    |   |       |   `-- welcome.css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img/
    |   |       |   |-- spinner.svg
    |   |       |   |-- Tlamatini.ico
    |   |       |   `-- avatar/
    |   |       |       |-- ec_mc.jpg
    |   |       |       |-- ec_mo.jpg
    |   |       |       |-- eo_mc.jpg
    |   |       |       `-- eo_mo.jpg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agentic_control_panel.js
    |   |       |   |-- avatar.js
    |   |       |   |-- canvas_item_dialog.js
    |   |       |   |-- chat_image_paste.js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jd-cli/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