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83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800</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83</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165,813</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04, 2026 01:43 PM UTC-0600 at HEAD ddb3dca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a:p>
            <a:pPr>
              <a:spcAft>
                <a:spcPts val="400"/>
              </a:spcAft>
              <a:defRPr sz="10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4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Answer Analizer classifies success so the UI can expose Create Flow only when useful.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V1.33.2</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V1.33.2</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V1.33.2 ZAVUERER AND CLEANUP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repository currently resolves to the `v1.33.2` release line, with source inspection confirming the current workflow-agent, Multi-Turn-tool, and skill totals in the generated inventory tables.</a:t>
            </a:r>
          </a:p>
          <a:p>
            <a:pPr>
              <a:spcAft>
                <a:spcPts val="400"/>
              </a:spcAft>
              <a:defRPr sz="900">
                <a:solidFill>
                  <a:srgbClr val="B4BAAE"/>
                </a:solidFill>
                <a:latin typeface="Aptos"/>
              </a:defRPr>
            </a:pPr>
            <a:r>
              <a:t>`v1.33.x` is the Zavuerer release family: the new Zavu unified-messaging workflow agent adds SMS, WhatsApp, Telegram, Email, and Voice delivery through one configured API key.</a:t>
            </a:r>
          </a:p>
          <a:p>
            <a:pPr>
              <a:spcAft>
                <a:spcPts val="400"/>
              </a:spcAft>
              <a:defRPr sz="900">
                <a:solidFill>
                  <a:srgbClr val="B4BAAE"/>
                </a:solidFill>
                <a:latin typeface="Aptos"/>
              </a:defRPr>
            </a:pPr>
            <a:r>
              <a:t>`v1.33.2` also carries follow-up cleanup: the shipped cloud-default model baseline moved to `glm-5.2:cloud`, duplicate Zavuerer setup-wizard rows were deduplicated, and stale/trash artifacts were removed from the tracked release surface.</a:t>
            </a:r>
          </a:p>
          <a:p>
            <a:pPr>
              <a:spcAft>
                <a:spcPts val="400"/>
              </a:spcAft>
              <a:defRPr sz="900">
                <a:solidFill>
                  <a:srgbClr val="B4BAAE"/>
                </a:solidFill>
                <a:latin typeface="Aptos"/>
              </a:defRPr>
            </a:pPr>
            <a:r>
              <a:t>The v1.27-v1.32.0 span is a quality-and-trust wave: performance 3X levers, forward-only private-data discipline, public-release verifier hardening, and explicit Angela López Mendoza creator/authorship stamping moved together.</a:t>
            </a:r>
          </a:p>
          <a:p>
            <a:pPr>
              <a:spcAft>
                <a:spcPts val="400"/>
              </a:spcAft>
              <a:defRPr sz="900">
                <a:solidFill>
                  <a:srgbClr val="B4BAAE"/>
                </a:solidFill>
                <a:latin typeface="Aptos"/>
              </a:defRPr>
            </a:pPr>
            <a:r>
              <a:t>The runtime surface also grew around delegation: ACPX remains the external coding-agent CLI bridge, External MCP remains the universal MCP client, and the newest server-side assets add `tlamatini_acpx.py`, stronger `tlamatini_mcp_server.py` behavior, and refreshed MCP workflow guidance.</a:t>
            </a:r>
          </a:p>
          <a:p>
            <a:pPr>
              <a:spcAft>
                <a:spcPts val="400"/>
              </a:spcAft>
              <a:defRPr sz="900">
                <a:solidFill>
                  <a:srgbClr val="B4BAAE"/>
                </a:solidFill>
                <a:latin typeface="Aptos"/>
              </a:defRPr>
            </a:pPr>
            <a:r>
              <a:t>README.md and BookOfTlamatini.md continue to present the MIT-licensed project, the Agent-directory responsibility disclaimer, the easy-start installation path, Ollama setup guidance, and the full operator story instead of a narrow changelog summary.</a:t>
            </a:r>
          </a:p>
          <a:p>
            <a:pPr>
              <a:spcAft>
                <a:spcPts val="400"/>
              </a:spcAft>
              <a:defRPr sz="900">
                <a:solidFill>
                  <a:srgbClr val="B4BAAE"/>
                </a:solidFill>
                <a:latin typeface="Aptos"/>
              </a:defRPr>
            </a:pPr>
            <a:r>
              <a:t>The resulting PDF/PPTX refresh treats `v1.33.2` as the current product snapshot while preserving the historical context for self-update, media-agent dependency hardening, deterministic file tools, firmware agents, External MCPs, and ACPX skills.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docs now explain the whole 1.33.2 product state, not only the new agent row.</a:t>
            </a:r>
          </a:p>
          <a:p>
            <a:pPr>
              <a:spcAft>
                <a:spcPts val="400"/>
              </a:spcAft>
              <a:defRPr sz="1300">
                <a:solidFill>
                  <a:srgbClr val="B4BAAE"/>
                </a:solidFill>
                <a:latin typeface="Aptos"/>
              </a:defRPr>
            </a:pPr>
            <a:r>
              <a:t>Operators get a simpler messaging surface: one Zavu key can reach SMS, WhatsApp, Telegram, Email, and Voice.</a:t>
            </a:r>
          </a:p>
          <a:p>
            <a:pPr>
              <a:spcAft>
                <a:spcPts val="400"/>
              </a:spcAft>
              <a:defRPr sz="1300">
                <a:solidFill>
                  <a:srgbClr val="B4BAAE"/>
                </a:solidFill>
                <a:latin typeface="Aptos"/>
              </a:defRPr>
            </a:pPr>
            <a:r>
              <a:t>The deck also preserves the trust story: creator attribution, private-data guardrails, public-release checks, `glm-5.2:cloud` defaults, and the Agent-directory responsibility boundary.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--noreload`.</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Recent assets worth calling out explicitly now span several release waves: onboarding screenshots `agent/images/MenuConfig.jpg`, `agent/images/ConfigureModels.jpg`, and `agent/images/ACPXKeysConfigureWizard.jpg`; the External MCP + MCP Doctor implementation files; data-preserving updater files; numpy/OpenCV build checks; deterministic file-agent directories; and the ESPHomer smart-home firmware tree.</a:t>
            </a:r>
          </a:p>
          <a:p>
            <a:pPr>
              <a:spcAft>
                <a:spcPts val="400"/>
              </a:spcAft>
              <a:defRPr sz="900">
                <a:solidFill>
                  <a:srgbClr val="B4BAAE"/>
                </a:solidFill>
                <a:latin typeface="Aptos"/>
              </a:defRPr>
            </a:pPr>
            <a:r>
              <a:t>The current `v1.33.2` wave adds or updates concrete assets too: `agent/agents/zavuerer/`, migrations `0159`-`0164`, Zavu Access Keys Wizard fields, planner hints, wrapped-tool registration, and the latest messaging-agent config defaults.</a:t>
            </a:r>
          </a:p>
          <a:p>
            <a:pPr>
              <a:spcAft>
                <a:spcPts val="400"/>
              </a:spcAft>
              <a:defRPr sz="9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they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These files are the concrete proof behind the release narrative: build-time self-snapshotting, a graphical credentials setup surface, and a safer File-Creator transport are all implemented in tracked source, not merely described in markdown.</a:t>
            </a:r>
          </a:p>
          <a:p>
            <a:pPr>
              <a:spcAft>
                <a:spcPts val="400"/>
              </a:spcAft>
              <a:defRPr sz="1200">
                <a:solidFill>
                  <a:srgbClr val="B4BAAE"/>
                </a:solidFill>
                <a:latin typeface="Aptos"/>
              </a:defRPr>
            </a:pPr>
            <a:r>
              <a:t>They also increase the line inventory in JavaScript, CSS, HTML, Markdown, YAML, and Python, which the dossier’s language tables and complete repository tree now pick up automatically.</a:t>
            </a:r>
          </a:p>
          <a:p>
            <a:pPr>
              <a:spcAft>
                <a:spcPts val="400"/>
              </a:spcAft>
              <a:defRPr sz="1200">
                <a:solidFill>
                  <a:srgbClr val="B4BAAE"/>
                </a:solidFill>
                <a:latin typeface="Aptos"/>
              </a:defRPr>
            </a:pPr>
            <a:r>
              <a:t>For operators and maintainers, this makes the PDF/PPTX useful as both a product overview and a change-orientation map after a busy sprint.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83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83</a:t>
            </a:r>
          </a:p>
          <a:p>
            <a:pPr>
              <a:spcAft>
                <a:spcPts val="400"/>
              </a:spcAft>
              <a:defRPr sz="1500">
                <a:solidFill>
                  <a:srgbClr val="B4BAAE"/>
                </a:solidFill>
                <a:latin typeface="Aptos"/>
              </a:defRPr>
            </a:pPr>
            <a:r>
              <a:t>Description rows in `agents_descriptions.md`: 84</a:t>
            </a:r>
          </a:p>
          <a:p>
            <a:pPr>
              <a:spcAft>
                <a:spcPts val="400"/>
              </a:spcAft>
              <a:defRPr sz="1500">
                <a:solidFill>
                  <a:srgbClr val="B4BAAE"/>
                </a:solidFill>
                <a:latin typeface="Aptos"/>
              </a:defRPr>
            </a:pPr>
            <a:r>
              <a:t>This dossier reconciles README and Book wording back to the same 83-agent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83 workflow agents, 92 Multi-Turn tools, 12 ACPX tools, and 27 skills.</a:t>
            </a:r>
          </a:p>
          <a:p>
            <a:pPr>
              <a:spcAft>
                <a:spcPts val="400"/>
              </a:spcAft>
              <a:defRPr sz="1000">
                <a:solidFill>
                  <a:srgbClr val="B4BAAE"/>
                </a:solidFill>
                <a:latin typeface="Aptos"/>
              </a:defRPr>
            </a:pPr>
            <a:r>
              <a:t>Source inspection confirms the total: 60 distinct wrapped chat-agent tools bound from `chat_agent_registry.py`, which combines with 20 core Python tools and 12 ACPX/Skill tools for 92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and the newer MCP Doctor onboarding specialist that accompanies the External MCP universal client release.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83-agent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0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1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1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100">
                <a:solidFill>
                  <a:srgbClr val="B4BAAE"/>
                </a:solidFill>
                <a:latin typeface="Aptos"/>
              </a:defRPr>
            </a:pPr>
            <a:r>
              <a:t>When a newer packaged release exists, the intended upgrade path is in-app: `About -&gt; Check for updates`, not manual folder replacement.</a:t>
            </a:r>
          </a:p>
          <a:p>
            <a:pPr>
              <a:spcAft>
                <a:spcPts val="400"/>
              </a:spcAft>
              <a:defRPr sz="11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Credential configuration is no longer hand-edit-only: Config -&gt; Access Keys Wizard provides a browser-side path for ACPX and provider secrets while preserving masked status in the UI.</a:t>
            </a:r>
          </a:p>
          <a:p>
            <a:pPr>
              <a:spcAft>
                <a:spcPts val="400"/>
              </a:spcAft>
              <a:defRPr sz="15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5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5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500">
                <a:solidFill>
                  <a:srgbClr val="B4BAAE"/>
                </a:solidFill>
                <a:latin typeface="Aptos"/>
              </a:defRPr>
            </a:pPr>
            <a:r>
              <a:t>Image interpretation can run through Claude-backed cloud paths or Qwen/Ollama-backed local paths, and remote Ollama can be protected with a bearer token.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2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200">
                <a:solidFill>
                  <a:srgbClr val="B4BAAE"/>
                </a:solidFill>
                <a:latin typeface="Aptos"/>
              </a:defRPr>
            </a:pPr>
            <a:r>
              <a:t>Those readability rules remain in force in the current documentation set, and the current `v1.33.2` release state keeps runtime surfaces, self-knowledge wording, firmware/External-MCP demos, ACPX skills, Zavuerer messaging, and operator handbook aligned.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1.33.2 | build: 1.33.2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800</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83</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164</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31</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9</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ddb3dca - Eraasing some trash, by Tlamatini's-AutoBot.</a:t>
            </a:r>
          </a:p>
          <a:p>
            <a:pPr>
              <a:spcAft>
                <a:spcPts val="400"/>
              </a:spcAft>
              <a:defRPr sz="1500">
                <a:solidFill>
                  <a:srgbClr val="B4BAAE"/>
                </a:solidFill>
                <a:latin typeface="Aptos"/>
              </a:defRPr>
            </a:pPr>
            <a:r>
              <a:t>Resolved version: 1.33.2 (git)</a:t>
            </a:r>
          </a:p>
          <a:p>
            <a:pPr>
              <a:spcAft>
                <a:spcPts val="400"/>
              </a:spcAft>
              <a:defRPr sz="1500">
                <a:solidFill>
                  <a:srgbClr val="B4BAAE"/>
                </a:solidFill>
                <a:latin typeface="Aptos"/>
              </a:defRPr>
            </a:pPr>
            <a:r>
              <a:t>Generated on July 04, 2026 01:43 PM UTC-0600</a:t>
            </a:r>
          </a:p>
          <a:p>
            <a:pPr>
              <a:spcAft>
                <a:spcPts val="400"/>
              </a:spcAft>
              <a:defRPr sz="1500">
                <a:solidFill>
                  <a:srgbClr val="B4BAAE"/>
                </a:solidFill>
                <a:latin typeface="Aptos"/>
              </a:defRPr>
            </a:pPr>
            <a:r>
              <a:t>Inventory scope: 800 files = 799 tracked + 1 git-unignored working-tree additions</a:t>
            </a:r>
          </a:p>
          <a:p>
            <a:pPr>
              <a:spcAft>
                <a:spcPts val="400"/>
              </a:spcAft>
              <a:defRPr sz="1500">
                <a:solidFill>
                  <a:srgbClr val="B4BAAE"/>
                </a:solidFill>
                <a:latin typeface="Aptos"/>
              </a:defRPr>
            </a:pPr>
            <a:r>
              <a:t>Multi-Turn tools: 92; wrapped chat-agent tools: 60; skills: 27</a:t>
            </a:r>
          </a:p>
          <a:p>
            <a:pPr>
              <a:spcAft>
                <a:spcPts val="400"/>
              </a:spcAft>
              <a:defRPr sz="1500">
                <a:solidFill>
                  <a:srgbClr val="B4BAAE"/>
                </a:solidFill>
                <a:latin typeface="Aptos"/>
              </a:defRPr>
            </a:pPr>
            <a:r>
              <a:t>Python requirements: 79; authoritative agent-description rows: 84</a:t>
            </a:r>
          </a:p>
          <a:p>
            <a:pPr>
              <a:spcAft>
                <a:spcPts val="400"/>
              </a:spcAft>
              <a:defRPr sz="1500">
                <a:solidFill>
                  <a:srgbClr val="B4BAAE"/>
                </a:solidFill>
                <a:latin typeface="Aptos"/>
              </a:defRPr>
            </a:pPr>
            <a:r>
              <a:t>Binary or asset inventory files skipped from line count: 35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e1c156e on 2026-06-29</a:t>
            </a:r>
          </a:p>
          <a:p>
            <a:pPr>
              <a:spcAft>
                <a:spcPts val="400"/>
              </a:spcAft>
              <a:defRPr sz="1300">
                <a:solidFill>
                  <a:srgbClr val="B4BAAE"/>
                </a:solidFill>
                <a:latin typeface="Aptos"/>
              </a:defRPr>
            </a:pPr>
            <a:r>
              <a:t>Updating visual documentation, by angelahack1</a:t>
            </a:r>
          </a:p>
          <a:p>
            <a:pPr>
              <a:spcAft>
                <a:spcPts val="400"/>
              </a:spcAft>
              <a:defRPr sz="1300">
                <a:solidFill>
                  <a:srgbClr val="B4BAAE"/>
                </a:solidFill>
                <a:latin typeface="Aptos"/>
              </a:defRPr>
            </a:pPr>
            <a:r>
              <a:t>Commits since then: 4</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Since the last committed PDF/PPTX refresh, the repository advanced to `v1.33.2`: Zavuerer remains the headline agent release, while the latest commits add default-model/config/runtime cleanup and keep Angela López Mendoza preserved as creator.</a:t>
            </a:r>
          </a:p>
          <a:p>
            <a:pPr>
              <a:spcAft>
                <a:spcPts val="400"/>
              </a:spcAft>
              <a:defRPr sz="900">
                <a:solidFill>
                  <a:srgbClr val="B4BAAE"/>
                </a:solidFill>
                <a:latin typeface="Aptos"/>
              </a:defRPr>
            </a:pPr>
            <a:r>
              <a:t>The current visual-doc delta covers Zavuerer unified messaging, Zavu Access Keys Wizard wiring, `glm-5.2:cloud` as the shipped cloud default, `GEMINI.md`, `FirstFinalPlanToSpeedUp.md`, migration `0164`, and the v1.27-v1.32.0 performance/privacy/authorship background.</a:t>
            </a:r>
          </a:p>
          <a:p>
            <a:pPr>
              <a:spcAft>
                <a:spcPts val="400"/>
              </a:spcAft>
              <a:defRPr sz="900">
                <a:solidFill>
                  <a:srgbClr val="B4BAAE"/>
                </a:solidFill>
                <a:latin typeface="Aptos"/>
              </a:defRPr>
            </a:pPr>
            <a:r>
              <a:t>The fresh `v1.33.2` artifact delta centers on Zavuerer and cleanup: README.md, BookOfTlamatini.md, `agents_descriptions.md`, `agent/agents/zavuerer/`, migrations `0159`-`0164`, Access Keys Wizard wiring, capability hints, model/config defaults, and frontend/runtime cleanup all describe the same unified-messaging release family.</a:t>
            </a:r>
          </a:p>
          <a:p>
            <a:pPr>
              <a:spcAft>
                <a:spcPts val="400"/>
              </a:spcAft>
              <a:defRPr sz="9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a:p>
            <a:pPr>
              <a:spcAft>
                <a:spcPts val="400"/>
              </a:spcAft>
              <a:defRPr sz="900">
                <a:solidFill>
                  <a:srgbClr val="B4BAAE"/>
                </a:solidFill>
                <a:latin typeface="Aptos"/>
              </a:defRPr>
            </a:pPr>
            <a:r>
              <a:t>The same span also refined the shipped operating baseline: handbook simplification, a `glm-5.2:cloud` checked-in default, stronger execution logging, Pythonxer downstream fixes, Windows forked-process polish, and cleaner project-skill loading.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RELEASE WAVES THROUGH V1.33.2</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Globber / Grepper / Editor (v1.22.0 wave): a deterministic file-discovery/search/edit trio — find files by pattern, search them by regex, and make exact in-place replacements without dropping to shell `dir` / `findstr` / `sed` workflows.</a:t>
            </a:r>
          </a:p>
          <a:p>
            <a:pPr>
              <a:spcAft>
                <a:spcPts val="400"/>
              </a:spcAft>
              <a:defRPr sz="900">
                <a:solidFill>
                  <a:srgbClr val="B4BAAE"/>
                </a:solidFill>
                <a:latin typeface="Aptos"/>
              </a:defRPr>
            </a:pPr>
            <a:r>
              <a:t>ESPHomer (prior firmware lane, now folded into v1.26.0): the ESPHome bridge for YAML-authored smart-home devices — zero-config bootstrap, `new_config`, validation, compile, USB/OTA upload, bounded logs, and a bundled sample `tlamatini-light.yaml` baseline.</a:t>
            </a:r>
          </a:p>
          <a:p>
            <a:pPr>
              <a:spcAft>
                <a:spcPts val="400"/>
              </a:spcAft>
              <a:defRPr sz="900">
                <a:solidFill>
                  <a:srgbClr val="B4BAAE"/>
                </a:solidFill>
                <a:latin typeface="Aptos"/>
              </a:defRPr>
            </a:pPr>
            <a:r>
              <a:t>Blenderer (introduced in v1.20.0): the live Blender bridge over the official MCP add-on socket, so Tlamatini can inspect scenes, mutate geometry/materials, run raw code, and trigger renders from chat or canvas.</a:t>
            </a:r>
          </a:p>
          <a:p>
            <a:pPr>
              <a:spcAft>
                <a:spcPts val="400"/>
              </a:spcAft>
              <a:defRPr sz="900">
                <a:solidFill>
                  <a:srgbClr val="B4BAAE"/>
                </a:solidFill>
                <a:latin typeface="Aptos"/>
              </a:defRPr>
            </a:pPr>
            <a:r>
              <a:t>Talker (text-to-speech): SPEAKS input_text aloud via an Ollama neural TTS model (default Orpheus-3b-FT), SNAC-decoded to a 24 kHz WAV — FEMALE-VOICE-ONLY by design (a male voice is refused, never substituted); needs snac+torch (CPU is fine) else degrades to tokens_only.</a:t>
            </a:r>
          </a:p>
          <a:p>
            <a:pPr>
              <a:spcAft>
                <a:spcPts val="400"/>
              </a:spcAft>
              <a:defRPr sz="900">
                <a:solidFill>
                  <a:srgbClr val="B4BAAE"/>
                </a:solidFill>
                <a:latin typeface="Aptos"/>
              </a:defRPr>
            </a:pPr>
            <a:r>
              <a:t>Whisperer (speech-to-text): records the mic ITSELF (no Recorder dep, 30 s default) or transcribes a file, via faster-whisper LOCALLY — NVIDIA-GPU auto-detect with an ALWAYS-present CPU fallback — or cloud Groq/OpenAI; Ollama can only tidy the finished transcript.</a:t>
            </a:r>
          </a:p>
          <a:p>
            <a:pPr>
              <a:spcAft>
                <a:spcPts val="400"/>
              </a:spcAft>
              <a:defRPr sz="900">
                <a:solidFill>
                  <a:srgbClr val="B4BAAE"/>
                </a:solidFill>
                <a:latin typeface="Aptos"/>
              </a:defRPr>
            </a:pPr>
            <a:r>
              <a:t>Both audio agents now light a zero-latency console REC indicator (blinking dot + live VU bar) driven by the audio-stream callback — ON within ~20 ms of real samples, OFF the instant the stream stops; the agent reveals its own console even when spawned headless.</a:t>
            </a:r>
          </a:p>
          <a:p>
            <a:pPr>
              <a:spcAft>
                <a:spcPts val="400"/>
              </a:spcAft>
              <a:defRPr sz="900">
                <a:solidFill>
                  <a:srgbClr val="B4BAAE"/>
                </a:solidFill>
                <a:latin typeface="Aptos"/>
              </a:defRPr>
            </a:pPr>
            <a:r>
              <a:t>Camcorder + Recorder (capture): webcam photo/video via OpenCV and microphone WAV via sounddevice; AudioPlayer + VideoPlayer (playback): file to speakers / to a chosen display — the media-I/O family (screen / camera-in / mic-in / speakers-out / screen-out).</a:t>
            </a:r>
          </a:p>
          <a:p>
            <a:pPr>
              <a:spcAft>
                <a:spcPts val="400"/>
              </a:spcAft>
              <a:defRPr sz="900">
                <a:solidFill>
                  <a:srgbClr val="B4BAAE"/>
                </a:solidFill>
                <a:latin typeface="Aptos"/>
              </a:defRPr>
            </a:pPr>
            <a:r>
              <a:t>The capture/playback/voice family is observational/output, so it stays out of the Exec Report; each ships on the canvas and as a wrapped Multi-Turn tool. Arduiner adds a direct arduino-cli firmware bridge, and ESPHomer now adds the smart-home YAML/device lane on top of STM32er and ESP32er.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Version identity (v1.33.2): the live Git tag now resolves the product to the Zavuerer release family while the generated dossiers carry the current source inventory.</a:t>
            </a:r>
          </a:p>
          <a:p>
            <a:pPr>
              <a:spcAft>
                <a:spcPts val="400"/>
              </a:spcAft>
              <a:defRPr sz="900">
                <a:solidFill>
                  <a:srgbClr val="B4BAAE"/>
                </a:solidFill>
                <a:latin typeface="Aptos"/>
              </a:defRPr>
            </a:pPr>
            <a:r>
              <a:t>Zavuerer release addition: the catalog now includes a Zavu unified-messaging node and wrapped chat tool for SMS / WhatsApp / Telegram / Email / Voice with one configured key.</a:t>
            </a:r>
          </a:p>
          <a:p>
            <a:pPr>
              <a:spcAft>
                <a:spcPts val="400"/>
              </a:spcAft>
              <a:defRPr sz="900">
                <a:solidFill>
                  <a:srgbClr val="B4BAAE"/>
                </a:solidFill>
                <a:latin typeface="Aptos"/>
              </a:defRPr>
            </a:pPr>
            <a:r>
              <a:t>Model/config cleanup: the shipped cloud default now favors `glm-5.2:cloud`, and the latest cleanup removed a stale DB backup from the tracked surface.</a:t>
            </a:r>
          </a:p>
          <a:p>
            <a:pPr>
              <a:spcAft>
                <a:spcPts val="400"/>
              </a:spcAft>
              <a:defRPr sz="900">
                <a:solidFill>
                  <a:srgbClr val="B4BAAE"/>
                </a:solidFill>
                <a:latin typeface="Aptos"/>
              </a:defRPr>
            </a:pPr>
            <a:r>
              <a:t>Trust wave (v1.27-v1.32.0): performance 3X levers, forward-only private-data cleanup, public-release verifier hardening, and Angela López Mendoza creator/authorship stamping moved together.</a:t>
            </a:r>
          </a:p>
          <a:p>
            <a:pPr>
              <a:spcAft>
                <a:spcPts val="400"/>
              </a:spcAft>
              <a:defRPr sz="900">
                <a:solidFill>
                  <a:srgbClr val="B4BAAE"/>
                </a:solidFill>
                <a:latin typeface="Aptos"/>
              </a:defRPr>
            </a:pPr>
            <a:r>
              <a:t>Delegation wave: ACPX, Skills, External MCPs, MCP Doctor, `tlamatini_acpx.py`, and `tlamatini_mcp_server.py` keep external agents and external MCP servers in the documented operator surface.</a:t>
            </a:r>
          </a:p>
          <a:p>
            <a:pPr>
              <a:spcAft>
                <a:spcPts val="400"/>
              </a:spcAft>
              <a:defRPr sz="900">
                <a:solidFill>
                  <a:srgbClr val="B4BAAE"/>
                </a:solidFill>
                <a:latin typeface="Aptos"/>
              </a:defRPr>
            </a:pPr>
            <a:r>
              <a:t>Visual/media asset refresh (v1.26.0 window): `TlamatiniAbout.png` replaces the earlier JPEG and `TlamatiniAndKyber.mp4` is now part of the shipped repository assets, so the dossier inventory and appendices need to count those new binaries.</a:t>
            </a:r>
          </a:p>
          <a:p>
            <a:pPr>
              <a:spcAft>
                <a:spcPts val="400"/>
              </a:spcAft>
              <a:defRPr sz="900">
                <a:solidFill>
                  <a:srgbClr val="B4BAAE"/>
                </a:solidFill>
                <a:latin typeface="Aptos"/>
              </a:defRPr>
            </a:pPr>
            <a:r>
              <a:t>Self-update foundation (v1.23.0, still present in v1.33.2): packaged installs preserve the user's DB across the swap — `apply_update.ps1` stages it through `DB/ToLoad/` and the next launch migrates it back into the new build.</a:t>
            </a:r>
          </a:p>
          <a:p>
            <a:pPr>
              <a:spcAft>
                <a:spcPts val="400"/>
              </a:spcAft>
              <a:defRPr sz="900">
                <a:solidFill>
                  <a:srgbClr val="B4BAAE"/>
                </a:solidFill>
                <a:latin typeface="Aptos"/>
              </a:defRPr>
            </a:pPr>
            <a:r>
              <a:t>Frozen-build hardening (v1.23.0, still present in v1.33.2): numpy and OpenCV are embedded in both bundled Python runtimes and `build.py` aborts if either import is missing, closing the last media-agent dependency gap in installed builds.</a:t>
            </a:r>
          </a:p>
          <a:p>
            <a:pPr>
              <a:spcAft>
                <a:spcPts val="400"/>
              </a:spcAft>
              <a:defRPr sz="900">
                <a:solidFill>
                  <a:srgbClr val="B4BAAE"/>
                </a:solidFill>
                <a:latin typeface="Aptos"/>
              </a:defRPr>
            </a:pPr>
            <a:r>
              <a:t>flow-making skill: turns a plain objective into a canvas-loadable .flw by driving the FlowCreator engine, so chat can build runnable flows without opening the designer.</a:t>
            </a:r>
          </a:p>
          <a:p>
            <a:pPr>
              <a:spcAft>
                <a:spcPts val="400"/>
              </a:spcAft>
              <a:defRPr sz="900">
                <a:solidFill>
                  <a:srgbClr val="B4BAAE"/>
                </a:solidFill>
                <a:latin typeface="Aptos"/>
              </a:defRPr>
            </a:pPr>
            <a:r>
              <a:t>Temp/Templates policy: every transient file stays under &lt;app&gt;/Temp and every scaffolded firmware/engine project under &lt;app&gt;/Templates (never C:/Temp or %TEMP%), pinned before Django starts and taught to the LLM as Rules 15/16.</a:t>
            </a:r>
          </a:p>
          <a:p>
            <a:pPr>
              <a:spcAft>
                <a:spcPts val="400"/>
              </a:spcAft>
              <a:defRPr sz="900">
                <a:solidFill>
                  <a:srgbClr val="B4BAAE"/>
                </a:solidFill>
                <a:latin typeface="Aptos"/>
              </a:defRPr>
            </a:pPr>
            <a:r>
              <a:t>FlowHypervisor monitoring now covers every agent — ESP32er, Arduiner, ESPHomer, Camcorder, and Recorder were added to its categorization, timing, startup markers, and do-not-flag rules, with first-build-downloads-a-large-toolchain caveats where needed.</a:t>
            </a:r>
          </a:p>
          <a:p>
            <a:pPr>
              <a:spcAft>
                <a:spcPts val="400"/>
              </a:spcAft>
              <a:defRPr sz="900">
                <a:solidFill>
                  <a:srgbClr val="B4BAAE"/>
                </a:solidFill>
                <a:latin typeface="Aptos"/>
              </a:defRPr>
            </a:pPr>
            <a:r>
              <a:t>Catalog now stands at 83 workflow agents and 92 Multi-Turn tools (60 wrapped chat-agent + 12 ACPX/Skill + 20 core), with 27 skills.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165,813</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232,959</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444     118,377    169,773  71.4%
Markdown                 157      20,053     26,670  12.1%
JavaScript                31      15,653     19,861   9.4%
CSS                        9       5,533      6,996   3.3%
YAML                      88       1,843      4,622   1.1%
HTML                       4       1,034      1,052   0.6%
Prompt template            2         955      1,071   0.6%
PowerShell                 6         672        987   0.4%
JSON                       8         540        540   0.3%
Other text                 8         489        588   0.3%
JavaScript module          1         414        495   0.2%
Text                       5         215        242   0.1%
Protocol Buffers           1          20         33   0.0%
Batch                      1          15         29   0.0%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8,190  11,925
Tlamatini/agent/tests.py                                Python         5,485   7,119
Tlamatini/agent/tools.py                                Python         3,026   4,402
Tlamatini/agent/doc_generation/complete_project_docs.py Python         2,938   3,293
BookOfTlamatini.md                                      Markdown       2,472   3,499
Tlamatini/agent/agents/flowcreator/agentic_skill.md     Markdown       2,241   2,478
...ini/agent/static/agent/css/agentic_control_panel.css CSS            2,021   2,695
Tlamatini/agent/external_mcp_manager.py                 Python         1,841   2,252
Tlamatini/agent/chat_agent_registry.py                  Python         1,637   1,674
Tlamatini/agent/static/agent/css/agent_page.css         CSS            1,600   1,987
Tlamatini/agent/static/agent/js/agent_page_chat.js      JavaScript     1,562   2,122
Tlamatini/agent/static/agent/js/acp-agent-connectors.js JavaScript     1,487   1,660
Tlamatini/agent/static/agent/js/agent_page_init.js      JavaScript     1,460   1,725
Tlamatini/agent/static/agent/js/acp-canvas-core.js      JavaScript     1,374   1,696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500">
                <a:solidFill>
                  <a:srgbClr val="B4BAAE"/>
                </a:solidFill>
                <a:latin typeface="Aptos"/>
              </a:defRPr>
            </a:pPr>
            <a:r>
              <a:t>The checked-in runtime defaults also moved: the shared config now points at `glm-5.2:cloud`, so the handbook and dossier need to describe the shipped cloud-first baseline honestly instead of assuming only the older local model defaults.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2026-07-02 | ddb3dca | Eraasing some trash, by Tlamatini's-AutoBot.</a:t>
            </a:r>
          </a:p>
          <a:p>
            <a:pPr>
              <a:spcAft>
                <a:spcPts val="400"/>
              </a:spcAft>
              <a:defRPr sz="1200">
                <a:solidFill>
                  <a:srgbClr val="B4BAAE"/>
                </a:solidFill>
                <a:latin typeface="Aptos"/>
              </a:defRPr>
            </a:pPr>
            <a:r>
              <a:t>2026-07-02 | 5e5146a | Commit the usage as default model to glm-5.2:cloud, by Tlamatini's-AutoBot.</a:t>
            </a:r>
          </a:p>
          <a:p>
            <a:pPr>
              <a:spcAft>
                <a:spcPts val="400"/>
              </a:spcAft>
              <a:defRPr sz="1200">
                <a:solidFill>
                  <a:srgbClr val="B4BAAE"/>
                </a:solidFill>
                <a:latin typeface="Aptos"/>
              </a:defRPr>
            </a:pPr>
            <a:r>
              <a:t>2026-07-02 | c7d0863 | Commiting some aux changes, by Tlamatinit's-AutoBot.</a:t>
            </a:r>
          </a:p>
          <a:p>
            <a:pPr>
              <a:spcAft>
                <a:spcPts val="400"/>
              </a:spcAft>
              <a:defRPr sz="1200">
                <a:solidFill>
                  <a:srgbClr val="B4BAAE"/>
                </a:solidFill>
                <a:latin typeface="Aptos"/>
              </a:defRPr>
            </a:pPr>
            <a:r>
              <a:t>2026-06-30 | a5b380f | Updating version and content from and by Zavuerer, by Tlamatini's-AutoBot.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2026-07-02 | ddb3dca | Eraasing some trash, by Tlamatini's-AutoBot.</a:t>
            </a:r>
          </a:p>
          <a:p>
            <a:pPr>
              <a:spcAft>
                <a:spcPts val="400"/>
              </a:spcAft>
              <a:defRPr sz="1200">
                <a:solidFill>
                  <a:srgbClr val="B4BAAE"/>
                </a:solidFill>
                <a:latin typeface="Aptos"/>
              </a:defRPr>
            </a:pPr>
            <a:r>
              <a:t>2026-07-02 | 5e5146a | Commit the usage as default model to glm-5.2:cloud, by Tlamatini's-AutoBot.</a:t>
            </a:r>
          </a:p>
          <a:p>
            <a:pPr>
              <a:spcAft>
                <a:spcPts val="400"/>
              </a:spcAft>
              <a:defRPr sz="1200">
                <a:solidFill>
                  <a:srgbClr val="B4BAAE"/>
                </a:solidFill>
                <a:latin typeface="Aptos"/>
              </a:defRPr>
            </a:pPr>
            <a:r>
              <a:t>2026-07-02 | c7d0863 | Commiting some aux changes, by Tlamatinit's-AutoBot.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GEMINI.md
|-- GUION_VIDEO_PROMO_TLAMATINI.md
|-- install.py
|-- KIMI.md
|-- LICENSE
|-- MessagingConnectorAssistant_Design.md
|-- OllamaPricing.png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
|-- Tlamatini_NIGHTLY_PERFORMANCE_REPORT.md
|-- TlamatiniJudgementDay.md
|-- uninstall.py
|-- unregister_flw.ps1
|-- VERSIONING.md
|-- versioning.py
|-- .claude/
|   |-- settings.json
|   |-- hooks/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config.py
|       |       |-- cyber_watchdog_test.py
|       |       |-- mcp_playwright_suite.py
|       |       |-- qualify.py
|       |       |-- questions.py
|       |       |-- README.md
|       |       |-- requirements.txt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run_test.py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
|   |-- demo1_globber_to_parametrizer_to_zavuerer.flw
|   |-- demo2_apirer_to_parametrizer_to_zavuerer.flw
|   `-- demo3_zavuerer_health_to_parametrizer_to_filecreator.flw
|-- docs/
|   `-- claude/
|       |-- acpx.md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agents.md
|       |-- architecture.md
|       |-- exec-report.md
|       |-- frontend.md
|       |-- gotchas.md
|       |-- INDEX.md
|       |-- mcp-tools.md
|       |-- multi-turn.md
|       `-- recent-fixes.md
|-- pyinstaller_hooks/
|   |-- hook-numpy.py
|   `-- hook-torch.py
|-- Tests/
|   |-- test_about_window_name_visible.py
|   `-- test_perf_3x_visual.py
`-- Tlamatini/
    |-- cat_art.py
    |-- manage.py
    |-- .agents/
    |   `-- workflows/
    |       `-- create_new_agent.md
    |-- .mcps/
    |   `-- create_new_mcp.md
    |-- .skills/
    |   `-- create_new_skill.md
    |-- agent/
    |   |-- __init__.py
    |   |-- access_key_wizard.py
    |   |-- admin.py
    |   |-- apps.py
    |   |-- capability_registry.py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external_mcp_manager.py
    |   |-- filesearch.proto
    |   |-- filesearch_pb2.py
    |   |-- filesearch_pb2_grpc.py
    |   |-- global_execution_planner.py
    |   |-- global_state.py
    |   |-- gpu_perf.py
    |   |-- inet_determiner.py
    |   |-- llm_timing.py
    |   |-- mcp_agent.py
    |   |-- mcp_files_search_client.py
    |   |-- mcp_files_search_server.py
    |   |-- mcp_system_client.py
    |   |-- mcp_system_server.py
    |   |-- models.py
    |   |-- native_dialogs.py
    |   |-- orphan_reaper.py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path_guard.py
    |   |-- prompt.pmt
    |   |-- rag_enhancements.py
    |   |-- routing.py
    |   |-- self_update.py
    |   |-- test_access_key_wizard.py
    |   |-- test_arduiner_agent.py
    |   |-- test_audioplayer_agent.py
    |   |-- test_blenderer_agent.py
    |   |-- test_build_scripts.py
    |   |-- test_camcorder_agent.py
    |   |-- test_chat_bridge_bots.py
    |   |-- test_chat_history_window.py
    |   |-- test_command_watchdog.py
    |   |-- test_contacts.py
    |   |-- test_crawler_agent.py
    |   |-- test_createsuperuser_wizard.py
    |   |-- test_de_compresser.py
    |   |-- test_discoverer_agent.py
    |   |-- test_editor_agent.py
    |   |-- test_embedding_memory_guard.py
    |   |-- test_esp32er_agent.py
    |   |-- test_esphomer_agent.py
    |   |-- test_execute_command_bounded.py
    |   |-- test_external_mcp_add_flow.py
    |   |-- test_external_mcp_e2e.py
    |   |-- test_external_mcp_transports.py
    |   |-- test_external_mcp_universal.py
    |   |-- test_file_extractor_reader.py
    |   |-- test_flow_contracts.py
    |   |-- test_globber_agent.py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test_googler_agent.py
    |   |-- test_grepper_agent.py
    |   |-- test_instant_messaging_doctor.py
    |   |-- test_j_decompiler_agent.py
    |   |-- test_kalier_agent.py
    |   |-- test_native_dialogs.py
    |   |-- test_orphan_reaper.py
    |   |-- test_parametrizer_mcp_doctor.py
    |   |-- test_password_quoting.py
    |   |-- test_playwrighter_agent.py
    |   |-- test_recorder_agent.py
    |   |-- test_self_update.py
    |   |-- test_step_by_step_mode.py
    |   |-- test_stm32er_agent.py
    |   |-- test_talker_agent.py
    |   |-- test_telegrammer_identity.py
    |   |-- test_temp_dir_policy.py
    |   |-- test_unrealer_agent.py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views.py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
    |   |   |   |-- config.yaml</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
    |   |   |   `-- forker.py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monitor_netstat.py
    |   |   |-- mouser/
    |   |   |   |-- config.yaml
    |   |   |   `-- mouser.py
    |   |   |-- mover/
    |   |   |   |-- config.yaml
    |   |   |   `-- mover.py
    |   |   |-- node_manager/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videoplayer/
    |   |   |   |-- config.yaml</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HiIamTlamatini.png
    |   |   |-- mockup.jpg
    |   |   |-- Modify_the_last_video_keepi.mp4
    |   |   |-- RealisticTlamatini.png
    |   |   |-- ShouldersUoTlamatini.png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Tlamatini AI Agentic Advisor Video.mp4
    |   |   |-- TlamatiniAndKyber.mp4
    |   |   |-- TlamatiniDrawings.png
    |   |   |-- TlammatiniLetsMakeSomeMagic.mp4
    |   |   |-- TorsoTlamatini.png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__init__.py
    |   |-- monitors/
    |   |   `-- monitor_sql.py
    |   |-- opus_client/
    |   |   |-- claude_opus_client.py
    |   |   |-- examples.py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README.md
    |   |-- rag/
    |   |   |-- __init__.py
    |   |   |-- config.py
    |   |   |-- factory.py
    |   |   |-- interaction.py
    |   |   |-- interface.py
    |   |   |-- loaders.py
    |   |   |-- prompts.py
    |   |   |-- retrieval.py
    |   |   |-- splitters.py
    |   |   |-- utils.py
    |   |   `-- chains/
    |   |       |-- base.py
    |   |       |-- basic.py
    |   |       |-- history_aware.py
    |   |       `-- unified.py
    |   |-- services/
    |   |   |-- __init__.py
    |   |   |-- agent_contracts.py
    |   |   |-- agent_paths.py
    |   |   |-- answer_analizer.py
    |   |   |-- filesystem.py
    |   |   |-- flow_compiler.py
    |   |   |-- flow_spec.py
    |   |   `-- response_parser.py
    |   |-- skills/
    |   |   |-- __init__.py
    |   |   |-- frontmatter.py
    |   |   |-- harness.py
    |   |   |-- io_contract.py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registry.py
    |   |-- skills_pkg/
    |   |   |-- _meta/
    |   |   |   |-- lint.py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
    |   |   |   `-- SKILL.md
    |   |   |-- notion/</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trello/
    |   |   |   `-- SKILL.md
    |   |   `-- weather/
    |   |       `-- SKILL.md
    |   |-- static/
    |   |   `-- agent/
    |   |       |-- css/
    |   |       |   |-- access_keys_wizard.css
    |   |       |   |-- agent_page.css
    |   |       |   |-- agentic_control_panel.css
    |   |       |   |-- contacts_dialog.css
    |   |       |   |-- external_mcps_dialog.css
    |   |       |   |-- login.css
    |   |       |   |-- skills_dialog.css
    |   |       |   |-- tools_dialog.css
    |   |       |   `-- welcome.css
    |   |       |-- img/
    |   |       |   |-- spinner.svg
    |   |       |   `-- Tlamatini.ico
    |   |       |-- js/
    |   |       |   |-- access_keys_wizard.js
    |   |       |   |-- acp-agent-connectors.js
    |   |       |   |-- acp-canvas-core.js
    |   |       |   |-- acp-canvas-undo.js
    |   |       |   |-- acp-control-buttons.js
    |   |       |   |-- acp-file-io.js
    |   |       |   |-- acp-flow-snapshot.js
    |   |       |   |-- acp-globals.js
    |   |       |   |-- acp-layout.js
    |   |       |   |-- acp-parametrizer-dialog.js
    |   |       |   |-- acp-running-state.js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acp-session.js
    |   |       |   |-- acp-undo-manager.js
    |   |       |   |-- acp-validate.js
    |   |       |   |-- agent_page_canvas.js
    |   |       |   |-- agent_page_chat.js
    |   |       |   |-- agent_page_context.js
    |   |       |   |-- agent_page_dialogs.js
    |   |       |   |-- agent_page_init.js
    |   |       |   |-- agent_page_layout.js
    |   |       |   |-- agent_page_state.js
    |   |       |   |-- agent_page_ui.js
    |   |       |   |-- agentic_control_panel.js
    |   |       |   |-- canvas_item_dialog.js
    |   |       |   |-- chat_page_runtime_poller.js
    |   |       |   |-- contacts_dialog.js
    |   |       |   |-- contextual_menus.js
    |   |       |   |-- external_mcps_dialog.js
    |   |       |   |-- shared-runtime-dialogs.js
    |   |       |   |-- skills_dialog.js
    |   |       |   `-- tools_dialog.js
    |   |       |-- sounds/
    |   |       |   |-- hypervisor_alert.wav
    |   |       |   `-- notification.wav
    |   |       `-- video/
    |   |           `-- XAIHT-Tlamatini.mp4
    |   |-- templates/
    |   |   `-- agent/
    |   |       |-- agent_page.html
    |   |       |-- agentic_control_panel.html
    |   |       |-- login.html
    |   |       `-- welcome.html</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test_fixtures/
    |   |   `-- talker_orpheus_tokens.txt
    |   `-- TlamatiniSourceCode/
    |       `-- README.md
    |-- DB/
    |   |-- Older/
    |   |   `-- README.md
    |   `-- ToLoad/
    |       `-- README.md
    |-- jd-cli/
    |   |-- jd-cli.bat
    |   `-- jd-cli.jar
    `-- tlamatini/
        |-- __init__.py
        |-- asgi.py
        |-- context_processors.py
        |-- logging_filters.py
        |-- middleware.py
        |-- settings.py
        |-- urls.py
        `-- wsgi.py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