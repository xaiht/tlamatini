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62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452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97,195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16, 2026 10:18 PM UTC-0600 at HEAD 309f8ec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Launches wrapped copies of selected workflow agents in isolated runtime folders without mutating templates.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Lets users design, validate, save, pause, resume, and stop visual workflows through the Agentic Control Panel.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Turns successful Multi-Turn tool executions into starter `.flw` workflows that can be inspected and validated in ACP.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Packages the project into a distributable Windows release with installer and uninstaller tooling.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0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62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unrealer,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whatsapper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1.2.0 | build: 1.2.0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new 61st workflow agent: a deterministic archive worker that can either compress or decompress depending on which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Unrealer agent is the 62nd workflow agent and exposes the upstream 28-command surface: actor manipulation, Blueprint authoring and node wiring, input mappings, and UMG widget building.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452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309f8ec - Implementing Unreal-Engine MCP!!!, so now Tlamatini is Unreal Engine Enabled!!,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1.2.0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16, 2026 10:18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63; 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97,195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132,391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262      65,352     91,203  67.2%
JavaScript                27      12,446     15,694  12.8%
Markdown                  50      11,528     14,835  11.9%
CSS                        5       3,061      3,858   3.1%
YAML                      66       1,380      2,739   1.4%
Other text                 3         789        967   0.8%
HTML                       4         780        798   0.8%
PowerShell                 5         506        752   0.5%
Prompt template            2         409        483   0.4%
JSON                       5         383        383   0.4%
JavaScript module          1         378        445   0.4%
Text                       5         150        177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6,776   9,774
Tlamatini/agent/tests.py                                Python         3,886   4,963
Tlamatini/agent/tools.py                                Python         2,201   3,094
BookOfTlamatini.md                                      Markdown       1,845   2,589
Tlamatini/agent/agents/flowcreator/agentic_skill.md     Markdown       1,813   2,018
...ini/agent/static/agent/css/agentic_control_panel.css CSS            1,653   2,187
Tlamatini/agent/doc_generation/complete_project_docs.py Python         1,541   1,743
Tlamatini/agent/static/agent/js/agent_page_init.js      JavaScript     1,306   1,503
Tlamatini/agent/static/agent/js/acp-canvas-core.js      JavaScript     1,270   1,580
Tlamatini/agent/consumers.py                            Python         1,173   1,444
Tlamatini/agent/static/agent/css/agent_page.css         CSS            1,155   1,380
README.md                                               Markdown       1,124   1,572
Tlamatini/agent/static/agent/js/acp-agent-connectors.js JavaScript     1,109   1,249
Tlamatini/agent/agents/whatstlamatini/whatstlamatini.py Python         1,059   1,323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Unreal MCP support: the new Unrealer agent, a chat-wrapped `chat_agent_unrealer` tool, canvas wiring, a seeded end-to-end demo prompt, and a direct TCP bridge into a live Unreal Engine 5 editor.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orphan-process cleanup on Windows: a three-tier reaper, hardened detached spawn sites, ACPX process-tree termination, and user-visible survivor reporting when anything truly refuses to die.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De-Compresser agent: deterministic archive compression/decompression, Multi-Turn exposure, ACP canvas wiring, and a requirements patch that adds the `py7zr` fallback path.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versioning system: SemVer policy, git-tag sourcing, runtime version surfaces, and build-time embedding across the Windows artefacts.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today, so the regenerated dossier is part of the tracked operator surface rather than an external afterthought.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2026-05-16 | 309f8ec | Implementing Unreal-Engine MCP!!!, so now Tlamatini is Unreal Engine Enabled!!,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2026-05-16 | 9353d57 | Trying to fix the Browse button Tkinter issue in DB dialogs,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2026-05-16 | aada5bb | Making passwordless false so the use of password is by default in De-Compresser agent,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2026-05-16 | 8bc6d29 | Updating visual assets about Orphaned-Process Cleanup,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2026-05-16 | ba9b18a | Updating documentation acording Orphan-Process Cleanup,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2026-05-16 | dcd1613 | Hope this sec/perf enhancment works very well, I'll stay testing it,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2/2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2026-05-16 | b2eacef | Establishing version 1.1.1,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orphan_reaper.py
    |   |-- path_guard.py
    |   |-- prompt.pmt
    |   |-- rag_enhancements.py
    |   |-- routing.py
    |   |-- test_de_compresser.py
    |   |-- test_embedding_memory_guard.py
    |   |-- test_flow_contracts.py
    |   |-- test_password_quoting.py
    |   |-- test_tkinter_availability.py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unrealer/
    |   |   |   |-- config.yaml
    |   |   |   `-- unrealer.py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`-- __init__.py
    |   |-- monitors/
    |   |   `-- monitor_sql.py
    |   |-- opus_client/
    |   |   |-- claude_opus_client.py
    |   |   |-- examples.py
    |   |   `-- README.md
    |   |-- rag/
    |   |   |-- __init__.py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lint.py
    |   |   |   `-- schema.json
    |   |   |-- acp_router/
    |   |   |   `-- SKILL.md
    |   |   |-- github/
    |   |   |   `-- SKILL.md
    |   |   |-- gmail/
    |   |   |   `-- SKILL.md
    |   |   |-- hello_world/
    |   |   |   `-- SKILL.md
    |   |   |-- jira/
    |   |   |   `-- SKILL.md
    |   |   |-- notion/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telegram_receiver.py
    |   `-- templates/
    |       `-- agent/
    |           |-- agent_page.html
    |           |-- agentic_control_panel.html
    |           |-- login.html
    |           `-- welcome.html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