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60 agents, ACPX delegation, visual workflows, and Windows packaging.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414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86,841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06, 2026 03:14 PM UTC-0600 at HEAD df083e0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wrapped copies of selected workflow agents in isolated runtime folders without mutating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Lets users design, validate, save, pause, resume, and stop visual workflows through the Agentic Control Panel.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Turns successful Multi-Turn tool executions into starter `.flw` workflows that can be inspected and validated in ACP.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Packages the project into a distributable Windows release with installer and uninstaller tooling.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When Multi-Turn is enabled, the global planner selects context and tool stages before the executor binds only the relevant tools.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60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whatsapper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df083e0 - Updating prompts, skill, and general documentation by Tlamatini's-AutoBot.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06, 2026 03:14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62; binary or asset tracked files skipped from line count: 14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86,841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117,283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235      57,085     79,206  65.7%
Markdown                  45      11,943     14,917  13.8%
JavaScript                26      10,921     13,855  12.6%
CSS                        5       2,854      3,560   3.3%
YAML                      63         905      1,988   1.0%
Other text                 3         780        957   0.9%
HTML                       4         613        631   0.7%
PowerShell                 5         506        752   0.6%
JSON                       5         381        381   0.4%
Prompt template            2         380        453   0.4%
JavaScript module          1         325        392   0.4%
Text                       4         115        134   0.1%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6,202   8,900
README.md                                               Markdown       4,190   5,292
Tlamatini/agent/tests.py                                Python         3,515   4,458
Tlamatini/agent/tools.py                                Python         2,060   2,843
Tlamatini/agent/agents/flowcreator/agentic_skill.md     Markdown       1,769   1,967
...ini/agent/static/agent/css/agentic_control_panel.css CSS            1,631   2,140
Tlamatini/agent/doc_generation/complete_project_docs.py Python         1,264   1,443
Tlamatini/agent/static/agent/js/acp-canvas-core.js      JavaScript     1,256   1,566
Tlamatini/agent/consumers.py                            Python         1,095   1,306
Tlamatini/agent/static/agent/js/acp-agent-connectors.js JavaScript     1,073   1,211
Tlamatini/agent/agents/whatstlamatini/whatstlamatini.py Python         1,044   1,300
Tlamatini/agent/acpx/tests.py                           Python         1,035   1,299
Tlamatini/agent/static/agent/js/acp-control-buttons.js  JavaScript     1,000   1,301
Tlamatini/agent/static/agent/css/agent_page.css         CSS              970   1,129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Last 7 Days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Weekly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advanced significantly this week: runtime scaffolding, tool surface, skills, transport-aware execution, and enable/disable behavior were all touched.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Windows deployment hardening continued with CreateShortcut fixes and improved behavior on restricted-policy machines.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 surface evolved too: ACP/ACPX visual mechanics, canvas scrolling, icons, and page framing all received polish.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Execution observability improved through persistent execution tables, summarizer work, and the broader reportability push around agent runs.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during the week, so the regenerated dossier must be treated as part of the tracked operator surface.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LAST-WEEK COMMITS FROM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Weekly Commit Appendix 1/3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2026-05-06 | df083e0 | Updating prompts, skill, and general documentation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2026-05-06 | 9205bb3 | Erasing garbage,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2026-05-06 | 166cb09 | Way too improved ACPX scheme enabling/disabling it, and summarizer improved,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2026-05-06 | 228529d | Optimization to CreateShorcut under non-resctricted machine, and creation of setting new api keys (setup_new_acpx_key),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2026-05-05 | e24222a | Refix CreateShortcut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2026-05-05 | 5e5abba | Fixing CreateShortcut, by Tlamatinis-Autobot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ALL LAST-WEEK COMMITS FROM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Weekly Commit Appendix 2/3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2026-05-05 | c8214cd | Improving the mechanics under machines with restrictive policies, by Tlamatinis-AutoBot.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2026-05-05 | 37d21fb | Improving the icons, an the console window, and the web pages, by Tlamatini-AutoBot.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2026-05-04 | 7576c57 | Fixing automated re-parametrization,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2026-05-04 | 2177f8b | Issuing some cleaning,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2026-05-04 | 840a040 | Improving prompt.pmt for ACPX xcheme,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2026-05-04 | a1c2a99 | Improving damn a lot the ACPX x-agentic mechanics and the execution flow scheme,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LAST-WEEK COMMITS FROM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Weekly Commit Appendix 3/3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2026-05-03 | 7130272 | Implementing ACPXer agent!! in Tlamatini,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2026-05-03 | 7acc9b4 | ACPX reliability pass: tool surface + transport-aware drain + docs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2026-05-03 | f567b0d | Simplifying catalog of prompts content and improved,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2026-05-03 | a1c4b30 | ACPX runtime + Skills + secrets-toggle scaffolding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2026-04-30 | e50709e | ACPX Implemented om Tlamatini!,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build.py
|-- build_installer.py
|-- build_uninstaller.py
|-- CLAUDE.md
|-- CreateShortcut.json
|-- CreateShortcut.ps1
|-- eslint.config.mjs
|-- install.py
|-- KIMI.md
|-- LICENSE
|-- package.json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
|-- uninstall.py
|-- unregister_flw.ps1
|-- .codex/
|   `-- skills/
|       |-- full-project-pdf-dossier/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
    |       `-- create_new_agent.md
    |-- .mcps/
    |   `-- create_new_mcp.md
    |-- agent/
    |   |-- __init__.py
    |   |-- admin.py
    |   |-- apps.py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filesearch.proto
    |   |-- filesearch_pb2.py
    |   |-- filesearch_pb2_grpc.py
    |   |-- global_execution_planner.py
    |   |-- global_state.py
    |   |-- inet_determiner.py
    |   |-- mcp_agent.py
    |   |-- mcp_files_search_client.py
    |   |-- mcp_files_search_server.py
    |   |-- mcp_system_client.py
    |   |-- mcp_system_server.py
    |   |-- models.py
    |   |-- path_guard.py
    |   |-- prompt.pmt
    |   |-- rag_enhancements.py
    |   |-- routing.py
    |   |-- tests.py
    |   |-- tools.py
    |   |-- urls.py
    |   |-- views.py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
    |   |   |   `-- prompter.py
    |   |   |-- pser/
    |   |   |   |-- config.yaml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`-- __init__.py
    |   |-- monitors/
    |   |   `-- monitor_sql.py
    |   |-- opus_client/
    |   |   |-- claude_opus_client.py
    |   |   |-- examples.py
    |   |   `-- README.md
    |   |-- rag/
    |   |   |-- __init__.py
    |   |   |-- config.py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answer_analizer.py
    |   |   |-- filesystem.py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github/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gmail/
    |   |   |   `-- SKILL.md
    |   |   |-- hello_world/
    |   |   |   `-- SKILL.md
    |   |   |-- jira/
    |   |   |   `-- SKILL.md
    |   |   |-- notion/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acp-globals.js
    |   |       |   |-- acp-layout.js
    |   |       |   |-- acp-parametrizer-dialog.js
    |   |       |   |-- acp-running-state.js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    `-- welcome.html
    |-- jd-cli/
    |   |-- jd-cli.bat
    |   `-- jd-cli.jar
    `-- tlamatini/
        |-- __init__.py
        |-- asgi.py
        |-- context_processors.py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