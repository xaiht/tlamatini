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74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127,034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05, 2026 11:48 PM UTC-0600 at HEAD 8eec7d0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`v1.17.0`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`v1.17.0`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74-agent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74-agent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`v1.17.0`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1.17.0 | build: 1.17.0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8eec7d0 - Re-engineered the installing process of Tlamatini to be bullet-proof, by angelahack1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1.17.0 (env)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05, 2026 11:48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81; wrapped chat-agent tools: 49;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75; authoritative agent-description rows: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8079490 on 2026-06-04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all of thedocs to v1.15.0, by Tlamatini's-AutoBot.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media-I/O family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 — read-only siblings of Shoter (screen), saved to Pictures/Music.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AudioPlayer (playback): plays an audio file to the speakers via soundfile + sounddevice — volume in percent, and a time-played budget that TRUNCATES a longer file or LOOPS a shorter one; sample-rate read from the file (correct pitch).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VideoPlayer (playback): plays a video file WITH audio on a chosen display via ffpyplayer (its wheel bundles ffmpeg + SDL — no external ffmpeg) plus an OpenCV window — display, volume, the same truncate/loop time budget, window size, and fullscreen; silent-OpenCV fallback.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whole family is observational/output, so it stays out of the Exec Report; each ships on the canvas and as a wrapped Multi-Turn tool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74 workflow agents and 81 Multi-Turn tools (49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127,034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174,809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328      89,189    125,415  70.2%
Markdown                  65      14,670     18,684  11.5%
JavaScript                28      13,770     17,337  10.8%
CSS                        6       3,717      4,731   2.9%
YAML                      79       1,614      3,875   1.3%
Other text                 6         894      1,089   0.7%
HTML                       4         858        876   0.7%
Prompt template            2         759        867   0.6%
PowerShell                 5         508        754   0.4%
JavaScript module          1         403        472   0.3%
JSON                       5         398        398   0.3%
Text                       5         219        249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7,648  11,139
Tlamatini/agent/tests.py                                Python         5,118   6,583
Tlamatini/agent/tools.py                                Python         2,632   3,777
Tlamatini/agent/doc_generation/complete_project_docs.py Python         2,322   2,629
BookOfTlamatini.md                                      Markdown       2,116   2,977
Tlamatini/agent/agents/flowcreator/agentic_skill.md     Markdown       2,070   2,290
...ini/agent/static/agent/css/agentic_control_panel.css CSS            1,794   2,400
Tlamatini/agent/static/agent/js/agent_page_init.js      JavaScript     1,435   1,687
Tlamatini/agent/static/agent/css/agent_page.css         CSS            1,362   1,671
README.md                                               Markdown       1,351   1,922
Tlamatini/agent/static/agent/js/acp-canvas-core.js      JavaScript     1,327   1,637
Tlamatini/agent/static/agent/js/acp-agent-connectors.js JavaScript     1,325   1,477
Tlamatini/agent/consumers.py                            Python         1,300   1,638
Tlamatini/agent/static/agent/js/agent_page_chat.js      JavaScript     1,294   1,769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Git history today shows focused maintenance across the operator surface, release mechanics, and runtime behavior.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8eec7d0 | Re-engineered the installing process of Tlamatini to be bullet-proof,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db5df7f | Improvement to the prompting chain,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013428c | Some improvements to README.md, by angelahack1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8eec7d0 | Re-engineered the installing process of Tlamatini to be bullet-proof,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db5df7f | Improvement to the prompting chain,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013428c | Some improvements to README.md, by angelahack1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image copy.png
|-- image.png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Tlamatini.ico
|-- Tlamatini.jpg
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test_audioplayer_agent.py
    |   |-- test_build_scripts.py
    |   |-- test_camcorder_agent.py
    |   |-- test_chat_bridge_bots.py
    |   |-- test_de_compresser.py
    |   |-- test_embedding_memory_guard.py
    |   |-- test_esp32er_agent.py
    |   |-- test_flow_contracts.py
    |   |-- test_kalier_agent.py
    |   |-- test_native_dialogs.py
    |   |-- test_orphan_reaper.py
    |   |-- test_password_quoting.py
    |   |-- test_playwrighter_agent.py
    |   |-- test_recorder_agent.py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test_stm32er_agent.py
    |   |-- test_temp_dir_policy.py
    |   |-- test_unrealer_agent.py
    |   |-- test_videoplayer_agent.py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
    |   |   |-- camcorder/
    |   |   |   |-- camcorder.py
    |   |   |   `-- config.yaml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telegramrx.py
    |   |   |-- teletlamatini/
    |   |   |   |-- config.yaml
    |   |   |   `-- teletlamatini.py
    |   |   |-- unrealer/
    |   |   |   |-- config.yaml
    |   |   |   `-- unrealer.py
    |   |   |-- videoplayer/
    |   |   |   |-- config.yaml
    |   |   |   `-- videoplayer.py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|-- 0111_add_arduiner_demo_prompts.py
    |   |   |-- 0112_add_camcorder.py
    |   |   |-- 0113_add_chat_agent_camcorder_tool.py
    |   |   |-- 0114_add_recorder.py
    |   |   |-- 0115_add_chat_agent_recorder_tool.py
    |   |   |-- 0116_add_audioplayer.py
    |   |   |-- 0117_add_chat_agent_audioplayer_tool.py
    |   |   |-- 0118_add_videoplayer.py
    |   |   |-- 0119_add_chat_agent_videoplayer_tool.py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`-- wsgi.py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