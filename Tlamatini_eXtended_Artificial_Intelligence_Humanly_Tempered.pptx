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85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844</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177,591</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15, 2026 08:08 PM UTC-0600 at HEAD c58b01ad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Answers codebase questions with loaded file or directory context.</a:t>
            </a:r>
          </a:p>
          <a:p>
            <a:pPr>
              <a:spcAft>
                <a:spcPts val="400"/>
              </a:spcAft>
              <a:defRPr sz="1400">
                <a:solidFill>
                  <a:srgbClr val="B4BAAE"/>
                </a:solidFill>
                <a:latin typeface="Aptos"/>
              </a:defRPr>
            </a:pPr>
            <a:r>
              <a:t>Uses hybrid retrieval to extract metadata, split content, rank source chunks, and respect context budgets.</a:t>
            </a:r>
          </a:p>
          <a:p>
            <a:pPr>
              <a:spcAft>
                <a:spcPts val="400"/>
              </a:spcAft>
              <a:defRPr sz="1400">
                <a:solidFill>
                  <a:srgbClr val="B4BAAE"/>
                </a:solidFill>
                <a:latin typeface="Aptos"/>
              </a:defRPr>
            </a:pPr>
            <a:r>
              <a:t>Can discover files by glob pattern, search their contents by regex, and make surgical in-place replacements through the Globber, Grepper, and Editor agent/tool trio.</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200">
                <a:solidFill>
                  <a:srgbClr val="B4BAAE"/>
                </a:solidFill>
                <a:latin typeface="Aptos"/>
              </a:defRPr>
            </a:pPr>
            <a:r>
              <a:t>Gives operators GUI-first database maintenance through the new DB dropdown for backup and staged database replacement.</a:t>
            </a:r>
          </a:p>
          <a:p>
            <a:pPr>
              <a:spcAft>
                <a:spcPts val="400"/>
              </a:spcAft>
              <a:defRPr sz="12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10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300">
                <a:solidFill>
                  <a:srgbClr val="B4BAAE"/>
                </a:solidFill>
                <a:latin typeface="Aptos"/>
              </a:defRPr>
            </a:pPr>
            <a:r>
              <a:t>Can drive a live Unreal Engine 5 editor through the Unreal MCP plugin, from either Multi-Turn chat or the visual workflow canvas.</a:t>
            </a:r>
          </a:p>
          <a:p>
            <a:pPr>
              <a:spcAft>
                <a:spcPts val="400"/>
              </a:spcAft>
              <a:defRPr sz="13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(6/8)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(7/8)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(8/8)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V1.42.0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V1.42.0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V1.42.0 - STM32ER EXPANSION PLUS CARRIED RELIABILITY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Git resolves the product to `v1.42.0`: tag, local `main`, and `origin/main` all point to commit `c58b01ad`; the live source tree remains authoritative for generated counts and capability claims.</a:t>
            </a:r>
          </a:p>
          <a:p>
            <a:pPr>
              <a:spcAft>
                <a:spcPts val="400"/>
              </a:spcAft>
              <a:defRPr sz="1000">
                <a:solidFill>
                  <a:srgbClr val="B4BAAE"/>
                </a:solidFill>
                <a:latin typeface="Aptos"/>
              </a:defRPr>
            </a:pPr>
            <a:r>
              <a:t>`v1.42.0` releases STM32er's PlatformIO backend and device-aware routing for supported boards from Blue Pill/F1 through mainstream F/G/L/H7/U5/WB families.</a:t>
            </a:r>
          </a:p>
          <a:p>
            <a:pPr>
              <a:spcAft>
                <a:spcPts val="400"/>
              </a:spcAft>
              <a:defRPr sz="1000">
                <a:solidFill>
                  <a:srgbClr val="B4BAAE"/>
                </a:solidFill>
                <a:latin typeface="Aptos"/>
              </a:defRPr>
            </a:pPr>
            <a:r>
              <a:t>`v1.41.4` fixes External-MCP structured-output consumption: stdio and network clients now provide both text `content` blocks and `structuredContent` to the LLM instead of handing it only a short pointer.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shared formatter unwraps a sole `result` envelope, preserves errors and plain text, safely serializes structured data, caps oversized payloads, and is pinned by seven focused tests.</a:t>
            </a:r>
          </a:p>
          <a:p>
            <a:pPr>
              <a:spcAft>
                <a:spcPts val="400"/>
              </a:spcAft>
              <a:defRPr sz="1000">
                <a:solidFill>
                  <a:srgbClr val="B4BAAE"/>
                </a:solidFill>
                <a:latin typeface="Aptos"/>
              </a:defRPr>
            </a:pPr>
            <a:r>
              <a:t>`v1.41.3` keeps the Catalog of Prompts grouped into 13 categories with stable surviving ids, physical duplicate removal, gap-tolerant loading, and ranked fuzzy search.</a:t>
            </a:r>
          </a:p>
          <a:p>
            <a:pPr>
              <a:spcAft>
                <a:spcPts val="400"/>
              </a:spcAft>
              <a:defRPr sz="1000">
                <a:solidFill>
                  <a:srgbClr val="B4BAAE"/>
                </a:solidFill>
                <a:latin typeface="Aptos"/>
              </a:defRPr>
            </a:pPr>
            <a:r>
              <a:t>`v1.41.2` keeps Cancel latched to a per-user run epoch across RAG rebuilds, executor, retry, self-healing, Ask Execs, late answers, and frontend state without poisoning the next request.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IMAGE PATHS, PORT RECOVERY, HANDBOOK TRUTH, AND CARRIED FOUNDATIONS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Flow and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`v1.41.0` keeps screenshot paste/drop path-native: validated images are re-encoded in guarded Temp storage, inserted at the remembered caret, and handed to Image-Interpreter through removable chips.</a:t>
            </a:r>
          </a:p>
          <a:p>
            <a:pPr>
              <a:spcAft>
                <a:spcPts val="400"/>
              </a:spcAft>
              <a:defRPr sz="1000">
                <a:solidFill>
                  <a:srgbClr val="B4BAAE"/>
                </a:solidFill>
                <a:latin typeface="Aptos"/>
              </a:defRPr>
            </a:pPr>
            <a:r>
              <a:t>That Phase 1 path covers supported PlatformIO `ststm32` boards from Blue Pill/F1 through mainstream F/G/L/H7/U5/WB families, shares zero-config PlatformIO bootstrap with ESP32er, and adds ST-LINK-aware upload safeguards.</a:t>
            </a:r>
          </a:p>
          <a:p>
            <a:pPr>
              <a:spcAft>
                <a:spcPts val="400"/>
              </a:spcAft>
              <a:defRPr sz="1000">
                <a:solidFill>
                  <a:srgbClr val="B4BAAE"/>
                </a:solidFill>
                <a:latin typeface="Aptos"/>
              </a:defRPr>
            </a:pPr>
            <a:r>
              <a:t>The existing STM32F407 Template-MCP route remains the automatic default for blank/STM32F4 requests, while C0/H5/WBA/N6 stay explicitly unsupported until the planned ST-native CubeCLT backend exists; released migrations add camera-verified stepwise demos and a one-time contiguous catalog renumber.</a:t>
            </a:r>
          </a:p>
          <a:p>
            <a:pPr>
              <a:spcAft>
                <a:spcPts val="400"/>
              </a:spcAft>
              <a:defRPr sz="1000">
                <a:solidFill>
                  <a:srgbClr val="B4BAAE"/>
                </a:solidFill>
                <a:latin typeface="Aptos"/>
              </a:defRPr>
            </a:pPr>
            <a:r>
              <a:t>README.md and BookOfTlamatini.md now carry a clearer plain-Python agent disclaimer: transparency enables user control but is not a security warranty, and execution remains under the user's jurisdiction and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Security and source control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README static badge and some Book release prose lag Git, so version identity comes from the live tag/commit graph rather than those historical text surfaces.</a:t>
            </a:r>
          </a:p>
          <a:p>
            <a:pPr>
              <a:spcAft>
                <a:spcPts val="400"/>
              </a:spcAft>
              <a:defRPr sz="1100">
                <a:solidFill>
                  <a:srgbClr val="B4BAAE"/>
                </a:solidFill>
                <a:latin typeface="Aptos"/>
              </a:defRPr>
            </a:pPr>
            <a:r>
              <a:t>The dirty worktree is counted without reproducing private values, credentials, endpoints, or machine-specific paths; this dossier does not stage, commit, or push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`v1.40.x` configurable-port and FlowPills work, Unreal 5.8 scaffold, Nmapper, self-healing, Create Flow, robotic loop, firmware/media agents, External MCPs, ACPX skills, and deterministic file tools remain carried product behavior.</a:t>
            </a:r>
          </a:p>
          <a:p>
            <a:pPr>
              <a:spcAft>
                <a:spcPts val="400"/>
              </a:spcAft>
              <a:defRPr sz="1100">
                <a:solidFill>
                  <a:srgbClr val="B4BAAE"/>
                </a:solidFill>
                <a:latin typeface="Aptos"/>
              </a:defRPr>
            </a:pPr>
            <a:r>
              <a:t>No new workflow agent type landed in this delta; live agent/tool totals are derived from the registry and repository rather than inferred from release numbers.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README.md and BookOfTlamatini.md still supply the complete MIT-licensed project, easy-start installation, Ollama setup, architecture, usage, agent, and responsibility narrative rather than a narrow changelog.</a:t>
            </a:r>
          </a:p>
          <a:p>
            <a:pPr>
              <a:spcAft>
                <a:spcPts val="400"/>
              </a:spcAft>
              <a:defRPr sz="1100">
                <a:solidFill>
                  <a:srgbClr val="B4BAAE"/>
                </a:solidFill>
                <a:latin typeface="Aptos"/>
              </a:defRPr>
            </a:pPr>
            <a:r>
              <a:t>The regenerated PDF/PPTX treats tagged behavior and local configuration-only changes separately while preserving the full system, history, file tree, and effective-line inventory.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 status: STM32er PlatformIO Phase 1 is published in tagged `v1.42.0` at `c58b01ad`, with local `main` and `origin/main` aligned on the release commit.</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current `v1.42.0`.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current public tag `v1.42.0` at `c58b01ad`, the STM32er PlatformIO expansion; v1.41.4 External-MCP structured output, v1.41.3 prompt-catalog organization, v1.41.2 Hard Cancel, v1.41.0 image ingestion, and earlier waves remain part of this release lineage.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WHY THE INVENTORY AND LINE COUNTS CHANGED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85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85</a:t>
            </a:r>
          </a:p>
          <a:p>
            <a:pPr>
              <a:spcAft>
                <a:spcPts val="400"/>
              </a:spcAft>
              <a:defRPr sz="1500">
                <a:solidFill>
                  <a:srgbClr val="B4BAAE"/>
                </a:solidFill>
                <a:latin typeface="Aptos"/>
              </a:defRPr>
            </a:pPr>
            <a:r>
              <a:t>Description rows in `agents_descriptions.md`: 86</a:t>
            </a:r>
          </a:p>
          <a:p>
            <a:pPr>
              <a:spcAft>
                <a:spcPts val="400"/>
              </a:spcAft>
              <a:defRPr sz="1500">
                <a:solidFill>
                  <a:srgbClr val="B4BAAE"/>
                </a:solidFill>
                <a:latin typeface="Aptos"/>
              </a:defRPr>
            </a:pPr>
            <a:r>
              <a:t>This dossier reconciles README and Book wording back to the same 85-agent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85 workflow agents, 94 Multi-Turn tools, 12 ACPX tools, and 27 skills.</a:t>
            </a:r>
          </a:p>
          <a:p>
            <a:pPr>
              <a:spcAft>
                <a:spcPts val="400"/>
              </a:spcAft>
              <a:defRPr sz="1000">
                <a:solidFill>
                  <a:srgbClr val="B4BAAE"/>
                </a:solidFill>
                <a:latin typeface="Aptos"/>
              </a:defRPr>
            </a:pPr>
            <a:r>
              <a:t>Source inspection confirms the total: 62 distinct wrapped chat-agent tools bound from `chat_agent_registry.py`, which combines with 20 core Python tools and 12 ACPX/Skill tools for 94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85-agent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`v1.42.0` carries faithful External-MCP structured-output delivery on top of v1.41.3 category grouping, physical duplicate removal, gap-tolerant loading, and ranked fuzzy search while preserving the broader operator context.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1.42.0 | build: 1.42.0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844</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179</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32</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c58b01ad - Improving STM32er to support  Blue Pill → F7, G, L, H7, U5 — the big 80%, by Tlamatini's-AutoBot.</a:t>
            </a:r>
          </a:p>
          <a:p>
            <a:pPr>
              <a:spcAft>
                <a:spcPts val="400"/>
              </a:spcAft>
              <a:defRPr sz="1300">
                <a:solidFill>
                  <a:srgbClr val="B4BAAE"/>
                </a:solidFill>
                <a:latin typeface="Aptos"/>
              </a:defRPr>
            </a:pPr>
            <a:r>
              <a:t>Resolved version: 1.42.0 (git)</a:t>
            </a:r>
          </a:p>
          <a:p>
            <a:pPr>
              <a:spcAft>
                <a:spcPts val="400"/>
              </a:spcAft>
              <a:defRPr sz="1300">
                <a:solidFill>
                  <a:srgbClr val="B4BAAE"/>
                </a:solidFill>
                <a:latin typeface="Aptos"/>
              </a:defRPr>
            </a:pPr>
            <a:r>
              <a:t>Generated on July 15, 2026 08:08 PM UTC-0600</a:t>
            </a:r>
          </a:p>
          <a:p>
            <a:pPr>
              <a:spcAft>
                <a:spcPts val="400"/>
              </a:spcAft>
              <a:defRPr sz="1300">
                <a:solidFill>
                  <a:srgbClr val="B4BAAE"/>
                </a:solidFill>
                <a:latin typeface="Aptos"/>
              </a:defRPr>
            </a:pPr>
            <a:r>
              <a:t>Inventory scope: 844 files = 844 tracked + 0 git-unignored working-tree additions</a:t>
            </a:r>
          </a:p>
          <a:p>
            <a:pPr>
              <a:spcAft>
                <a:spcPts val="400"/>
              </a:spcAft>
              <a:defRPr sz="1300">
                <a:solidFill>
                  <a:srgbClr val="B4BAAE"/>
                </a:solidFill>
                <a:latin typeface="Aptos"/>
              </a:defRPr>
            </a:pPr>
            <a:r>
              <a:t>Multi-Turn tools: 94; wrapped chat-agent tools: 62; skills: 27</a:t>
            </a:r>
          </a:p>
          <a:p>
            <a:pPr>
              <a:spcAft>
                <a:spcPts val="400"/>
              </a:spcAft>
              <a:defRPr sz="1300">
                <a:solidFill>
                  <a:srgbClr val="B4BAAE"/>
                </a:solidFill>
                <a:latin typeface="Aptos"/>
              </a:defRPr>
            </a:pPr>
            <a:r>
              <a:t>Python requirements: 79; authoritative agent-description rows: 86</a:t>
            </a:r>
          </a:p>
          <a:p>
            <a:pPr>
              <a:spcAft>
                <a:spcPts val="400"/>
              </a:spcAft>
              <a:defRPr sz="1300">
                <a:solidFill>
                  <a:srgbClr val="B4BAAE"/>
                </a:solidFill>
                <a:latin typeface="Aptos"/>
              </a:defRPr>
            </a:pPr>
            <a:r>
              <a:t>Binary or asset inventory files skipped from line count: 35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c58b01ad on 2026-07-15</a:t>
            </a:r>
          </a:p>
          <a:p>
            <a:pPr>
              <a:spcAft>
                <a:spcPts val="400"/>
              </a:spcAft>
              <a:defRPr sz="1300">
                <a:solidFill>
                  <a:srgbClr val="B4BAAE"/>
                </a:solidFill>
                <a:latin typeface="Aptos"/>
              </a:defRPr>
            </a:pPr>
            <a:r>
              <a:t>Improving STM32er to support  Blue Pill → F7, G, L, H7, U5 — the big 80%, by Tlamatini's-AutoBot.</a:t>
            </a:r>
          </a:p>
          <a:p>
            <a:pPr>
              <a:spcAft>
                <a:spcPts val="400"/>
              </a:spcAft>
              <a:defRPr sz="1300">
                <a:solidFill>
                  <a:srgbClr val="B4BAAE"/>
                </a:solidFill>
                <a:latin typeface="Aptos"/>
              </a:defRPr>
            </a:pPr>
            <a:r>
              <a:t>Commits since then: 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Since the last committed PDF/PPTX refresh, Git shows focused platform evolution across autonomy, operator ergonomics, runtime self-knowledge, and documentation fidelity.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TAGGED V1.42.0 RELEASE LINEAGE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External MCP results (v1.41.4): stdio and network clients surface text plus structuredContent, unwrap common envelopes, cap payloads, and preserve errors.</a:t>
            </a:r>
          </a:p>
          <a:p>
            <a:pPr>
              <a:spcAft>
                <a:spcPts val="400"/>
              </a:spcAft>
              <a:defRPr sz="1000">
                <a:solidFill>
                  <a:srgbClr val="B4BAAE"/>
                </a:solidFill>
                <a:latin typeface="Aptos"/>
              </a:defRPr>
            </a:pPr>
            <a:r>
              <a:t>STM32er (v1.42.0): device-aware PlatformIO routing adds Blue Pill/mainstream-family build and safe flash; new stepwise Blue Pill/F407 demos finish with camera evidence.</a:t>
            </a:r>
          </a:p>
          <a:p>
            <a:pPr>
              <a:spcAft>
                <a:spcPts val="400"/>
              </a:spcAft>
              <a:defRPr sz="1000">
                <a:solidFill>
                  <a:srgbClr val="B4BAAE"/>
                </a:solidFill>
                <a:latin typeface="Aptos"/>
              </a:defRPr>
            </a:pPr>
            <a:r>
              <a:t>Prompt catalog (v1.42.0): migration 0179 deliberately regroups and renumbers every row to contiguous 1..N category blocks, backed by four database invariants tests.</a:t>
            </a:r>
          </a:p>
          <a:p>
            <a:pPr>
              <a:spcAft>
                <a:spcPts val="400"/>
              </a:spcAft>
              <a:defRPr sz="1000">
                <a:solidFill>
                  <a:srgbClr val="B4BAAE"/>
                </a:solidFill>
                <a:latin typeface="Aptos"/>
              </a:defRPr>
            </a:pPr>
            <a:r>
              <a:t>Prompt catalog (v1.41.3): 13 categories, 13 duplicate ACPX rows removed, stable surviving ids, gap-tolerant loading, and ranked fuzzy search.</a:t>
            </a:r>
          </a:p>
          <a:p>
            <a:pPr>
              <a:spcAft>
                <a:spcPts val="400"/>
              </a:spcAft>
              <a:defRPr sz="10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1000">
                <a:solidFill>
                  <a:srgbClr val="B4BAAE"/>
                </a:solidFill>
                <a:latin typeface="Aptos"/>
              </a:defRPr>
            </a:pPr>
            <a:r>
              <a:t>Screenshot chat, configurable port, FlowPills discovery, and Unreal 5.8 scaffolding remain carried foundations; no new workflow-agent type landed.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`origin/main`, local `main`, and tag v1.42.0 all point to `c58b01ad`; only local configuration values remain modified and are not reproduced here.</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The dossier distinguishes tagged behavior from local configuration-only changes, preserves private-data discipline, and does not stage, commit, or push.</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85 workflow agents and 94 Multi-Turn tools (62 wrapped chat-agent + 12 ACPX/Skill + 20 core), with 27 skills.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177,591</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250,305</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480     127,628    183,483  71.9%
Markdown                 161      21,187     28,193  11.9%
JavaScript                32      16,415     20,979   9.2%
CSS                        9       5,831      7,382   3.3%
YAML                      90       1,992      5,032   1.1%
HTML                       4       1,063      1,081   0.6%
Prompt template            2       1,037      1,158   0.6%
PowerShell                 7         712      1,034   0.4%
JSON                       8         546        546   0.3%
Other text                 8         510        612   0.3%
JavaScript module          1         420        501   0.2%
Text                       5         215        242   0.1%
Protocol Buffers           1          20         33   0.0%
Batch                      1          15         29   0.0%</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8,433  12,285
Tlamatini/agent/tests.py                                Python         5,510   7,166
Tlamatini/agent/doc_generation/complete_project_docs.py Python         3,652   4,066
Tlamatini/agent/tools.py                                Python         3,088   4,504
BookOfTlamatini.md                                      Markdown       2,506   3,554
Tlamatini/agent/agents/flowcreator/agentic_skill.md     Markdown       2,281   2,520
...ini/agent/static/agent/css/agentic_control_panel.css CSS            2,041   2,724
Tlamatini/agent/agents/stm32er/stm32er.py               Python         1,983   2,694
Tlamatini/agent/external_mcp_manager.py                 Python         1,873   2,336
Tlamatini/agent/chat_agent_registry.py                  Python         1,736   1,773
Tlamatini/agent/static/agent/css/agent_page.css         CSS            1,723   2,142
Tlamatini/agent/static/agent/js/agent_page_chat.js      JavaScript     1,666   2,306
Tlamatini/agent/static/agent/js/acp-agent-connectors.js JavaScript     1,523   1,698
Tlamatini/agent/static/agent/js/agent_page_init.js      JavaScript     1,468   1,747</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(1/3)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live Git window resolves cleanly to `v1.42.0`: tag, local `main`, and `origin/main` all point to commit `c58b01ad`. Git/source inspection extends README.md and BookOfTlamatini.md before the generated inventory tables derive the current agent, tool, skill, asset, and effective-line totals.</a:t>
            </a:r>
          </a:p>
          <a:p>
            <a:pPr>
              <a:spcAft>
                <a:spcPts val="400"/>
              </a:spcAft>
              <a:defRPr sz="1200">
                <a:solidFill>
                  <a:srgbClr val="B4BAAE"/>
                </a:solidFill>
                <a:latin typeface="Aptos"/>
              </a:defRPr>
            </a:pPr>
            <a:r>
              <a:t>The current release wave is broader than a badge bump: `v1.42.0` releases STM32er PlatformIO coverage, stepwise camera-verification demos, and the contiguous prompt-catalog migration; `v1.41.4` External-MCP `structuredContent`, `v1.41.3` catalog grouping, `v1.41.2` Hard Cancel, and `v1.41.0` screenshot paste/drop remain carried foundations.</a:t>
            </a:r>
          </a:p>
          <a:p>
            <a:pPr>
              <a:spcAft>
                <a:spcPts val="400"/>
              </a:spcAft>
              <a:defRPr sz="1200">
                <a:solidFill>
                  <a:srgbClr val="B4BAAE"/>
                </a:solidFill>
                <a:latin typeface="Aptos"/>
              </a:defRPr>
            </a:pPr>
            <a:r>
              <a:t>External MCP stdio and network calls now deliver both human-readable content blocks and machine-readable `structuredContent` to the LLM, preventing valid structured-output servers from looking empty and triggering repeat-call cancellation.</a:t>
            </a:r>
          </a:p>
          <a:p>
            <a:pPr>
              <a:spcAft>
                <a:spcPts val="400"/>
              </a:spcAft>
              <a:defRPr sz="1200">
                <a:solidFill>
                  <a:srgbClr val="B4BAAE"/>
                </a:solidFill>
                <a:latin typeface="Aptos"/>
              </a:defRPr>
            </a:pPr>
            <a:r>
              <a:t>The screenshot-to-chat path accepts clipboard bitmaps or dropped image files, re-encodes them safely into Tlamatini's Temp directory, inserts each absolute path at the remembered caret, and exposes removable thumbnail chips so Image-Interpreter can consume the same local path immediately.</a:t>
            </a:r>
          </a:p>
          <a:p>
            <a:pPr>
              <a:spcAft>
                <a:spcPts val="400"/>
              </a:spcAft>
              <a:defRPr sz="1200">
                <a:solidFill>
                  <a:srgbClr val="B4BAAE"/>
                </a:solidFill>
                <a:latin typeface="Aptos"/>
              </a:defRPr>
            </a:pPr>
            <a:r>
              <a:t>Hard Cancel now mints a monotonically increasing run epoch per user and permanently latches only the cancelled epoch; executor, retry, self-healing, Ask-Execs, status-emitter, and frontend guards stop the old run without poisoning the next request or another user's concurrent work.</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(2/3)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Catalog-of-Prompts migrations classify 106 historical rows into 13 operator categories and physically remove 13 duplicate ACPX demos without renumbering survivors; the primary endpoint is gap-tolerant, the fallback skips gaps, and the UI adds grouped sections plus ranked fuzzy search.</a:t>
            </a:r>
          </a:p>
          <a:p>
            <a:pPr>
              <a:spcAft>
                <a:spcPts val="400"/>
              </a:spcAft>
              <a:defRPr sz="1100">
                <a:solidFill>
                  <a:srgbClr val="B4BAAE"/>
                </a:solidFill>
                <a:latin typeface="Aptos"/>
              </a:defRPr>
            </a:pPr>
            <a:r>
              <a:t>The `v1.40.1` configurable-web-port contract retires the hardcoded 8000: `config.json`'s `django_port` is resolved by `manage.py::_resolve_django_port()` and injected into every launch path by `_apply_configured_port()` (frozen double-click, `.flw` association, browser auto-open, source `runserver`, and `startserver`), so a machine where Windows has RESERVED port 8000 — the `WinError 10013` startup death that a frozen install previously could not escape without a rebuild — is fixed by editing one line. Resolution is fail-open to 8000 and an explicit command-line port always wins, both pinned by 24 tests in `agent/test_django_port_config.py`.</a:t>
            </a:r>
          </a:p>
          <a:p>
            <a:pPr>
              <a:spcAft>
                <a:spcPts val="400"/>
              </a:spcAft>
              <a:defRPr sz="1100">
                <a:solidFill>
                  <a:srgbClr val="B4BAAE"/>
                </a:solidFill>
                <a:latin typeface="Aptos"/>
              </a:defRPr>
            </a:pPr>
            <a:r>
              <a:t>The `v1.40.0` companion-app contract adds `agent_manifest.py`, a six-value `HKCU\Software\XAIHT\Tlamatini` discovery key, `_tlamatini_agents_manifest.json` with per-file SHA-256 values, preserved-agent uninstall metadata, launch/install/build integration, and 17 focused tests so FlowPills can locate valid agent templates without importing Tlamatini or scanning drives.</a:t>
            </a:r>
          </a:p>
          <a:p>
            <a:pPr>
              <a:spcAft>
                <a:spcPts val="400"/>
              </a:spcAft>
              <a:defRPr sz="11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100">
                <a:solidFill>
                  <a:srgbClr val="B4BAAE"/>
                </a:solidFill>
                <a:latin typeface="Aptos"/>
              </a:defRPr>
            </a:pPr>
            <a:r>
              <a:t>The latest dossier pass resolves the product at tagged `v1.42.0`, combines README.md and BookOfTlamatini.md with source/Git truth for the released STM32er PlatformIO expansion and carried External-MCP structured output, and retains the complete installation, Ollama, architecture, usage, tree, line inventory, and responsibility context.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(3/3)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firmware-control branch remains active in the current codebase: STM32er still bridges the STM32 Template Project MCP for scaffold/build/flash/observe/reset flows, guarded by a fail-safe hardware preflight before unsafe mutations.</a:t>
            </a:r>
          </a:p>
          <a:p>
            <a:pPr>
              <a:spcAft>
                <a:spcPts val="400"/>
              </a:spcAft>
              <a:defRPr sz="15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15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2026-07-15 | c58b01ad | Improving STM32er to support  Blue Pill → F7, G, L, H7, U5 — the big 80%, by Tlamatini's-AutoBot.</a:t>
            </a:r>
          </a:p>
          <a:p>
            <a:pPr>
              <a:spcAft>
                <a:spcPts val="400"/>
              </a:spcAft>
              <a:defRPr sz="1200">
                <a:solidFill>
                  <a:srgbClr val="B4BAAE"/>
                </a:solidFill>
                <a:latin typeface="Aptos"/>
              </a:defRPr>
            </a:pPr>
            <a:r>
              <a:t>2026-07-15 | a1e13ab3 | Updating disclaimer to be clearer, by angelahack1</a:t>
            </a:r>
          </a:p>
          <a:p>
            <a:pPr>
              <a:spcAft>
                <a:spcPts val="400"/>
              </a:spcAft>
              <a:defRPr sz="1200">
                <a:solidFill>
                  <a:srgbClr val="B4BAAE"/>
                </a:solidFill>
                <a:latin typeface="Aptos"/>
              </a:defRPr>
            </a:pPr>
            <a:r>
              <a:t>2026-07-15 | cec16594 | Implementing structuredContent field to avoid auto-canceling of external MPCs' execution, by Tlaamtini's-AutoBot.</a:t>
            </a:r>
          </a:p>
          <a:p>
            <a:pPr>
              <a:spcAft>
                <a:spcPts val="400"/>
              </a:spcAft>
              <a:defRPr sz="1200">
                <a:solidFill>
                  <a:srgbClr val="B4BAAE"/>
                </a:solidFill>
                <a:latin typeface="Aptos"/>
              </a:defRPr>
            </a:pPr>
            <a:r>
              <a:t>2026-07-15 | c7c3fa10 | Updating visual doccumentation, by Tlamatini's-AutoBot.</a:t>
            </a:r>
          </a:p>
          <a:p>
            <a:pPr>
              <a:spcAft>
                <a:spcPts val="400"/>
              </a:spcAft>
              <a:defRPr sz="1200">
                <a:solidFill>
                  <a:srgbClr val="B4BAAE"/>
                </a:solidFill>
                <a:latin typeface="Aptos"/>
              </a:defRPr>
            </a:pPr>
            <a:r>
              <a:t>2026-07-15 | 08405a67 | Improvement of Catalog of Prompts, by Tlamatini's-AutoBot.</a:t>
            </a:r>
          </a:p>
          <a:p>
            <a:pPr>
              <a:spcAft>
                <a:spcPts val="400"/>
              </a:spcAft>
              <a:defRPr sz="1200">
                <a:solidFill>
                  <a:srgbClr val="B4BAAE"/>
                </a:solidFill>
                <a:latin typeface="Aptos"/>
              </a:defRPr>
            </a:pPr>
            <a:r>
              <a:t>2026-07-14 | fedd8419 | A tool for Claude, I'll check that later, by Tlamatini's-AutoBot.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2026-07-14 | 265d5f38 | Implementing the Hard-Cancel-Improvement, by Tlamatini's-AutoBot.</a:t>
            </a:r>
          </a:p>
          <a:p>
            <a:pPr>
              <a:spcAft>
                <a:spcPts val="400"/>
              </a:spcAft>
              <a:defRPr sz="1200">
                <a:solidFill>
                  <a:srgbClr val="B4BAAE"/>
                </a:solidFill>
                <a:latin typeface="Aptos"/>
              </a:defRPr>
            </a:pPr>
            <a:r>
              <a:t>2026-07-14 | bc9f4ace | Adding the capability to accept drag and drop image files and Ctrl+v of images in order to Tlamatini know it location placement (Temp) and be able to analize and proceed in consequence, by Tlamatini's-AutoBot.</a:t>
            </a:r>
          </a:p>
          <a:p>
            <a:pPr>
              <a:spcAft>
                <a:spcPts val="400"/>
              </a:spcAft>
              <a:defRPr sz="1200">
                <a:solidFill>
                  <a:srgbClr val="B4BAAE"/>
                </a:solidFill>
                <a:latin typeface="Aptos"/>
              </a:defRPr>
            </a:pPr>
            <a:r>
              <a:t>2026-07-13 | dd20ad10 | Adding just a script to free port 8000, by Tlamatini's-AutoBot.</a:t>
            </a:r>
          </a:p>
          <a:p>
            <a:pPr>
              <a:spcAft>
                <a:spcPts val="400"/>
              </a:spcAft>
              <a:defRPr sz="1200">
                <a:solidFill>
                  <a:srgbClr val="B4BAAE"/>
                </a:solidFill>
                <a:latin typeface="Aptos"/>
              </a:defRPr>
            </a:pPr>
            <a:r>
              <a:t>2026-07-13 | 1033a2f6 | Bumped to version 1.40.1, by angelahack1</a:t>
            </a:r>
          </a:p>
          <a:p>
            <a:pPr>
              <a:spcAft>
                <a:spcPts val="400"/>
              </a:spcAft>
              <a:defRPr sz="1200">
                <a:solidFill>
                  <a:srgbClr val="B4BAAE"/>
                </a:solidFill>
                <a:latin typeface="Aptos"/>
              </a:defRPr>
            </a:pPr>
            <a:r>
              <a:t>2026-07-13 | 4dc1d546 | Making the port of Tlamatini configurable, by Tlamatini's-AutoBot.</a:t>
            </a:r>
          </a:p>
          <a:p>
            <a:pPr>
              <a:spcAft>
                <a:spcPts val="400"/>
              </a:spcAft>
              <a:defRPr sz="1200">
                <a:solidFill>
                  <a:srgbClr val="B4BAAE"/>
                </a:solidFill>
                <a:latin typeface="Aptos"/>
              </a:defRPr>
            </a:pPr>
            <a:r>
              <a:t>2026-07-13 | 3cc3c7b9 | Bumped docs to version 1.40.0, by angelahack1</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2026-07-12 | 495d9036 | Bumped to version 1.40.0, by angelahack1</a:t>
            </a:r>
          </a:p>
          <a:p>
            <a:pPr>
              <a:spcAft>
                <a:spcPts val="400"/>
              </a:spcAft>
              <a:defRPr sz="1200">
                <a:solidFill>
                  <a:srgbClr val="B4BAAE"/>
                </a:solidFill>
                <a:latin typeface="Aptos"/>
              </a:defRPr>
            </a:pPr>
            <a:r>
              <a:t>2026-07-12 | ef51a89d | Upgraded to be compatible with Tlamatini's FlowPills, by angelahack1</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freeingport8000.ps1
|-- GEMINI.md
|-- git_deny_go.py
|-- install.py
|-- KIMI.md
|-- LICENSE
|-- MessagingConnectorAssistant_Design.md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OllamaPricing.png
|--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
|-- versioning.py</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ask_execs_regression.py
|       |       |-- cancel_regression.py
|       |       |-- config.py
|       |       |-- cyber_watchdog_test.py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discoverer_1000.py
|       |       |-- mcp_playwright_suite.py
|       |       |-- qualify.py
|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demo1_globber_to_parametrizer_to_zavuerer.flw
|   |-- demo2_apirer_to_parametrizer_to_zavuerer.flw
|   `-- demo3_zavuerer_health_to_parametrizer_to_filecreator.flw
|-- docs/
|   |-- companion-app-discovery.md
|   |-- stm32er_all_families_proposal.md
|   `-- claude/
|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.skills/
    |   `-- create_new_skill.md
    |-- agent/
    |   |-- __init__.py
    |   |-- access_key_wizard.py
    |   |-- admin.py
    |   |-- agent_manifest.py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inet_determiner.py
    |   |-- llm_timing.py
    |   |-- mcp_agent.py
    |   |-- mcp_files_search_client.py
    |   |-- mcp_files_search_server.py
    |   |-- mcp_system_client.py
    |   |-- mcp_system_server.py
    |   |-- models.py
    |   |-- native_dialogs.py
    |   |-- orphan_reaper.py
    |   |-- path_guard.py
    |   |-- prompt.pmt
    |   |-- rag_enhancements.py
    |   |-- routing.py
    |   |-- self_healing.py
    |   |-- self_update.py
    |   |-- test_access_key_wizard.py
    |   |-- test_agent_manifest.py
    |   |-- test_arduiner_agent.py
    |   |-- test_ask_execs_allowlist.py
    |   |-- test_audioplayer_agent.py
    |   |-- test_blenderer_agent.py
    |   |-- test_build_scripts.py
    |   |-- test_camcorder_agent.py
    |   |-- test_cancellation.py
    |   |-- test_chat_bridge_bots.py
    |   |-- test_chat_history_window.py
    |   |-- test_command_watchdog.py
    |   |-- test_contacts.py
    |   |-- test_crawler_agent.py
    |   |-- test_createsuperuser_wizard.py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test_de_compresser.py
    |   |-- test_discoverer_agent.py
    |   |-- test_discoverer_thousand.py
    |   |-- test_django_port_config.py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test_grepper_agent.py
    |   |-- test_image_interpreter_agent.py
    |   |-- test_instant_messaging_doctor.py
    |   |-- test_j_decompiler_agent.py
    |   |-- test_kalier_agent.py
    |   |-- test_native_dialogs.py
    |   |-- test_nmapper_agent.py
    |   |-- test_orphan_reaper.py
    |   |-- test_parametrizer_mcp_doctor.py
    |   |-- test_password_quoting.py
    |   |-- test_playwrighter_agent.py
    |   |-- test_prompt_catalog_contiguous.py
    |   |-- test_recorder_agent.py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test_self_healing.py
    |   |-- test_self_update.py
    |   |-- test_step_by_step_mode.py
    |   |-- test_stm32er_agent.py
    |   |-- test_talker_agent.py
    |   |-- test_telegrammer_identity.py
    |   |-- test_temp_dir_policy.py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
    |   |   |-- agent_registry.py
    |   |   |-- config.py
    |   |   |-- permissions.py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
    |   |   |   `-- mover.py
    |   |   |-- nmapper/
    |   |   |   |-- config.yaml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nmapper.py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
    |   |   |-- raiser/
    |   |   |   |-- config.yaml
    |   |   |   `-- raiser.py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HiIamTlamatini.png
    |   |   |-- mockup.jpg
    |   |   |-- Modify_the_last_video_keepi.mp4
    |   |   |-- RealisticTlamatini.png
    |   |   |-- ShouldersUoTlamatini.png
    |   |   |-- Tlamatini AI Agentic Advisor Video.mp4
    |   |   |-- TlamatiniAndKyber.mp4
    |   |   |-- TlamatiniDrawings.png</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|-- 0174_unreal_scaffold_build_project_tip.py
    |   |   |-- 0175_prompt_category_and_dedup.py
    |   |   |-- 0176_delete_duplicate_acpx_prompts.py
    |   |   |-- 0177_add_stm32er_platformio_demo_prompt.py
    |   |   |-- 0178_add_stm32_stepwise_blink_camera_prompts.py
    |   |   |-- 0179_regroup_resort_prompts_no_gaps.py
    |   |   `-- __init__.py
    |   |-- monitors/
    |   |   `-- monitor_sql.py
    |   |-- opus_client/
    |   |   |-- claude_opus_client.py
    |   |   |-- examples.py
    |   |   `-- README.md
    |   |-- rag/
    |   |   |-- __init__.py
    |   |   |-- config.py
    |   |   |-- factory.py
    |   |   |-- interaction.py
    |   |   |-- interface.py
    |   |   |-- loaders.py
    |   |   |-- prompts.py
    |   |   |-- retrieval.py
    |   |   |-- splitters.py
    |   |   |-- utils.py
    |   |   `-- chains/
    |   |       |-- base.py
    |   |       |-- basic.py
    |   |       |-- history_aware.py
    |   |       `-- unified.py
    |   |-- services/
    |   |   |-- __init__.py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github/
    |   |   |   `-- SKILL.md
    |   |   |-- gmail/
    |   |   |   `-- SKILL.md
    |   |   |-- hello_world/
    |   |   |   `-- SKILL.md
    |   |   |-- jira/
    |   |   |   `-- SKILL.md
    |   |   |-- kali_pentest/
    |   |   |   `-- SKILL.md
    |   |   |-- notion/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contacts_dialog.css
    |   |       |   |-- external_mcps_dialog.css
    |   |       |   |-- login.css
    |   |       |   |-- skills_dialog.css
    |   |       |   |-- tools_dialog.css
    |   |       |   `-- welcome.css
    |   |       |-- img/
    |   |       |   |-- spinner.svg
    |   |       |   `-- Tlamatini.ico
    |   |       |-- js/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chat_image_paste.js
    |   |       |   |-- chat_page_runtime_poller.js
    |   |       |   |-- contacts_dialog.js
    |   |       |   |-- contextual_menus.js
    |   |       |   |-- external_mcps_dialog.js
    |   |       |   |-- shared-runtime-dialogs.js
    |   |       |   |-- skills_dialog.js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
    |       `-- README.md
    |-- jd-cli/
    |   |-- jd-cli.bat
    |   `-- jd-cli.jar
    |-- tests_e2e/
    |   |-- README.md
    |   |-- test_create_flow_visual.py
    |   `-- test_self_healing_visual.py
    `-- tlamatini/
        |-- __init__.py
        |-- asgi.py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context_processors.py
        |-- logging_filters.py
        |-- middleware.py
        |-- settings.py
        |-- urls.py
        `-- wsgi.py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