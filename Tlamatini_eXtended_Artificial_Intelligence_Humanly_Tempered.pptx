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1150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253,312</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13, 2026 11:45 PM UTC-0600 at HEAD cb30edf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V1.51.7-9-GCB30EDF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cb30edf, 9 commits beyond that tag. Fetched origin/main resolves to cb30edf.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Since the last committed dossier revision, the inspected checkout adds 0 files including 0 untracked working additions. The output directory contains 62 tracked deliverables (44,065,047 bytes including its manifest). All 61 manifest-listed payloads pass SHA-256 and size checks.</a:t>
            </a:r>
          </a:p>
          <a:p>
            <a:pPr>
              <a:spcAft>
                <a:spcPts val="400"/>
              </a:spcAft>
              <a:defRPr sz="1200">
                <a:solidFill>
                  <a:srgbClr val="B4BAAE"/>
                </a:solidFill>
                <a:latin typeface="Aptos"/>
              </a:defRPr>
            </a:pPr>
            <a:r>
              <a:t>Published assets include exact quadrant crops, aligned PNG frames, JPG conversions, a sprite sheet, HTML preview, ZIP packages, screenshots, code snapshots, test results, and a sanitized development database fixture. Binary files have no source-line count.</a:t>
            </a:r>
          </a:p>
          <a:p>
            <a:pPr>
              <a:spcAft>
                <a:spcPts val="400"/>
              </a:spcAft>
              <a:defRPr sz="1200">
                <a:solidFill>
                  <a:srgbClr val="B4BAAE"/>
                </a:solidFill>
                <a:latin typeface="Aptos"/>
              </a:defRPr>
            </a:pPr>
            <a:r>
              <a:t>Current inventory: 1,150 tracked files, 355,816 physical text lines, 253,312 effective lines, and 101 binary assets. Published backup/test text counts toward repository totals but does not add runtime agents or frontend modules.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Changes after dossier commit a2287c9 are listed in the Git appendix. This refresh covers Ollama sampler forwarding/defaults and the uninstaller's process gate/content preservation. The wait fix and credits utility remain documented. Canvas avatar presence, Whisperer's sound gate and Voice Commands remain carried. Runtime JPGs ship through Tlamatini/agent/static/; output source art remains development evidence.</a:t>
            </a:r>
          </a:p>
          <a:p>
            <a:pPr>
              <a:spcAft>
                <a:spcPts val="400"/>
              </a:spcAft>
              <a:defRPr sz="900">
                <a:solidFill>
                  <a:srgbClr val="B4BAAE"/>
                </a:solidFill>
                <a:latin typeface="Aptos"/>
              </a:defRPr>
            </a:pPr>
            <a:r>
              <a:t>Historical atomic-renderer evidence: 313 transitions, 10,609 browser paints, 4 expression states, 3 viewports, minimum coverage 100%, zero reported layout/coverage failures and no JavaScript errors. This older report is not proof of the new canvas renderer. The separate presence suite targets current canvas behavior. No automated tests were executed for this refresh, as requested.</a:t>
            </a:r>
          </a:p>
          <a:p>
            <a:pPr>
              <a:spcAft>
                <a:spcPts val="400"/>
              </a:spcAft>
              <a:defRPr sz="900">
                <a:solidFill>
                  <a:srgbClr val="B4BAAE"/>
                </a:solidFill>
                <a:latin typeface="Aptos"/>
              </a:defRPr>
            </a:pPr>
            <a:r>
              <a:t>README and Book retain a pre-avatar 1,069-file inventory and an obsolete tag-equals-HEAD sentence. Their 311-transition repair-run description is historical. This dossier uses current source counts. Their older atomic/reduced-motion avatar section is superseded by the canvas behavior below. README's Django 5.2.4 stack entry also lags the requirements pin of 5.2.15. Neither handbook yet explains the latest wait repair or credits utility. Their new sampler prose is carried with commit-attributed measurements. Book section 50 still omits the new content preservation and process gate. Historical prose is not release metadata.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This workload's bound-tool count differs from the 108 built-ins.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cb30edf, 9 commits beyond that tag. Fetched origin/main resolves to cb30edf. Runtime version resolution remains Git/build-derived. A source revision beyond the tag is not a new tagged release.</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v1.51.7 resolves to 96fdbde. Current source HEAD is cb30edf, 9 commits beyond that tag. Fetched origin/main resolves to cb30edf.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v1.51.7 resolves to 96fdbde. Current source HEAD is cb30edf, 9 commits beyond that tag. Fetched origin/main resolves to cb30edf.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1.51.7 | build: 1.51.7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1150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201</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cb30edf - Wire repeat_last_n, set it to 256, and raise num_ctx to the real 1,048,576</a:t>
            </a:r>
          </a:p>
          <a:p>
            <a:pPr>
              <a:spcAft>
                <a:spcPts val="400"/>
              </a:spcAft>
              <a:defRPr sz="1500">
                <a:solidFill>
                  <a:srgbClr val="B4BAAE"/>
                </a:solidFill>
                <a:latin typeface="Aptos"/>
              </a:defRPr>
            </a:pPr>
            <a:r>
              <a:t>Resolved version: 1.51.7 (git)</a:t>
            </a:r>
          </a:p>
          <a:p>
            <a:pPr>
              <a:spcAft>
                <a:spcPts val="400"/>
              </a:spcAft>
              <a:defRPr sz="1500">
                <a:solidFill>
                  <a:srgbClr val="B4BAAE"/>
                </a:solidFill>
                <a:latin typeface="Aptos"/>
              </a:defRPr>
            </a:pPr>
            <a:r>
              <a:t>Generated on September 13, 2026 11:45 PM UTC-0600</a:t>
            </a:r>
          </a:p>
          <a:p>
            <a:pPr>
              <a:spcAft>
                <a:spcPts val="400"/>
              </a:spcAft>
              <a:defRPr sz="1500">
                <a:solidFill>
                  <a:srgbClr val="B4BAAE"/>
                </a:solidFill>
                <a:latin typeface="Aptos"/>
              </a:defRPr>
            </a:pPr>
            <a:r>
              <a:t>Inventory scope: 1150 files = 1150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101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a2287c9 on 2026-09-13</a:t>
            </a:r>
          </a:p>
          <a:p>
            <a:pPr>
              <a:spcAft>
                <a:spcPts val="400"/>
              </a:spcAft>
              <a:defRPr sz="1300">
                <a:solidFill>
                  <a:srgbClr val="B4BAAE"/>
                </a:solidFill>
                <a:latin typeface="Aptos"/>
              </a:defRPr>
            </a:pPr>
            <a:r>
              <a:t>Carry the pending working-tree changes: visual docs regenerated, weekly_highlights simplified</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cb30edf: Forwards repeat_last_n through both Ollama chains and ChatOllama, adds it to the parameter banner, and aligns defaults at 256 / 1,048,576 for repeat_last_n / num_ctx. Commit measurements are historical and model-specific.</a:t>
            </a:r>
          </a:p>
          <a:p>
            <a:pPr>
              <a:spcAft>
                <a:spcPts val="400"/>
              </a:spcAft>
              <a:defRPr sz="1000">
                <a:solidFill>
                  <a:srgbClr val="B4BAAE"/>
                </a:solidFill>
                <a:latin typeface="Aptos"/>
              </a:defRPr>
            </a:pPr>
            <a:r>
              <a:t>Commit f6404a3: Aligns both Ollama repeat_penalty fallbacks and the shipped setting at 1.2. The commit reports fewer empty answers in its eight-trial workload. Those experiments were not rerun for this dossier.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cb30edf, 9 commits beyond that tag. Fetched origin/main resolves to cb30edf.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253,312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355,816</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634     177,527    256,820  70.1%
Markdown                 183      27,427     36,281  10.8%
JavaScript                47      20,819     27,043   8.2%
CSS                       16       7,053      9,370   2.8%
JSON                      18       5,797      5,797   2.3%
Other text                21       4,764      5,582   1.9%
YAML                      93       2,163      5,756   0.9%
HTML                       6       1,982      2,055   0.8%
PowerShell                11       1,741      2,394   0.7%
Prompt template            2       1,319      1,452   0.5%
Text                       7       1,142      1,454   0.5%
Tlamatini Flow             4         837        837   0.3%
JavaScript module          2         457        562   0.2%
Batch                      4         264        380   0.1%
Protocol Buffers           1          20         33   0.0%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Tlamatini/agent/views.py                                Python         8,656  12,671
Tlamatini/agent/tests.py                                Python         5,700   7,452
Tlamatini/agent/doc_generation/complete_project_docs.py Python         3,579   4,061
Tlamatini/agent/agents/latexer/latexer.py               Python         3,291   4,593
Tlamatini/agent/tools.py                                Python         3,243   4,911
BookOfTlamatini.md                                      Markdown       2,839   4,080
Tlamatini/agent/agents/flowcreator/agentic_skill.md     Markdown       2,426   2,668
docs/claude/recent-fixes.md                             Markdown       2,314   3,068
output/avatar_flash_fix/visible-test/results.json       JSON           2,266   2,266
output/avatar_flash_fix/visible-first-pass/results.json JSON           2,257   2,257
...ini/agent/static/agent/css/agentic_control_panel.css CSS            2,084   2,905
Tlamatini/agent/external_mcp_manager.py                 Python         2,066   2,604
Tlamatini/agent/chat_agent_registry.py                  Python         2,004   2,068
Tlamatini/agent/agents/stm32er/stm32er.py               Python         1,983   2,694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Commit cb30edf: Forwards repeat_last_n through both Ollama chains and ChatOllama, adds it to the parameter banner, and aligns defaults at 256 / 1,048,576 for repeat_last_n / num_ctx. Commit measurements are historical and model-specific.</a:t>
            </a:r>
          </a:p>
          <a:p>
            <a:pPr>
              <a:spcAft>
                <a:spcPts val="400"/>
              </a:spcAft>
              <a:defRPr sz="1400">
                <a:solidFill>
                  <a:srgbClr val="B4BAAE"/>
                </a:solidFill>
                <a:latin typeface="Aptos"/>
              </a:defRPr>
            </a:pPr>
            <a:r>
              <a:t>Commit f6404a3: Aligns both Ollama repeat_penalty fallbacks and the shipped setting at 1.2. The commit reports fewer empty answers in its eight-trial workload. Those experiments were not rerun for this dossier.</a:t>
            </a:r>
          </a:p>
          <a:p>
            <a:pPr>
              <a:spcAft>
                <a:spcPts val="400"/>
              </a:spcAft>
              <a:defRPr sz="1400">
                <a:solidFill>
                  <a:srgbClr val="B4BAAE"/>
                </a:solidFill>
                <a:latin typeface="Aptos"/>
              </a:defRPr>
            </a:pPr>
            <a:r>
              <a:t>Commit a2287c9: Commits the previous dossier refresh and simplifies commit-specific recent-change summaries.</a:t>
            </a:r>
          </a:p>
          <a:p>
            <a:pPr>
              <a:spcAft>
                <a:spcPts val="400"/>
              </a:spcAft>
              <a:defRPr sz="1400">
                <a:solidFill>
                  <a:srgbClr val="B4BAAE"/>
                </a:solidFill>
                <a:latin typeface="Aptos"/>
              </a:defRPr>
            </a:pPr>
            <a:r>
              <a:t>Commit b07f9d5: Adds the uninstaller's Retry/Exit running-process gate and preserves five named content directories when populated or unreadable. Includes mechanics and visible-harness sources, inspected without execution.</a:t>
            </a:r>
          </a:p>
          <a:p>
            <a:pPr>
              <a:spcAft>
                <a:spcPts val="400"/>
              </a:spcAft>
              <a:defRPr sz="1400">
                <a:solidFill>
                  <a:srgbClr val="B4BAAE"/>
                </a:solidFill>
                <a:latin typeface="Aptos"/>
              </a:defRPr>
            </a:pPr>
            <a:r>
              <a:t>Commit 36c0139: Adds standalone ollama_credits.py for signed Ollama account-usage requests and console/JSON output. The card's $300 denominator and default reset day are script assumptions, not account-verified billing facts.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ac72b6c: Repairs chat_agent_run_wait by reconciling the real child process on every poll and using RUNNING_STATUSES. Five regression cases accompany the fix. They were not executed for the 2026-09-13 dossier refresh.</a:t>
            </a:r>
          </a:p>
          <a:p>
            <a:pPr>
              <a:spcAft>
                <a:spcPts val="400"/>
              </a:spcAft>
              <a:defRPr sz="1500">
                <a:solidFill>
                  <a:srgbClr val="B4BAAE"/>
                </a:solidFill>
                <a:latin typeface="Aptos"/>
              </a:defRPr>
            </a:pPr>
            <a:r>
              <a:t>Commit efe2ca1: Updates the PDF/PPTX for canvas presence, Whisperer's sound gate and Voice Commands. Corrects Python multiline-string effective-line counting.</a:t>
            </a:r>
          </a:p>
          <a:p>
            <a:pPr>
              <a:spcAft>
                <a:spcPts val="400"/>
              </a:spcAft>
              <a:defRPr sz="1500">
                <a:solidFill>
                  <a:srgbClr val="B4BAAE"/>
                </a:solidFill>
                <a:latin typeface="Aptos"/>
              </a:defRPr>
            </a:pPr>
            <a:r>
              <a:t>Commit a867567: Adds Voice Commands as the first prompt-catalog category, with guided rehearsal 121 and spoken-prompt execution 122. The transcript is shown before execution and irreversible/external actions need typed confirmation.</a:t>
            </a:r>
          </a:p>
          <a:p>
            <a:pPr>
              <a:spcAft>
                <a:spcPts val="400"/>
              </a:spcAft>
              <a:defRPr sz="1500">
                <a:solidFill>
                  <a:srgbClr val="B4BAAE"/>
                </a:solidFill>
                <a:latin typeface="Aptos"/>
              </a:defRPr>
            </a:pPr>
            <a:r>
              <a:t>Commit e403d5c: Reconciles the Whisperer sound-gate documentation, prompt 74 and runtime contracts. FlowHypervisor allows the bounded capture wait.</a:t>
            </a:r>
          </a:p>
          <a:p>
            <a:pPr>
              <a:spcAft>
                <a:spcPts val="400"/>
              </a:spcAft>
              <a:defRPr sz="1500">
                <a:solidFill>
                  <a:srgbClr val="B4BAAE"/>
                </a:solidFill>
                <a:latin typeface="Aptos"/>
              </a:defRPr>
            </a:pPr>
            <a:r>
              <a:t>Commit 96fdbde: Adds Whisperer's default silence gate, actual captured duration and explicit fixed-fallback reporting. This is the v1.51.7 tag commit.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7e48e63: Adds word-timed canvas avatar presence, asymmetric blinks and adaptive frame rates, with CPU-only rendering and an opaque fallback.</a:t>
            </a:r>
          </a:p>
          <a:p>
            <a:pPr>
              <a:spcAft>
                <a:spcPts val="400"/>
              </a:spcAft>
              <a:defRPr sz="1500">
                <a:solidFill>
                  <a:srgbClr val="B4BAAE"/>
                </a:solidFill>
                <a:latin typeface="Aptos"/>
              </a:defRPr>
            </a:pPr>
            <a:r>
              <a:t>Commit 7ae8d86: Introduces blended avatar rendering, followed by the presence renderer in 7e48e63. The four portrait JPGs remain the expression sources.</a:t>
            </a:r>
          </a:p>
          <a:p>
            <a:pPr>
              <a:spcAft>
                <a:spcPts val="400"/>
              </a:spcAft>
              <a:defRPr sz="1500">
                <a:solidFill>
                  <a:srgbClr val="B4BAAE"/>
                </a:solidFill>
                <a:latin typeface="Aptos"/>
              </a:defRPr>
            </a:pPr>
            <a:r>
              <a:t>Commit 590cb8b: Repairs Gitter Windows-path tokenization and refreshes project dossiers. The commit carries the earlier avatar assets and verification evidence.</a:t>
            </a:r>
          </a:p>
          <a:p>
            <a:pPr>
              <a:spcAft>
                <a:spcPts val="400"/>
              </a:spcAft>
              <a:defRPr sz="1500">
                <a:solidFill>
                  <a:srgbClr val="B4BAAE"/>
                </a:solidFill>
                <a:latin typeface="Aptos"/>
              </a:defRPr>
            </a:pPr>
            <a:r>
              <a:t>Commit 2ea219a: Changes the default cloud model from glm-5.2:cloud to glm-5.3:cloud.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2026-09-13 | cb30edf | Wire repeat_last_n, set it to 256, and raise num_ctx to the real 1,048,576</a:t>
            </a:r>
          </a:p>
          <a:p>
            <a:pPr>
              <a:spcAft>
                <a:spcPts val="400"/>
              </a:spcAft>
              <a:defRPr sz="1200">
                <a:solidFill>
                  <a:srgbClr val="B4BAAE"/>
                </a:solidFill>
                <a:latin typeface="Aptos"/>
              </a:defRPr>
            </a:pPr>
            <a:r>
              <a:t>2026-09-13 | f6404a3 | Lower the default ollama_repeat_penalty from 1.9 to 1.2 (measured)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2026-09-13 | cb30edf | Wire repeat_last_n, set it to 256, and raise num_ctx to the real 1,048,576</a:t>
            </a:r>
          </a:p>
          <a:p>
            <a:pPr>
              <a:spcAft>
                <a:spcPts val="400"/>
              </a:spcAft>
              <a:defRPr sz="1200">
                <a:solidFill>
                  <a:srgbClr val="B4BAAE"/>
                </a:solidFill>
                <a:latin typeface="Aptos"/>
              </a:defRPr>
            </a:pPr>
            <a:r>
              <a:t>2026-09-13 | f6404a3 | Lower the default ollama_repeat_penalty from 1.9 to 1.2 (measured)</a:t>
            </a:r>
          </a:p>
          <a:p>
            <a:pPr>
              <a:spcAft>
                <a:spcPts val="400"/>
              </a:spcAft>
              <a:defRPr sz="1200">
                <a:solidFill>
                  <a:srgbClr val="B4BAAE"/>
                </a:solidFill>
                <a:latin typeface="Aptos"/>
              </a:defRPr>
            </a:pPr>
            <a:r>
              <a:t>2026-09-13 | a2287c9 | Carry the pending working-tree changes: visual docs regenerated, weekly_highlights simplified</a:t>
            </a:r>
          </a:p>
          <a:p>
            <a:pPr>
              <a:spcAft>
                <a:spcPts val="400"/>
              </a:spcAft>
              <a:defRPr sz="1200">
                <a:solidFill>
                  <a:srgbClr val="B4BAAE"/>
                </a:solidFill>
                <a:latin typeface="Aptos"/>
              </a:defRPr>
            </a:pPr>
            <a:r>
              <a:t>2026-09-13 | b07f9d5 | Uninstaller: refuse to run while Tlamatini is up, and never delete the user's own content</a:t>
            </a:r>
          </a:p>
          <a:p>
            <a:pPr>
              <a:spcAft>
                <a:spcPts val="400"/>
              </a:spcAft>
              <a:defRPr sz="1200">
                <a:solidFill>
                  <a:srgbClr val="B4BAAE"/>
                </a:solidFill>
                <a:latin typeface="Aptos"/>
              </a:defRPr>
            </a:pPr>
            <a:r>
              <a:t>2026-09-12 | 36c0139 | Added an auxiliary python script to get credits for further add-ons to Tlamatini, by angelahack1</a:t>
            </a:r>
          </a:p>
          <a:p>
            <a:pPr>
              <a:spcAft>
                <a:spcPts val="400"/>
              </a:spcAft>
              <a:defRPr sz="1200">
                <a:solidFill>
                  <a:srgbClr val="B4BAAE"/>
                </a:solidFill>
                <a:latin typeface="Aptos"/>
              </a:defRPr>
            </a:pPr>
            <a:r>
              <a:t>2026-09-12 | ac72b6c | chat_agent_run_wait never returned early - it always burned the whole timeout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efe2ca1 | Updating visual documentation, by angelahack1</a:t>
            </a:r>
          </a:p>
          <a:p>
            <a:pPr>
              <a:spcAft>
                <a:spcPts val="400"/>
              </a:spcAft>
              <a:defRPr sz="1200">
                <a:solidFill>
                  <a:srgbClr val="B4BAAE"/>
                </a:solidFill>
                <a:latin typeface="Aptos"/>
              </a:defRPr>
            </a:pPr>
            <a:r>
              <a:t>2026-09-12 | a867567 | Voice commands: the catalog now opens with VOICE COMMANDS, and your voice becomes the prompt</a:t>
            </a:r>
          </a:p>
          <a:p>
            <a:pPr>
              <a:spcAft>
                <a:spcPts val="400"/>
              </a:spcAft>
              <a:defRPr sz="1200">
                <a:solidFill>
                  <a:srgbClr val="B4BAAE"/>
                </a:solidFill>
                <a:latin typeface="Aptos"/>
              </a:defRPr>
            </a:pPr>
            <a:r>
              <a:t>2026-09-12 | e403d5c | Docs sweep for v1.51.7 - Whisperer's sound gate everywhere, plus two real bugs it uncovered</a:t>
            </a:r>
          </a:p>
          <a:p>
            <a:pPr>
              <a:spcAft>
                <a:spcPts val="400"/>
              </a:spcAft>
              <a:defRPr sz="1200">
                <a:solidFill>
                  <a:srgbClr val="B4BAAE"/>
                </a:solidFill>
                <a:latin typeface="Aptos"/>
              </a:defRPr>
            </a:pPr>
            <a:r>
              <a:t>2026-09-12 | 96fdbde | Improvved Whisperer with a sound-gate, by angelahack1</a:t>
            </a:r>
          </a:p>
          <a:p>
            <a:pPr>
              <a:spcAft>
                <a:spcPts val="400"/>
              </a:spcAft>
              <a:defRPr sz="1200">
                <a:solidFill>
                  <a:srgbClr val="B4BAAE"/>
                </a:solidFill>
                <a:latin typeface="Aptos"/>
              </a:defRPr>
            </a:pPr>
            <a:r>
              <a:t>2026-09-11 | 7e48e63 | Avatar: replace the 150 ms metronome with a real talking head (no GPU, no LLM)</a:t>
            </a:r>
          </a:p>
          <a:p>
            <a:pPr>
              <a:spcAft>
                <a:spcPts val="400"/>
              </a:spcAft>
              <a:defRPr sz="1200">
                <a:solidFill>
                  <a:srgbClr val="B4BAAE"/>
                </a:solidFill>
                <a:latin typeface="Aptos"/>
              </a:defRPr>
            </a:pPr>
            <a:r>
              <a:t>2026-09-11 | 7ae8d86 | Blending avatar rendering amazingly implemented by the mighty Claude, so simple, so elegant, commit by Tlamatini's-AutoBot.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2026-09-11 | 590cb8b | Gitter: stop mangling Windows paths in custom_command, plus regenerated project docs, by Tlamatini's-AutoBot.</a:t>
            </a:r>
          </a:p>
          <a:p>
            <a:pPr>
              <a:spcAft>
                <a:spcPts val="400"/>
              </a:spcAft>
              <a:defRPr sz="1200">
                <a:solidFill>
                  <a:srgbClr val="B4BAAE"/>
                </a:solidFill>
                <a:latin typeface="Aptos"/>
              </a:defRPr>
            </a:pPr>
            <a:r>
              <a:t>2026-09-11 | 2ea219a | Default cloud model: glm-5.2:cloud -&gt; glm-5.3:cloud, by Tlamatini's-AutoBot.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project_videoplayer_agent.md
|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latexer_stepbystep_5.py
|       |       |-- mcp_playwright_suite.py
|       |       |-- pdfer_nuance_visible.py
|       |       |-- playwrighter_run.py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
|       |   `-- SKILL.md
|       `-- overlap-safe-pptx-dossier/
|           `-- SKILL.md
|-- .gemini/</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external_mcp_bulletproof_architecture.md
|   |-- stm32er_all_families_proposal.md
|   `-- claude/
|       |-- acpx.md
|       |-- agents.md
|       |-- architecture.md
|       |-- exec-report.md
|       |-- frontend.md
|       |-- gotchas.md
|       |-- INDEX.md
|       |-- mcp-tools.md
|       |-- multi-turn.md
|       `-- recent-fixes.md
|-- output/
|   |-- ASSET_MANIFEST.json
|   |-- Gemini_girl_animation.zip
|   |-- README.md
|   |-- avatar_flash_fix/
|   |   |-- collectstatic-results.json
|   |   |-- dev_settings.py
|   |   |-- development-test.sqlite3
|   |   |-- development_test.py
|   |   |-- README.md
|   |   |-- __pycache__/
|   |   |   `-- dev_settings.cpython-312.pyc
|   |   |-- after-test/
|   |   |   |-- ec-mc.png
|   |   |   |-- ec-mo.png
|   |   |   |-- eo-mc.png
|   |   |   |-- eo-mo.png
|   |   |   |-- idle.png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narrow.png
|   |   |   |-- results.json
|   |   |   `-- speaking.png
|   |   |-- before/
|   |   |   |-- agent_page.html
|   |   |   |-- avatar.css
|   |   |   `-- avatar.js
|   |   |-- before-test/
|   |   |   |-- idle.png
|   |   |   |-- observed-flash.png
|   |   |   `-- results.json
|   |   |-- deployment-backups/
|   |   |   |-- collected-source/
|   |   |   |   |-- avatar.css
|   |   |   |   `-- avatar.js
|   |   |   |-- installed-agent/
|   |   |   |   |-- avatar.css
|   |   |   |   `-- avatar.js
|   |   |   |-- installed-collected/
|   |   |   |   |-- avatar.css
|   |   |   |   `-- avatar.js
|   |   |   `-- installed-source/
|   |   |       |-- avatar.css
|   |   |       `-- avatar.js
|   |   |-- visible-first-pass/
|   |   |   |-- results.json
|   |   |   `-- selection-issue.png
|   |   `-- visible-test/
|   |       |-- 01-real-django-page.png
|   |       |-- checkpoint-100.png
|   |       |-- checkpoint-150.png</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checkpoint-200.png
|   |       |-- checkpoint-250.png
|   |       |-- checkpoint-300.png
|   |       |-- checkpoint-50.png
|   |       |-- final-passed.png
|   |       `-- results.json
|   `-- Gemini_girl_animation/
|       |-- 01_eyes_open_smiling.png
|       |-- 02_eyes_open_neutral.png
|       |-- 03_eyes_closed_smiling.png
|       |-- 04_eyes_closed_neutral.png
|       |-- alignment.json
|       |-- build_frames.py
|       |-- contact_sheet.jpg
|       |-- girl_frames_jpg.zip
|       |-- preview.html
|       |-- preview_screenshot.png
|       |-- README.md
|       |-- sprite_2x2.png
|       |-- exact_crops/
|       |   |-- 01_eyes_open_smiling.png
|       |   |-- 02_eyes_open_neutral.png
|       |   |-- 03_eyes_closed_smiling.png
|       |   `-- 04_eyes_closed_neutral.png
|       `-- jpg/
|           |-- 01_eyes_open_smiling.jpg
|           |-- 02_eyes_open_neutral.jpg
|           |-- 03_eyes_closed_smiling.jpg
|           `-- 04_eyes_closed_neutral.jpg
|-- pyinstaller_hooks/
|   |-- hook-numpy.py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hook-torch.py
|-- scripts/
|   `-- check_js_parse.mjs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test_perf_3x_visual.py
`-- Tlamatini/
    |-- cat_art.py
    |-- hoy
    |-- manage.py
    |-- .agents/
    |   `-- workflows/
    |       `-- create_new_agent.md
    |-- .mcps/
    |   `-- create_new_mcp.md
    |-- .skills/
    |   `-- create_new_skill.md
    |-- agent/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test_external_mcp_add_flow.py
    |   |-- test_external_mcp_e2e.py
    |   |-- test_external_mcp_transports.py
    |   |-- test_external_mcp_universal.py
    |   |-- test_file_extractor_reader.py
    |   |-- test_flow_contracts.py
    |   |-- test_frontend_mutable_state.py
    |   |-- test_gitter_custom_command.py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test_pdfer_nuance_layout.py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
    |   |-- test_videoplayer_agent.py
    |   |-- test_voice_commands_catalog.py
    |   |-- test_watchdog_foreground_exemption.py
    |   |-- test_web_process_stays_lean.py
    |   |-- test_whatsapper_identity.py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test_whisperer_agent.py
    |   |-- test_win_shim.py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|-- 0197_add_netspeed_calculator_demo_prompt.py
    |   |   |-- 0198_add_pdfer_nuance_demo_prompt.py
    |   |   |-- 0199_dedupe_llm_program_snippet_names.py
    |   |   |-- 0200_whisperer_demo_prompt_sound_gate.py
    |   |   |-- 0201_add_voice_commands_section.py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agent_contracts.py
    |   |   |-- agent_paths.py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contacts_dialog.css
    |   |       |   |-- dialog_theme.css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agent_page_canvas.js
    |   |       |   |-- agent_page_chat.js
    |   |       |   |-- agent_page_context.js
    |   |       |   |-- agent_page_dialogs.js
    |   |       |   |-- agent_page_init.js
    |   |       |   |-- agent_page_layout.js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agent/
    |   |       |-- agent_page.html
    |   |       |-- agentic_control_panel.html
    |   |       |-- login.html
    |   |       `-- welcome.html
    |   |-- test_fixtures/
    |   |   `-- talker_orpheus_tokens.txt
    |   `-- TlamatiniSourceCode/
    |       `-- README.md
    |-- DB/
    |   |-- Older/
    |   |   `-- README.md
    |   `-- ToLoad/
    |       `-- README.md
    |-- jd-cli/
    |   |-- jd-cli.bat
    |   `-- jd-cli.jar
    |-- tests_e2e/
    |   |-- oob_child_helper.py
    |   |-- README.md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