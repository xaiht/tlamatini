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1229</c:v>
                </c:pt>
                <c:pt idx="3">
                  <c:v>1294</c:v>
                </c:pt>
                <c:pt idx="4">
                  <c:v>1382</c:v>
                </c:pt>
                <c:pt idx="5">
                  <c:v>1838</c:v>
                </c:pt>
                <c:pt idx="6">
                  <c:v>2303</c:v>
                </c:pt>
                <c:pt idx="7">
                  <c:v>5803</c:v>
                </c:pt>
                <c:pt idx="8">
                  <c:v>6259</c:v>
                </c:pt>
                <c:pt idx="9">
                  <c:v>12755</c:v>
                </c:pt>
                <c:pt idx="10">
                  <c:v>23436</c:v>
                </c:pt>
                <c:pt idx="11">
                  <c:v>32148</c:v>
                </c:pt>
                <c:pt idx="12">
                  <c:v>102470</c:v>
                </c:pt>
                <c:pt idx="13">
                  <c:v>207554</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with self-healing model steps.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49 JavaScript modules, 17 stylesheets and 5 page templates, 210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Six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with tokens estimated.</a:t>
            </a:r>
          </a:p>
          <a:p/>
          <a:p>
            <a:r>
              <a:t>Her avatar speaks answers aloud when you ask, with a mouth that follows the spoken words. After login, pressing Enter on the welcome page takes you straight to the chat.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the microphone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and sent automatically through the normal form.</a:t>
            </a:r>
          </a:p>
          <a:p/>
          <a:p>
            <a:r>
              <a:t>There is no transcript review step.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Automatically submit once, with the current draft and mode switches; no review dialog.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Speech model settings and explicit template overrides still apply.</a:t>
            </a:r>
          </a:p>
          <a:p/>
          <a:p>
            <a:r>
              <a:t>Boundary: The direct button is input, not a wrapped tool or an Exec Report row.</a:t>
            </a:r>
          </a:p>
          <a:p/>
          <a:p>
            <a:r>
              <a:t>Release: Ship the consumer/runtime modules, carried worker, JS/CSS and matching template.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98 voice tests passed: 26 direct-voice and 72 existing Whisperer checks. A real host microphone began yielding samples in 297 ms after direct start; cancellation and normal worker exit were observed. Two startup/shutdown cycles created no additional visible windows and left foreground focus unchanged.</a:t>
            </a:r>
          </a:p>
          <a:p/>
          <a:p>
            <a:r>
              <a:t>The earlier headed-browser suite passed 33 controlled-transport checks.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98 voice regressions plus real microphone and worker lifecycle probes.</a:t>
            </a:r>
          </a:p>
          <a:p/>
          <a:p>
            <a:r>
              <a:t>Browser evidence: 33 earlier headed checks with controlled transport; not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The direct chat microphone submits automatically and uses browser speech for its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Googler keeps finding results when browsers are refused, and NetSpeed-Calculator publishes a speed with its confidence interval.</a:t>
            </a:r>
          </a:p>
          <a:p/>
          <a:p>
            <a:r>
              <a:t>Googler tries four plain-HTTP, server-rendered routes first, then a visible installed Chrome across seven browser routes with bounded retries, and always names the route that answered. Its structured dork builder writes valid operators, presets and grouped site or file-type filters, and links_only returns URLs for downloads handled downstream. Indexed is not permitted: licensing and authorization remain yours.</a:t>
            </a:r>
          </a:p>
          <a:p/>
          <a:p>
            <a:r>
              <a:t>NetSpeed-Calculator measures several keyless providers at once,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source audit covers all 89 agents, build helpers, optional imports and tests.</a:t>
            </a:r>
          </a:p>
          <a:p/>
          <a:p>
            <a:r>
              <a:t>The static guard scanned 743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Zero missing declarations; 10 guard tests and four build dependency checks passed.</a:t>
            </a:r>
          </a:p>
          <a:p/>
          <a:p>
            <a:r>
              <a:t>Resolution: Main and separate ESPHome dry runs passed; new dependencies passed temporary-environment smoke checks.</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1.71.0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v1.71.0; latest published release v1.70.0.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are in the working tree; a source tag does not publish them.</a:t>
            </a:r>
          </a:p>
          <a:p/>
          <a:p>
            <a:r>
              <a:t>The chat microphone starts Whisperer directly, stops on the configured silence gate, recognizes speech and submits the normal chat form. The internal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Neither this work nor the regenerated dossiers establishes that the published v1.70.0 installer contains the local microphone changes.</a:t>
            </a:r>
          </a:p>
          <a:p/>
          <a:p>
            <a:r>
              <a:t>User guide: README.md and BookOfTlamatini.md explain recording, cancellation and automatic Send.</a:t>
            </a:r>
          </a:p>
          <a:p/>
          <a:p>
            <a:r>
              <a:t>Runtime contract: docs/chat-microphone-design.md records ownership, protocol, configuration and limits.</a:t>
            </a:r>
          </a:p>
          <a:p/>
          <a:p>
            <a:r>
              <a:t>Dependencies: docs/dependency-coverage-audit.md records declarations, isolation and verification.</a:t>
            </a:r>
          </a:p>
          <a:p/>
          <a:p>
            <a:r>
              <a:t>Delivery: Restart source runs; rebuild and validate an installer before distributing these changes.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v1.71.0 was created on 2026-09-27 and resolves to commit 512973fb; it has not been pushed to the remote.</a:t>
            </a:r>
          </a:p>
          <a:p/>
          <a:p>
            <a:r>
              <a:t>The newest release published on GitHub is v1.70.0, published 2026-09-27. Self-update offers only published releases, so installations are offered v1.71.0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400,118 effective lines across 1,319 text files; 516,410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1,545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 Id="rId4" Type="http://schemas.openxmlformats.org/officeDocument/2006/relationships/chart" Target="../charts/char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 Id="rId4" Type="http://schemas.openxmlformats.org/officeDocument/2006/relationships/chart" Target="../charts/char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7.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v1.71.0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September 27,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v1.71.0; latest published release v1.70.0.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planner and a tool loop of up to 4,096 iterations over the full enabled surface of 109 built-in tools, with self-healing model steps.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210</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1,545</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400,118</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Six toolbar switches decide how each request runs.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Automatically submit once, with the current draft and mode switches; no review dialog.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model settings and explicit template overrides still apply.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the consumer/runtime modules, carried worker, JS/CSS and matching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98 voice regressions plus real microphone and worker 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33 earlier headed checks with controlled transport; not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611880"/>
          </a:xfrm>
          <a:prstGeom prst="roundRect">
            <a:avLst>
              <a:gd name="adj" fmla="val 202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a:t>
            </a:r>
          </a:p>
        </p:txBody>
      </p:sp>
      <p:sp>
        <p:nvSpPr>
          <p:cNvPr id="27" name="TextBox 26"/>
          <p:cNvSpPr txBox="1"/>
          <p:nvPr/>
        </p:nvSpPr>
        <p:spPr>
          <a:xfrm>
            <a:off x="640080" y="49834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49834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3218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3583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3583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graphicFrame>
        <p:nvGraphicFramePr>
          <p:cNvPr id="24" name="Chart 23"/>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5" name="Connector 2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7" name="TextBox 2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automatically send; no review dialog or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AND NETWORK</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Search that survives, measurement that shows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Googler keeps finding results when browsers are refused, and NetSpeed-Calculator publishes a speed with its confidence interval.</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Googler tiers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plain-HTTP routes, then visible Chrome across seven.</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builder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Valid operators, presets, grouped filters, links_only output.</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NetSpeed</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3758184"/>
          </a:xfrm>
          <a:prstGeom prst="roundRect">
            <a:avLst>
              <a:gd name="adj" fmla="val 194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Binary-content guard</a:t>
            </a:r>
          </a:p>
        </p:txBody>
      </p:sp>
      <p:sp>
        <p:nvSpPr>
          <p:cNvPr id="14" name="TextBox 13"/>
          <p:cNvSpPr txBox="1"/>
          <p:nvPr/>
        </p:nvSpPr>
        <p:spPr>
          <a:xfrm>
            <a:off x="3957431"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5" name="TextBox 14"/>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Dropping real context is worse than embedding one odd file.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Verdict parsing</a:t>
            </a:r>
          </a:p>
        </p:txBody>
      </p:sp>
      <p:sp>
        <p:nvSpPr>
          <p:cNvPr id="18" name="TextBox 17"/>
          <p:cNvSpPr txBox="1"/>
          <p:nvPr/>
        </p:nvSpPr>
        <p:spPr>
          <a:xfrm>
            <a:off x="3957431" y="28803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9" name="TextBox 18"/>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parse error falls through to the next rule; it never raises.</a:t>
            </a:r>
          </a:p>
        </p:txBody>
      </p:sp>
      <p:sp>
        <p:nvSpPr>
          <p:cNvPr id="20" name="TextBox 19"/>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Port and console settings</a:t>
            </a:r>
          </a:p>
        </p:txBody>
      </p:sp>
      <p:sp>
        <p:nvSpPr>
          <p:cNvPr id="21" name="TextBox 20"/>
          <p:cNvSpPr txBox="1"/>
          <p:nvPr/>
        </p:nvSpPr>
        <p:spPr>
          <a:xfrm>
            <a:off x="3957431" y="325526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2" name="TextBox 21"/>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typo must never stop the server from starting.</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 provisioner</a:t>
            </a:r>
          </a:p>
        </p:txBody>
      </p:sp>
      <p:sp>
        <p:nvSpPr>
          <p:cNvPr id="25" name="TextBox 24"/>
          <p:cNvSpPr txBox="1"/>
          <p:nvPr/>
        </p:nvSpPr>
        <p:spPr>
          <a:xfrm>
            <a:off x="3957431" y="36301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6" name="TextBox 25"/>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failed download never blocks start-up.</a:t>
            </a:r>
          </a:p>
        </p:txBody>
      </p:sp>
      <p:sp>
        <p:nvSpPr>
          <p:cNvPr id="27" name="TextBox 26"/>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8" name="TextBox 27"/>
          <p:cNvSpPr txBox="1"/>
          <p:nvPr/>
        </p:nvSpPr>
        <p:spPr>
          <a:xfrm>
            <a:off x="3957431" y="4005072"/>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29" name="TextBox 28"/>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Any doubt resolves to Deny.</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copies</a:t>
            </a:r>
          </a:p>
        </p:txBody>
      </p:sp>
      <p:sp>
        <p:nvSpPr>
          <p:cNvPr id="32" name="TextBox 31"/>
          <p:cNvSpPr txBox="1"/>
          <p:nvPr/>
        </p:nvSpPr>
        <p:spPr>
          <a:xfrm>
            <a:off x="3957431" y="437997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3" name="TextBox 32"/>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 unclear or unchecked copy is reported as a failure.</a:t>
            </a:r>
          </a:p>
        </p:txBody>
      </p:sp>
      <p:sp>
        <p:nvSpPr>
          <p:cNvPr id="34" name="TextBox 33"/>
          <p:cNvSpPr txBox="1"/>
          <p:nvPr/>
        </p:nvSpPr>
        <p:spPr>
          <a:xfrm>
            <a:off x="640080" y="475488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 bisect guard</a:t>
            </a:r>
          </a:p>
        </p:txBody>
      </p:sp>
      <p:sp>
        <p:nvSpPr>
          <p:cNvPr id="35" name="TextBox 34"/>
          <p:cNvSpPr txBox="1"/>
          <p:nvPr/>
        </p:nvSpPr>
        <p:spPr>
          <a:xfrm>
            <a:off x="3957431" y="475488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6" name="TextBox 35"/>
          <p:cNvSpPr txBox="1"/>
          <p:nvPr/>
        </p:nvSpPr>
        <p:spPr>
          <a:xfrm>
            <a:off x="5726686" y="475488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When in doubt, protect the author's content.</a:t>
            </a:r>
          </a:p>
        </p:txBody>
      </p:sp>
      <p:sp>
        <p:nvSpPr>
          <p:cNvPr id="37" name="Rectangle 36"/>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12978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Firmware preflights</a:t>
            </a:r>
          </a:p>
        </p:txBody>
      </p:sp>
      <p:sp>
        <p:nvSpPr>
          <p:cNvPr id="39" name="TextBox 38"/>
          <p:cNvSpPr txBox="1"/>
          <p:nvPr/>
        </p:nvSpPr>
        <p:spPr>
          <a:xfrm>
            <a:off x="3957431" y="512978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0" name="TextBox 39"/>
          <p:cNvSpPr txBox="1"/>
          <p:nvPr/>
        </p:nvSpPr>
        <p:spPr>
          <a:xfrm>
            <a:off x="5726686" y="512978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 rather than build or flash the wrong target.</a:t>
            </a:r>
          </a:p>
        </p:txBody>
      </p:sp>
      <p:sp>
        <p:nvSpPr>
          <p:cNvPr id="41" name="TextBox 40"/>
          <p:cNvSpPr txBox="1"/>
          <p:nvPr/>
        </p:nvSpPr>
        <p:spPr>
          <a:xfrm>
            <a:off x="640080" y="550468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Deleter</a:t>
            </a:r>
          </a:p>
        </p:txBody>
      </p:sp>
      <p:sp>
        <p:nvSpPr>
          <p:cNvPr id="42" name="TextBox 41"/>
          <p:cNvSpPr txBox="1"/>
          <p:nvPr/>
        </p:nvSpPr>
        <p:spPr>
          <a:xfrm>
            <a:off x="3957431" y="550468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3" name="TextBox 42"/>
          <p:cNvSpPr txBox="1"/>
          <p:nvPr/>
        </p:nvSpPr>
        <p:spPr>
          <a:xfrm>
            <a:off x="5726686" y="550468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Refuses protected folders, repository roots and drive roots.</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source audit covers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Zero missing declarations; 10 guard tests and four build dependency checks passed.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Resolution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Main and separate ESPHome dry runs passed; new dependencies passed temporary-environment smoke checks.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Optional: her rebuildable source ships beside her.</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django_port</a:t>
            </a:r>
          </a:p>
        </p:txBody>
      </p:sp>
      <p:sp>
        <p:nvSpPr>
          <p:cNvPr id="14" name="TextBox 13"/>
          <p:cNvSpPr txBox="1"/>
          <p:nvPr/>
        </p:nvSpPr>
        <p:spPr>
          <a:xfrm>
            <a:off x="4731480"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8000</a:t>
            </a:r>
          </a:p>
        </p:txBody>
      </p:sp>
      <p:sp>
        <p:nvSpPr>
          <p:cNvPr id="15" name="TextBox 14"/>
          <p:cNvSpPr txBox="1"/>
          <p:nvPr/>
        </p:nvSpPr>
        <p:spPr>
          <a:xfrm>
            <a:off x="6500734" y="2505456"/>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Web port for every launch path; fails open to 8000.</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unified_agent_max_iterations</a:t>
            </a:r>
          </a:p>
        </p:txBody>
      </p:sp>
      <p:sp>
        <p:nvSpPr>
          <p:cNvPr id="18" name="TextBox 17"/>
          <p:cNvSpPr txBox="1"/>
          <p:nvPr/>
        </p:nvSpPr>
        <p:spPr>
          <a:xfrm>
            <a:off x="4731480"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4096</a:t>
            </a:r>
          </a:p>
        </p:txBody>
      </p:sp>
      <p:sp>
        <p:nvSpPr>
          <p:cNvPr id="19" name="TextBox 18"/>
          <p:cNvSpPr txBox="1"/>
          <p:nvPr/>
        </p:nvSpPr>
        <p:spPr>
          <a:xfrm>
            <a:off x="6500734" y="2872740"/>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Upper bound on Multi-Turn tool-loop turns.</a:t>
            </a:r>
          </a:p>
        </p:txBody>
      </p:sp>
      <p:sp>
        <p:nvSpPr>
          <p:cNvPr id="20" name="TextBox 19"/>
          <p:cNvSpPr txBox="1"/>
          <p:nvPr/>
        </p:nvSpPr>
        <p:spPr>
          <a:xfrm>
            <a:off x="640080" y="324002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unified_agent_llm_step_timeout_seconds</a:t>
            </a:r>
          </a:p>
        </p:txBody>
      </p:sp>
      <p:sp>
        <p:nvSpPr>
          <p:cNvPr id="21" name="TextBox 20"/>
          <p:cNvSpPr txBox="1"/>
          <p:nvPr/>
        </p:nvSpPr>
        <p:spPr>
          <a:xfrm>
            <a:off x="4731480"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900</a:t>
            </a:r>
          </a:p>
        </p:txBody>
      </p:sp>
      <p:sp>
        <p:nvSpPr>
          <p:cNvPr id="22" name="TextBox 21"/>
          <p:cNvSpPr txBox="1"/>
          <p:nvPr/>
        </p:nvSpPr>
        <p:spPr>
          <a:xfrm>
            <a:off x="6500734" y="324002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Watchdog for one model attempt.</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llm_client_timeout_seconds</a:t>
            </a:r>
          </a:p>
        </p:txBody>
      </p:sp>
      <p:sp>
        <p:nvSpPr>
          <p:cNvPr id="25" name="TextBox 24"/>
          <p:cNvSpPr txBox="1"/>
          <p:nvPr/>
        </p:nvSpPr>
        <p:spPr>
          <a:xfrm>
            <a:off x="4731480"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600</a:t>
            </a:r>
          </a:p>
        </p:txBody>
      </p:sp>
      <p:sp>
        <p:nvSpPr>
          <p:cNvPr id="26" name="TextBox 25"/>
          <p:cNvSpPr txBox="1"/>
          <p:nvPr/>
        </p:nvSpPr>
        <p:spPr>
          <a:xfrm>
            <a:off x="6500734" y="360730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long one model call may take.</a:t>
            </a:r>
          </a:p>
        </p:txBody>
      </p:sp>
      <p:sp>
        <p:nvSpPr>
          <p:cNvPr id="27" name="TextBox 26"/>
          <p:cNvSpPr txBox="1"/>
          <p:nvPr/>
        </p:nvSpPr>
        <p:spPr>
          <a:xfrm>
            <a:off x="640080" y="397459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ollama_repeat_penalty</a:t>
            </a:r>
          </a:p>
        </p:txBody>
      </p:sp>
      <p:sp>
        <p:nvSpPr>
          <p:cNvPr id="28" name="TextBox 27"/>
          <p:cNvSpPr txBox="1"/>
          <p:nvPr/>
        </p:nvSpPr>
        <p:spPr>
          <a:xfrm>
            <a:off x="4731480"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1.2</a:t>
            </a:r>
          </a:p>
        </p:txBody>
      </p:sp>
      <p:sp>
        <p:nvSpPr>
          <p:cNvPr id="29" name="TextBox 28"/>
          <p:cNvSpPr txBox="1"/>
          <p:nvPr/>
        </p:nvSpPr>
        <p:spPr>
          <a:xfrm>
            <a:off x="6500734" y="397459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Repetition penalty; 1.9 emptied answers.</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ollama_repeat_last_n</a:t>
            </a:r>
          </a:p>
        </p:txBody>
      </p:sp>
      <p:sp>
        <p:nvSpPr>
          <p:cNvPr id="32" name="TextBox 31"/>
          <p:cNvSpPr txBox="1"/>
          <p:nvPr/>
        </p:nvSpPr>
        <p:spPr>
          <a:xfrm>
            <a:off x="4731480"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256</a:t>
            </a:r>
          </a:p>
        </p:txBody>
      </p:sp>
      <p:sp>
        <p:nvSpPr>
          <p:cNvPr id="33" name="TextBox 32"/>
          <p:cNvSpPr txBox="1"/>
          <p:nvPr/>
        </p:nvSpPr>
        <p:spPr>
          <a:xfrm>
            <a:off x="6500734" y="4341875"/>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far back that penalty looks.</a:t>
            </a:r>
          </a:p>
        </p:txBody>
      </p:sp>
      <p:sp>
        <p:nvSpPr>
          <p:cNvPr id="34" name="TextBox 33"/>
          <p:cNvSpPr txBox="1"/>
          <p:nvPr/>
        </p:nvSpPr>
        <p:spPr>
          <a:xfrm>
            <a:off x="640080" y="4709159"/>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ollama_num_ctx</a:t>
            </a:r>
          </a:p>
        </p:txBody>
      </p:sp>
      <p:sp>
        <p:nvSpPr>
          <p:cNvPr id="35" name="TextBox 34"/>
          <p:cNvSpPr txBox="1"/>
          <p:nvPr/>
        </p:nvSpPr>
        <p:spPr>
          <a:xfrm>
            <a:off x="4731480"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1048576</a:t>
            </a:r>
          </a:p>
        </p:txBody>
      </p:sp>
      <p:sp>
        <p:nvSpPr>
          <p:cNvPr id="36" name="TextBox 35"/>
          <p:cNvSpPr txBox="1"/>
          <p:nvPr/>
        </p:nvSpPr>
        <p:spPr>
          <a:xfrm>
            <a:off x="6500734" y="4709159"/>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Requested context window.</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binary_context_detection</a:t>
            </a:r>
          </a:p>
        </p:txBody>
      </p:sp>
      <p:sp>
        <p:nvSpPr>
          <p:cNvPr id="39" name="TextBox 38"/>
          <p:cNvSpPr txBox="1"/>
          <p:nvPr/>
        </p:nvSpPr>
        <p:spPr>
          <a:xfrm>
            <a:off x="4731480"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0" name="TextBox 39"/>
          <p:cNvSpPr txBox="1"/>
          <p:nvPr/>
        </p:nvSpPr>
        <p:spPr>
          <a:xfrm>
            <a:off x="6500734" y="507644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Screens files by content before embedding.</a:t>
            </a:r>
          </a:p>
        </p:txBody>
      </p:sp>
      <p:sp>
        <p:nvSpPr>
          <p:cNvPr id="41" name="TextBox 40"/>
          <p:cNvSpPr txBox="1"/>
          <p:nvPr/>
        </p:nvSpPr>
        <p:spPr>
          <a:xfrm>
            <a:off x="640080" y="544372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console_quick_edit</a:t>
            </a:r>
          </a:p>
        </p:txBody>
      </p:sp>
      <p:sp>
        <p:nvSpPr>
          <p:cNvPr id="42" name="TextBox 41"/>
          <p:cNvSpPr txBox="1"/>
          <p:nvPr/>
        </p:nvSpPr>
        <p:spPr>
          <a:xfrm>
            <a:off x="4731480"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false</a:t>
            </a:r>
          </a:p>
        </p:txBody>
      </p:sp>
      <p:sp>
        <p:nvSpPr>
          <p:cNvPr id="43" name="TextBox 42"/>
          <p:cNvSpPr txBox="1"/>
          <p:nvPr/>
        </p:nvSpPr>
        <p:spPr>
          <a:xfrm>
            <a:off x="6500734" y="544372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Keeps a click from pausing a frozen console.</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runtime_autoprovision</a:t>
            </a:r>
          </a:p>
        </p:txBody>
      </p:sp>
      <p:sp>
        <p:nvSpPr>
          <p:cNvPr id="46" name="TextBox 45"/>
          <p:cNvSpPr txBox="1"/>
          <p:nvPr/>
        </p:nvSpPr>
        <p:spPr>
          <a:xfrm>
            <a:off x="4731480"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7" name="TextBox 46"/>
          <p:cNvSpPr txBox="1"/>
          <p:nvPr/>
        </p:nvSpPr>
        <p:spPr>
          <a:xfrm>
            <a:off x="6500734" y="581101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Lets MCP servers provision Node or uv privately.</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SHA-256 for every payload file, checked twice.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v1.71.0; latest published release v1.70.0. Local changes are stated separately.</a:t>
            </a:r>
          </a:p>
        </p:txBody>
      </p:sp>
      <p:sp>
        <p:nvSpPr>
          <p:cNvPr id="8" name="Diamond 7"/>
          <p:cNvSpPr/>
          <p:nvPr/>
        </p:nvSpPr>
        <p:spPr>
          <a:xfrm>
            <a:off x="82296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Direct dictation and dependency coverage</a:t>
            </a:r>
          </a:p>
        </p:txBody>
      </p:sp>
      <p:sp>
        <p:nvSpPr>
          <p:cNvPr id="10" name="Diamond 9"/>
          <p:cNvSpPr/>
          <p:nvPr/>
        </p:nvSpPr>
        <p:spPr>
          <a:xfrm>
            <a:off x="822960" y="561441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v1.70.0: the Prompt Flow Panel</a:t>
            </a:r>
          </a:p>
        </p:txBody>
      </p:sp>
      <p:sp>
        <p:nvSpPr>
          <p:cNvPr id="12" name="Diamond 11"/>
          <p:cNvSpPr/>
          <p:nvPr/>
        </p:nvSpPr>
        <p:spPr>
          <a:xfrm>
            <a:off x="822960" y="588873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How the line arrived here</a:t>
            </a:r>
          </a:p>
        </p:txBody>
      </p:sp>
      <p:sp>
        <p:nvSpPr>
          <p:cNvPr id="14" name="Diamond 13"/>
          <p:cNvSpPr/>
          <p:nvPr/>
        </p:nvSpPr>
        <p:spPr>
          <a:xfrm>
            <a:off x="420624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Tag, commit and publication, stated plainly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DEVELOPMENT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are in the working tree; a source tag does not publish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recording, cancellation and automatic Send.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Restart source runs; rebuild and validate an installer before distributing these changes.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2026-09-16</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v1.61.0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v1.61.0 Now PDF loading in main canvas is way too cool, and use it as context is even cooler!!.</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2026-09-16</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v1.62.0 Now PDF loading in main canvas is way too cool, and use it as context is even cooler</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v1.62.2</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v1.62.2 Setting more comfortable value of sleep stop timer to 3.5s, and setting jcyhsiao/qwen3.5cloud:latest to replace the obsolete qwen3.5:cloud.</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v1.63.0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v1.63.0 Empowering Video-Analyzer agent!.</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v1.64.0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v1.64.0 Empowering general model selection in configuration!.</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v1.65.0 Context meter implemented!.</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v1.65.2</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v1.65.2 Context Governor improved: measure the real request, and never bind zero tools.</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v1.65.3</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v1.65.3 Improved LaTeXer: bracing a leading before a command eats it as an optional argument.</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v1.65.4</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v1.65.4 Improved gauge of context.</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v1.71.0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993392"/>
          </a:xfrm>
          <a:prstGeom prst="roundRect">
            <a:avLst>
              <a:gd name="adj" fmla="val 458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3017520"/>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883664"/>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883664"/>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v1.71.0 resolves to </a:t>
            </a:r>
            <a:r>
              <a:rPr sz="1300" b="0" i="0">
                <a:solidFill>
                  <a:srgbClr val="E2B462"/>
                </a:solidFill>
                <a:latin typeface="Consolas"/>
              </a:rPr>
              <a:t>512973fb</a:t>
            </a:r>
            <a:r>
              <a:rPr sz="1400" b="0" i="0">
                <a:solidFill>
                  <a:srgbClr val="A7B2B0"/>
                </a:solidFill>
                <a:latin typeface="Segoe UI"/>
              </a:rPr>
              <a:t>, created 2026-09-27.</a:t>
            </a:r>
          </a:p>
        </p:txBody>
      </p:sp>
      <p:sp>
        <p:nvSpPr>
          <p:cNvPr id="12" name="Rounded Rectangle 11"/>
          <p:cNvSpPr/>
          <p:nvPr/>
        </p:nvSpPr>
        <p:spPr>
          <a:xfrm>
            <a:off x="566928" y="4206240"/>
            <a:ext cx="5212080" cy="1993392"/>
          </a:xfrm>
          <a:prstGeom prst="roundRect">
            <a:avLst>
              <a:gd name="adj" fmla="val 458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5138927"/>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4261103"/>
            <a:ext cx="1554480" cy="1883664"/>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5" name="TextBox 14"/>
          <p:cNvSpPr txBox="1"/>
          <p:nvPr/>
        </p:nvSpPr>
        <p:spPr>
          <a:xfrm>
            <a:off x="2670048" y="4261103"/>
            <a:ext cx="2971800" cy="1883664"/>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v1.70.0.</a:t>
            </a:r>
          </a:p>
        </p:txBody>
      </p:sp>
      <p:sp>
        <p:nvSpPr>
          <p:cNvPr id="16" name="Rounded Rectangle 15"/>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19" name="TextBox 18"/>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0" name="TextBox 19"/>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1" name="TextBox 20"/>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1.71.0</a:t>
            </a:r>
          </a:p>
        </p:txBody>
      </p:sp>
      <p:sp>
        <p:nvSpPr>
          <p:cNvPr id="22" name="Rectangle 21"/>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4" name="TextBox 23"/>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v1.71.0 → 512973fb (2026-09-27)</a:t>
            </a:r>
          </a:p>
        </p:txBody>
      </p:sp>
      <p:sp>
        <p:nvSpPr>
          <p:cNvPr id="25" name="TextBox 24"/>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26" name="TextBox 25"/>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512973fb (0 commit(s) after the tag)</a:t>
            </a:r>
          </a:p>
        </p:txBody>
      </p:sp>
      <p:sp>
        <p:nvSpPr>
          <p:cNvPr id="27" name="Rectangle 26"/>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29" name="TextBox 28"/>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a:t>
            </a:r>
          </a:p>
        </p:txBody>
      </p:sp>
      <p:sp>
        <p:nvSpPr>
          <p:cNvPr id="30" name="TextBox 29"/>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1" name="TextBox 30"/>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v1.70.0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512973fb · 2026-09-27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1.71.0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1,545</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1,319</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516,410</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400,118</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210</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49 · 17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400,118 effective lines across 1,319 text files; 516,410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743</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296,392</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207,554</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51.9%</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25.6%</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204</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42,517</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32,148</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8.0%</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72</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29,678</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23,436</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15,921</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12,755</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6,259</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6,259</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6,202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2,303</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1,524</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1,350</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1,294</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1,319</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516,410</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400,118</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1,188</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289,071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1,319</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400,118</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8,728</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5,194</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3,324</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3,150</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2,990</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2,426</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Tlamatini/agent/agents/stm32er/stm32er.py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1,983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1,867</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Tlamatini/agent/mcp_agent.py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1,857</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Tlamatini/agent/static/agent/js/agent_page_init.js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1,579</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1,489</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73652"/>
          </a:xfrm>
          <a:prstGeom prst="roundRect">
            <a:avLst>
              <a:gd name="adj" fmla="val 17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512973fb</a:t>
            </a:r>
          </a:p>
        </p:txBody>
      </p:sp>
      <p:sp>
        <p:nvSpPr>
          <p:cNvPr id="14" name="TextBox 13"/>
          <p:cNvSpPr txBox="1"/>
          <p:nvPr/>
        </p:nvSpPr>
        <p:spPr>
          <a:xfrm>
            <a:off x="1967020" y="2505456"/>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2026-09-27</a:t>
            </a:r>
          </a:p>
        </p:txBody>
      </p:sp>
      <p:sp>
        <p:nvSpPr>
          <p:cNvPr id="15" name="TextBox 14"/>
          <p:cNvSpPr txBox="1"/>
          <p:nvPr/>
        </p:nvSpPr>
        <p:spPr>
          <a:xfrm>
            <a:off x="3515118" y="2505456"/>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Image analizers improved with real error reports in fatal level instead of silently proceed on this delicate topic for Tlamatini: images, by angelahack1</a:t>
            </a:r>
          </a:p>
        </p:txBody>
      </p:sp>
      <p:sp>
        <p:nvSpPr>
          <p:cNvPr id="16" name="Rectangle 15"/>
          <p:cNvSpPr/>
          <p:nvPr/>
        </p:nvSpPr>
        <p:spPr>
          <a:xfrm>
            <a:off x="585216" y="2935224"/>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71800"/>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efc21e25</a:t>
            </a:r>
          </a:p>
        </p:txBody>
      </p:sp>
      <p:sp>
        <p:nvSpPr>
          <p:cNvPr id="18" name="TextBox 17"/>
          <p:cNvSpPr txBox="1"/>
          <p:nvPr/>
        </p:nvSpPr>
        <p:spPr>
          <a:xfrm>
            <a:off x="1967020" y="2971800"/>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19" name="TextBox 18"/>
          <p:cNvSpPr txBox="1"/>
          <p:nvPr/>
        </p:nvSpPr>
        <p:spPr>
          <a:xfrm>
            <a:off x="3515118" y="2971800"/>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Partial shit repaired by claude a iditot as claude are very often.</a:t>
            </a:r>
          </a:p>
        </p:txBody>
      </p:sp>
      <p:sp>
        <p:nvSpPr>
          <p:cNvPr id="20" name="TextBox 19"/>
          <p:cNvSpPr txBox="1"/>
          <p:nvPr/>
        </p:nvSpPr>
        <p:spPr>
          <a:xfrm>
            <a:off x="640080" y="3278124"/>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f8f6aa2d</a:t>
            </a:r>
          </a:p>
        </p:txBody>
      </p:sp>
      <p:sp>
        <p:nvSpPr>
          <p:cNvPr id="21" name="TextBox 20"/>
          <p:cNvSpPr txBox="1"/>
          <p:nvPr/>
        </p:nvSpPr>
        <p:spPr>
          <a:xfrm>
            <a:off x="1967020" y="3278124"/>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22" name="TextBox 21"/>
          <p:cNvSpPr txBox="1"/>
          <p:nvPr/>
        </p:nvSpPr>
        <p:spPr>
          <a:xfrm>
            <a:off x="3515118" y="3278124"/>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Replacing the retired qwen3.5 vision model with mistral-large-3:675b-cloud, by Claude</a:t>
            </a:r>
          </a:p>
        </p:txBody>
      </p:sp>
      <p:sp>
        <p:nvSpPr>
          <p:cNvPr id="23" name="Rectangle 22"/>
          <p:cNvSpPr/>
          <p:nvPr/>
        </p:nvSpPr>
        <p:spPr>
          <a:xfrm>
            <a:off x="585216" y="3547872"/>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84448"/>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426378ba</a:t>
            </a:r>
          </a:p>
        </p:txBody>
      </p:sp>
      <p:sp>
        <p:nvSpPr>
          <p:cNvPr id="25" name="TextBox 24"/>
          <p:cNvSpPr txBox="1"/>
          <p:nvPr/>
        </p:nvSpPr>
        <p:spPr>
          <a:xfrm>
            <a:off x="1967020" y="3584448"/>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26" name="TextBox 25"/>
          <p:cNvSpPr txBox="1"/>
          <p:nvPr/>
        </p:nvSpPr>
        <p:spPr>
          <a:xfrm>
            <a:off x="3515118" y="3584448"/>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Fixing PDF context image analysis sending "@config" as the model name, by Claude</a:t>
            </a:r>
          </a:p>
        </p:txBody>
      </p:sp>
      <p:sp>
        <p:nvSpPr>
          <p:cNvPr id="27" name="TextBox 26"/>
          <p:cNvSpPr txBox="1"/>
          <p:nvPr/>
        </p:nvSpPr>
        <p:spPr>
          <a:xfrm>
            <a:off x="640080" y="3890772"/>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d12646f2</a:t>
            </a:r>
          </a:p>
        </p:txBody>
      </p:sp>
      <p:sp>
        <p:nvSpPr>
          <p:cNvPr id="28" name="TextBox 27"/>
          <p:cNvSpPr txBox="1"/>
          <p:nvPr/>
        </p:nvSpPr>
        <p:spPr>
          <a:xfrm>
            <a:off x="1967020" y="3890772"/>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29" name="TextBox 28"/>
          <p:cNvSpPr txBox="1"/>
          <p:nvPr/>
        </p:nvSpPr>
        <p:spPr>
          <a:xfrm>
            <a:off x="3515118" y="3890772"/>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Self-update / self-modify inclusion sweep of this week's work, by Claude</a:t>
            </a:r>
          </a:p>
        </p:txBody>
      </p:sp>
      <p:sp>
        <p:nvSpPr>
          <p:cNvPr id="30" name="Rectangle 29"/>
          <p:cNvSpPr/>
          <p:nvPr/>
        </p:nvSpPr>
        <p:spPr>
          <a:xfrm>
            <a:off x="585216" y="4160520"/>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9709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8a2e0054</a:t>
            </a:r>
          </a:p>
        </p:txBody>
      </p:sp>
      <p:sp>
        <p:nvSpPr>
          <p:cNvPr id="32" name="TextBox 31"/>
          <p:cNvSpPr txBox="1"/>
          <p:nvPr/>
        </p:nvSpPr>
        <p:spPr>
          <a:xfrm>
            <a:off x="1967020" y="419709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33" name="TextBox 32"/>
          <p:cNvSpPr txBox="1"/>
          <p:nvPr/>
        </p:nvSpPr>
        <p:spPr>
          <a:xfrm>
            <a:off x="3515118" y="419709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Fixing additional standarizations in both panels, by angelahack1</a:t>
            </a:r>
          </a:p>
        </p:txBody>
      </p:sp>
      <p:sp>
        <p:nvSpPr>
          <p:cNvPr id="34" name="TextBox 33"/>
          <p:cNvSpPr txBox="1"/>
          <p:nvPr/>
        </p:nvSpPr>
        <p:spPr>
          <a:xfrm>
            <a:off x="640080" y="4503420"/>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bbbd2197</a:t>
            </a:r>
          </a:p>
        </p:txBody>
      </p:sp>
      <p:sp>
        <p:nvSpPr>
          <p:cNvPr id="35" name="TextBox 34"/>
          <p:cNvSpPr txBox="1"/>
          <p:nvPr/>
        </p:nvSpPr>
        <p:spPr>
          <a:xfrm>
            <a:off x="1967020" y="4503420"/>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36" name="TextBox 35"/>
          <p:cNvSpPr txBox="1"/>
          <p:nvPr/>
        </p:nvSpPr>
        <p:spPr>
          <a:xfrm>
            <a:off x="3515118" y="4503420"/>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Regenerating the PDF and PPTX dossiers for v1.70.0, by Claude</a:t>
            </a:r>
          </a:p>
        </p:txBody>
      </p:sp>
      <p:sp>
        <p:nvSpPr>
          <p:cNvPr id="37" name="Rectangle 36"/>
          <p:cNvSpPr/>
          <p:nvPr/>
        </p:nvSpPr>
        <p:spPr>
          <a:xfrm>
            <a:off x="585216" y="4773168"/>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09744"/>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33c7485f</a:t>
            </a:r>
          </a:p>
        </p:txBody>
      </p:sp>
      <p:sp>
        <p:nvSpPr>
          <p:cNvPr id="39" name="TextBox 38"/>
          <p:cNvSpPr txBox="1"/>
          <p:nvPr/>
        </p:nvSpPr>
        <p:spPr>
          <a:xfrm>
            <a:off x="1967020" y="4809744"/>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40" name="TextBox 39"/>
          <p:cNvSpPr txBox="1"/>
          <p:nvPr/>
        </p:nvSpPr>
        <p:spPr>
          <a:xfrm>
            <a:off x="3515118" y="4809744"/>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Precious project dossier: a new generator for the PDF and the PPTX, by Claude</a:t>
            </a:r>
          </a:p>
        </p:txBody>
      </p:sp>
      <p:sp>
        <p:nvSpPr>
          <p:cNvPr id="41" name="TextBox 40"/>
          <p:cNvSpPr txBox="1"/>
          <p:nvPr/>
        </p:nvSpPr>
        <p:spPr>
          <a:xfrm>
            <a:off x="640080" y="5116068"/>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105956a1</a:t>
            </a:r>
          </a:p>
        </p:txBody>
      </p:sp>
      <p:sp>
        <p:nvSpPr>
          <p:cNvPr id="42" name="TextBox 41"/>
          <p:cNvSpPr txBox="1"/>
          <p:nvPr/>
        </p:nvSpPr>
        <p:spPr>
          <a:xfrm>
            <a:off x="1967020" y="5116068"/>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43" name="TextBox 42"/>
          <p:cNvSpPr txBox="1"/>
          <p:nvPr/>
        </p:nvSpPr>
        <p:spPr>
          <a:xfrm>
            <a:off x="3515118" y="5116068"/>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documentation to v1.70.0, by angelahack1</a:t>
            </a:r>
          </a:p>
        </p:txBody>
      </p:sp>
      <p:sp>
        <p:nvSpPr>
          <p:cNvPr id="44" name="Rectangle 43"/>
          <p:cNvSpPr/>
          <p:nvPr/>
        </p:nvSpPr>
        <p:spPr>
          <a:xfrm>
            <a:off x="585216" y="5385816"/>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22392"/>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ca667452</a:t>
            </a:r>
          </a:p>
        </p:txBody>
      </p:sp>
      <p:sp>
        <p:nvSpPr>
          <p:cNvPr id="46" name="TextBox 45"/>
          <p:cNvSpPr txBox="1"/>
          <p:nvPr/>
        </p:nvSpPr>
        <p:spPr>
          <a:xfrm>
            <a:off x="1967020" y="5422392"/>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47" name="TextBox 46"/>
          <p:cNvSpPr txBox="1"/>
          <p:nvPr/>
        </p:nvSpPr>
        <p:spPr>
          <a:xfrm>
            <a:off x="3515118" y="5422392"/>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 dozen of improvements based/towards on the Prompting Flow Panel and UX Standarization between both panels, by angelahack1</a:t>
            </a:r>
          </a:p>
        </p:txBody>
      </p:sp>
      <p:sp>
        <p:nvSpPr>
          <p:cNvPr id="48" name="TextBox 47"/>
          <p:cNvSpPr txBox="1"/>
          <p:nvPr/>
        </p:nvSpPr>
        <p:spPr>
          <a:xfrm>
            <a:off x="640080" y="588873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cf62bd8c</a:t>
            </a:r>
          </a:p>
        </p:txBody>
      </p:sp>
      <p:sp>
        <p:nvSpPr>
          <p:cNvPr id="49" name="TextBox 48"/>
          <p:cNvSpPr txBox="1"/>
          <p:nvPr/>
        </p:nvSpPr>
        <p:spPr>
          <a:xfrm>
            <a:off x="1967020" y="588873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2026-09-23</a:t>
            </a:r>
          </a:p>
        </p:txBody>
      </p:sp>
      <p:sp>
        <p:nvSpPr>
          <p:cNvPr id="50" name="TextBox 49"/>
          <p:cNvSpPr txBox="1"/>
          <p:nvPr/>
        </p:nvSpPr>
        <p:spPr>
          <a:xfrm>
            <a:off x="3515118" y="588873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visual documentation to 1.65.4, by Tlamatini's-AutoBot.</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335a8815</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2026-09-23</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to 1.65.4, by Tlamatini's-AutoBot.</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1,545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googler.py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chat_image_paste.js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1,545 tracked files at commit 512973fb;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September 27, 2026  ·  commit 512973fb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1.71.0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