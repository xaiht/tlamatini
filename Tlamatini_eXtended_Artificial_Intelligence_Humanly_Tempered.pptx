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1028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226,063</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28, 2026 11:13 PM UTC-0600 at HEAD e0450327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V1.50.3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V1.50.3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V1.50.3 - GOOGLER IMPROVEMENT PHASE 1</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`v1.50.3` is the current annotated release, and the tag plus aligned local/`origin/main` HEAD all resolve to `e0450327`. This release hardens Googler's first-phase plain-HTTP path; the v1.50.2 security-evidence and release-safety guards remain carried. Runtime identity stays Git/build-derived, and this generator creates no tag, commit, or push.</a:t>
            </a:r>
          </a:p>
          <a:p>
            <a:pPr>
              <a:spcAft>
                <a:spcPts val="400"/>
              </a:spcAft>
              <a:defRPr sz="1000">
                <a:solidFill>
                  <a:srgbClr val="B4BAAE"/>
                </a:solidFill>
                <a:latin typeface="Aptos"/>
              </a:defRPr>
            </a:pPr>
            <a:r>
              <a:t>NetSpeed-Calculator is workflow agent 88 and wrapped launcher 66. It measures download, upload, latency, jitter, loss, and bufferbloat across keyless providers, discards slow start, samples d(bytes)/dt, rejects outliers, publishes Student-t confidence intervals, and uses fixed/random-effects fusion with Cochran Q and I-squared. Full runs commonly transfer 100-200 MB and are Ask-Execs tier 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routes first, then seven browser routes with bounded retries. v1.50.3 unescapes HTML entities, decodes Bing `ck/a` Base64URL targets, and filters Mojeek self-promotional links. External MCP onboarding and Deep Internet Research prompt 118 remain carried.</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V1.50.3</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 assets include `agents/netspeed_calculator/{netspeed_calculator.py,config.yaml}`, registry/contract/Parametrizer/Exec-Report wiring, all four canvas connector paths, dedicated CSS, migrations 0195-0197, and focused source plus prompt tests. Googler's dork/resilience source, 73-test suite, visible dork-hunt harness, and v1.50.3 redirect/self-link hardening move together.</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the expanded visible harness that passed 40/40 non-destructive checks, and fail-open self-update carryover for operator-owned `security_logs/` evidence.</a:t>
            </a:r>
          </a:p>
          <a:p>
            <a:pPr>
              <a:spcAft>
                <a:spcPts val="400"/>
              </a:spcAft>
              <a:defRPr sz="1000">
                <a:solidFill>
                  <a:srgbClr val="B4BAAE"/>
                </a:solidFill>
                <a:latin typeface="Aptos"/>
              </a:defRPr>
            </a:pPr>
            <a:r>
              <a:t>The inventory also includes new Gemini skill mirrors and `image.png` as a binary worktree asset; line totals count only text and exclude comments, blanks, and Python docstrings according to the documented method.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annotated release `v1.50.3` and aligned local/remote HEAD all resolve to `e0450327`.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`v1.50.3`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`v1.50.3` is the current annotated release, and aligned local/remote HEAD resolves to the same `e0450327` commit. The release adds Bing redirect decoding, HTML-entity handling, and Mojeek self-link filtering to Googler's two-tier search path while carrying NetSpeed-Calculator, WAL-safe SQLite movement, External-MCP onboarding, Deep Internet Research, private contact synchronization,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`v1.50.3`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Git resolves the current release as `TLAMATINI_VERSION=1.50.3`, matching the newest annotated `v1.50.3` tag at aligned local/remote HEAD rather than inventing a separate build identity.</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1.50.3 | build: 1.50.3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1028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e0450327 - Googler improvement phase 1 under paired Tlamatinis staging, by Tlamatini's-AutoBot.</a:t>
            </a:r>
          </a:p>
          <a:p>
            <a:pPr>
              <a:spcAft>
                <a:spcPts val="400"/>
              </a:spcAft>
              <a:defRPr sz="1400">
                <a:solidFill>
                  <a:srgbClr val="B4BAAE"/>
                </a:solidFill>
                <a:latin typeface="Aptos"/>
              </a:defRPr>
            </a:pPr>
            <a:r>
              <a:t>Resolved version: 1.50.3 (git)</a:t>
            </a:r>
          </a:p>
          <a:p>
            <a:pPr>
              <a:spcAft>
                <a:spcPts val="400"/>
              </a:spcAft>
              <a:defRPr sz="1400">
                <a:solidFill>
                  <a:srgbClr val="B4BAAE"/>
                </a:solidFill>
                <a:latin typeface="Aptos"/>
              </a:defRPr>
            </a:pPr>
            <a:r>
              <a:t>Generated on August 28, 2026 11:13 PM UTC-0600</a:t>
            </a:r>
          </a:p>
          <a:p>
            <a:pPr>
              <a:spcAft>
                <a:spcPts val="400"/>
              </a:spcAft>
              <a:defRPr sz="1400">
                <a:solidFill>
                  <a:srgbClr val="B4BAAE"/>
                </a:solidFill>
                <a:latin typeface="Aptos"/>
              </a:defRPr>
            </a:pPr>
            <a:r>
              <a:t>Inventory scope: 1028 files = 1028 tracked + 0 git-unignored working-tree additions</a:t>
            </a:r>
          </a:p>
          <a:p>
            <a:pPr>
              <a:spcAft>
                <a:spcPts val="400"/>
              </a:spcAft>
              <a:defRPr sz="1400">
                <a:solidFill>
                  <a:srgbClr val="B4BAAE"/>
                </a:solidFill>
                <a:latin typeface="Aptos"/>
              </a:defRPr>
            </a:pPr>
            <a:r>
              <a:t>Multi-Turn tools: 108; wrapped chat-agent tools: 66; skills: 29</a:t>
            </a:r>
          </a:p>
          <a:p>
            <a:pPr>
              <a:spcAft>
                <a:spcPts val="400"/>
              </a:spcAft>
              <a:defRPr sz="1400">
                <a:solidFill>
                  <a:srgbClr val="B4BAAE"/>
                </a:solidFill>
                <a:latin typeface="Aptos"/>
              </a:defRPr>
            </a:pPr>
            <a:r>
              <a:t>Python requirements: 80; authoritative agent-description rows: 88</a:t>
            </a:r>
          </a:p>
          <a:p>
            <a:pPr>
              <a:spcAft>
                <a:spcPts val="400"/>
              </a:spcAft>
              <a:defRPr sz="1400">
                <a:solidFill>
                  <a:srgbClr val="B4BAAE"/>
                </a:solidFill>
                <a:latin typeface="Aptos"/>
              </a:defRPr>
            </a:pPr>
            <a:r>
              <a:t>Binary or asset inventory files skipped from line count: 49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a329e6dd on 2026-08-28</a:t>
            </a:r>
          </a:p>
          <a:p>
            <a:pPr>
              <a:spcAft>
                <a:spcPts val="400"/>
              </a:spcAft>
              <a:defRPr sz="1300">
                <a:solidFill>
                  <a:srgbClr val="B4BAAE"/>
                </a:solidFill>
                <a:latin typeface="Aptos"/>
              </a:defRPr>
            </a:pPr>
            <a:r>
              <a:t>Updating visual documentation, bby angelahack1</a:t>
            </a:r>
          </a:p>
          <a:p>
            <a:pPr>
              <a:spcAft>
                <a:spcPts val="400"/>
              </a:spcAft>
              <a:defRPr sz="1300">
                <a:solidFill>
                  <a:srgbClr val="B4BAAE"/>
                </a:solidFill>
                <a:latin typeface="Aptos"/>
              </a:defRPr>
            </a:pPr>
            <a:r>
              <a:t>Commits since then: 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annotated release and aligned local/remote HEAD both resolve to `v1.50.3` at `e0450327`, so release and worktree identities are reported without inventing a post-tag build.</a:t>
            </a:r>
          </a:p>
          <a:p>
            <a:pPr>
              <a:spcAft>
                <a:spcPts val="400"/>
              </a:spcAft>
              <a:defRPr sz="1000">
                <a:solidFill>
                  <a:srgbClr val="B4BAAE"/>
                </a:solidFill>
                <a:latin typeface="Aptos"/>
              </a:defRPr>
            </a:pPr>
            <a:r>
              <a:t>Since the previous dossier, source hardens Googler's plain-HTTP discovery by decoding Bing redirects correctly, unescaping HTML query markup, and filtering Mojeek self-links. NetSpeed-Calculator, WAL-safe SQLite data movement, structured dork discovery, External MCP onboarding, Deep Internet Research, private contact handling, and the earlier runtime/privacy/verdict/dialog safeguards remain carried.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V1.50.3 RELEASE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v1.50.3 is annotated at e0450327; aligned local/origin HEAD resolves to that same commit.</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226,063</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322,412</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596     161,981    236,851  71.7%
Markdown                 178      25,204     33,360  11.1%
JavaScript                37      18,112     23,672   8.0%
CSS                       11       6,570      8,700   2.9%
Other text                20       4,742      5,560   2.1%
YAML                      93       2,138      5,607   0.9%
PowerShell                10       1,692      2,318   0.7%
Prompt template            2       1,173      1,301   0.5%
Text                       7       1,142      1,454   0.5%
HTML                       4       1,123      1,169   0.5%
Tlamatini Flow             4         837        837   0.4%
JSON                      10         608        608   0.3%
JavaScript module          2         457        562   0.2%
Batch                      4         264        380   0.1%
Protocol Buffers           1          20         33   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3,993   4,437
Tlamatini/agent/tools.py                                Python         3,214   4,858
Tlamatini/agent/agents/latexer/latexer.py               Python         3,151   4,593
BookOfTlamatini.md                                      Markdown       2,728   3,887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annotated release and aligned local/remote HEAD both resolve to `v1.50.3` at `e0450327`. Runtime versions remain Git/build-derived through `agent/version.py`, while generated inventories derive agent, tool, skill, asset, migration, and effective-line totals from live source.</a:t>
            </a:r>
          </a:p>
          <a:p>
            <a:pPr>
              <a:spcAft>
                <a:spcPts val="400"/>
              </a:spcAft>
              <a:defRPr sz="1300">
                <a:solidFill>
                  <a:srgbClr val="B4BAAE"/>
                </a:solidFill>
                <a:latin typeface="Aptos"/>
              </a:defRPr>
            </a:pPr>
            <a:r>
              <a:t>The release hardens Googler's plain-HTTP tier by unescaping HTML entities, decoding Bing `ck/a` Base64URL redirect targets, and filtering Mojeek self-promotional links. It carries NetSpeed-Calculator, WAL-safe SQLite backup/set/hot-swap, structured dork discovery, External MCP onboarding, Deep Internet Research prompt 118, Ollama Pro-or-higher full-operation guidance, private contact synchronization, and the earlier runtime-safety lineage.</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latest dossier pass resolves the product at annotated release `v1.50.3` (`e0450327`), confirms aligned local/remote HEAD at the same commit, and combines README.md and BookOfTlamatini.md with source/Git truth while retaining complete installation, Ollama, architecture, usage, tree, line inventory, and responsibility context.</a:t>
            </a:r>
          </a:p>
          <a:p>
            <a:pPr>
              <a:spcAft>
                <a:spcPts val="400"/>
              </a:spcAft>
              <a:defRPr sz="13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2026-08-28 | e0450327 | Googler improvement phase 1 under paired Tlamatinis staging, by Tlamatini's-AutoBot.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2026-08-28 | e0450327 | Googler improvement phase 1 under paired Tlamatinis staging, by Tlamatini's-AutoBot.</a:t>
            </a:r>
          </a:p>
          <a:p>
            <a:pPr>
              <a:spcAft>
                <a:spcPts val="400"/>
              </a:spcAft>
              <a:defRPr sz="1200">
                <a:solidFill>
                  <a:srgbClr val="B4BAAE"/>
                </a:solidFill>
                <a:latin typeface="Aptos"/>
              </a:defRPr>
            </a:pPr>
            <a:r>
              <a:t>2026-08-28 | a329e6dd | Updating visual documentation, bby angelahack1</a:t>
            </a:r>
          </a:p>
          <a:p>
            <a:pPr>
              <a:spcAft>
                <a:spcPts val="400"/>
              </a:spcAft>
              <a:defRPr sz="1200">
                <a:solidFill>
                  <a:srgbClr val="B4BAAE"/>
                </a:solidFill>
                <a:latin typeface="Aptos"/>
              </a:defRPr>
            </a:pPr>
            <a:r>
              <a:t>2026-08-27 | 7abc751b | Tlamatini/Tlamatini-Spanish piring, by Tlamatini's-AutoBot.</a:t>
            </a:r>
          </a:p>
          <a:p>
            <a:pPr>
              <a:spcAft>
                <a:spcPts val="400"/>
              </a:spcAft>
              <a:defRPr sz="1200">
                <a:solidFill>
                  <a:srgbClr val="B4BAAE"/>
                </a:solidFill>
                <a:latin typeface="Aptos"/>
              </a:defRPr>
            </a:pPr>
            <a:r>
              <a:t>2026-08-26 | fc6a533e | Fixing Glitches found on Tlamatini (english) by Tlamatini-Spanish's Claude, by angelahack1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
|   |   |-- project_pdfer_agent.md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
|       |   |-- .gitignore
|       |   |-- SKILL.md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
|       |       |-- step_by_step_catalog.py
|       |       |-- step_by_step_catalog.py.antes_shoter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
|       |-- frontend.md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
    |   `-- create_new_mcp.md
    |-- .skills/
    |   `-- create_new_skill.md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
    |   |-- test_playwrighter_agent.py
    |   |-- test_preserved_user_state.py
    |   |-- test_prompt_catalog_contiguous.py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parametrizer.py
    |   |   |-- pdfer/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
    |   |-- monitors/
    |   |   `-- monitor_sql.py
    |   |-- opus_client/
    |   |   |-- claude_opus_client.py
    |   |   |-- examples.py
    |   |   `-- README.md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
    |   |       |       |-- ec_mc.jpg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jd-cli.bat
    |   `-- jd-cli.jar
    |-- tests_e2e/
    |   |-- oob_child_helper.py
    |   |-- README.md
    |   |-- test_create_flow_visual.py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