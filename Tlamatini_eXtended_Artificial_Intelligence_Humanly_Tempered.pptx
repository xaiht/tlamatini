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68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113,883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29, 2026 11:08 AM UTC-0600 at HEAD 80baef9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is designed for development operations: codebase analysis, file and directory context, command execution, Python execution, screenshots, web/search helpers, notifications, DevOps tools, local model operation, Windows packaging, first-person self-knowledge about her own runtime, and now critical-mission STM32F4 firmware control.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Answers codebase questions with loaded file or directory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Uses hybrid retrieval to extract metadata, split content, rank source chunks, and respect context budgets.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pause before every state-changing Multi-Turn execution and ask the operator to approve or deny that exact step through the Ask Execs checkbox.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Warns GPU-host operators before a directory-context load is likely to saturate VRAM and degrade embedding throughput.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Exposes a coherent versioning surface across builds, runtime UI, logs, and an open health-check endpoint.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Carries a first-person self-knowledge map so she can answer more accurately about her own architecture, ports, runtime modes, pages, and capabilities.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scaffold, author, build, flash, reset, and observe STM32F4 firmware through STM32er and the STM32 Template Project MCP, with a fail-safe preflight before any hardware mutation.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Can optionally inspect and modify her own bundled source tree in self-modify builds after verifying that `TlamatiniSourceCode/` is actually present.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Launches wrapped copies of selected workflow agents in isolated runtime folders without mutating templates.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Lets users design, validate, save, pause, resume, and stop visual workflows through the Agentic Control Panel.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Turns successful Multi-Turn tool executions into starter `.flw` workflows that can be inspected and validated in ACP.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Packages the project into a distributable Windows release with installer and uninstaller tooling.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Browser UI sends chat and workflow requests through Django views and Channels WebSockets.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RAG chains load selected file/directory context, retrieve relevant chunks, and build answer prompts.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Ask Execs is enabled, the synchronous Multi-Turn executor stops before each state-changing tool call, emits an `exec_permission_request`, and waits on `ExecPermissionBroker` until the browser sends Proceed or Deny.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Optional self-modify builds bundle `TlamatiniSourceCode/`; prompt rules require her to verify that directory exists before claiming she can inspect or change her own code.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7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Self-knowledge with scope discipline: she can talk accurately about herself without letting self-reference override a user-loaded project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the 4096-turn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HUMAN APPROVAL INSIDE THE MULTI-TURN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 In v1.10.0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`1.10.0` adds the `Ask Execs` checkbox as a Multi-Turn-only safety modifier: when it is on, Tlamatini asks before each state-changing Tool, MCP, wrapped agent, or skill-backed execution instead of running it immediately.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permission dialog is explicit and auditable: it names the Tool or Agent family, the underlying raw tool name, the full parameters, the program or command to be executed, and the shell or execution surface involved.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Proceed runs that one step and then prompts again at the next state-changing step; Deny halts the entire chain immediately and appends a red `Execution interrupted` banner even when Exec Report itself is off.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gate sits after deduplication and quota checks, so skipped calls never prompt and denied calls never appear as executed rows; only work that truly ran lands in Exec Report.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round-trip is fail-safe: browser disconnect, emit failure, cancel, or broker shutdown all resolve to Deny, so an unconfirmed state-changing action never slips through just because the UI vanished at the wrong time.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68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stm32er,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68-agent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68 workflow agents, 75 Multi-Turn tools, 12 ACPX tools, and 24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43 wrapped chat-agent tools in `chat_agent_registry.py`, which combines with 20 core Python tools and 12 ACPX/Skill tools for 75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README.md and BookOfTlamatini.md now agree on those counts, so the dossier can mirror the docs and the live registry without reconciliation footnotes.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68-agent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language contract matters too: when a pronoun is used for Tlamatini in the documentation or prompt guidance, she is referred to as `she` / `her`, matching the updated handbook identity rules.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Self-modification is a separate capability axis from frozen-vs-source runtime: only builds created with `python build.py --self-modify` bundle `TlamatiniSourceCode/` next to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that directory is present, she can inspect and modify her own shipped source tree; when it is absent, she must say so plainly and fall back to her injected self-knowledge plus the surrounding docs.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build pipeline now announces that choice explicitly, so operators can tell whether a release is self-modify-capable before asking her to work on herself.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unified-agent loop now defaults to 4096 iterations instead of 256, giving long autonomous operator runs much more room before they exhaust the turn budget.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expansion is about conversational/tool-loop depth, not about blindly firing more tools at once: the planner’s selected-tool cap still keeps the tool surface bounded per request.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`/agent/` for chat. Load a file or directory context before asking codebase-specific questions.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Tick `Ask Execs` when you want human approval before each state-changing Multi-Turn step; it is disabled until Multi-Turn is on, and a single Deny stops the whole chain with an explicit red interruption banner.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URL configuration now also includes `kali_server_url` plus the STM32er bootstrap fields `stm32_mcp_server_script`, `stm32_mcp_python`, `stm32_template_dir`, `stm32_ide_root`, `stm32_mcp_repo_url`, and `stm32_mcp_install_dir`, all edited from `Config -&gt; URLs` and inherited automatically by the chat-side wrapped tools.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`v1.10.0` release state keeps the version badge, runtime surfaces, Ask Execs wording, self-knowledge wording, STM32er demo prompts,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1.10.0 | build: 1.10.0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Unrealer’s documentation now points at the public `XAIHT/XaihtUnrealEngineMCP` fork, the Unreal Engine MCP variant developed specifically for Tlamatini.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message for operators is simple: Unrealer forwards the connected plugin’s verb surface directly, so Tlamatini’s client does not need a new release every time the plugin adds another supported command.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Exec Report treats Unrealer as its own row family, and troubleshooting stays concrete: connection-refused means the plugin is not listening, while read-timeout usually means UE5's game thread is busy.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seeded Unreal demo prompts now cover screenshots, scene-building, and in-editor Python/introspection paths on top of the original blueprint 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kimi-k2.6:cloud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Ask Execs extends that safety story into execution approval itself: the operator can now stop a destructive chain before the next mutation instead of only auditing it after the fact in Exec Report.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80baef9 - Implementation of Asking on the chain of Multi-turn,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1.10.0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29, 2026 11:08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75; wrapped chat-agent tools: 43; skills: 26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71; authoritative agent-description rows: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22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1e8be49 on 2026-05-26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Visual documentation updated for STMer agent,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Commits since then: 9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`v1.10.0` added the Ask Execs checkbox: she can now block before each state-changing Multi-Turn execution, wait for a browser Proceed or Deny decision through `ExecPermissionBroker`, and stop the whole chain safely with a persisted red denial banner.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`v1.9.0` added STM32er as the 68th workflow agent and `chat_agent_stm32er` as the new firmware-control surface: she now bridges the `STM32 Template Project MCP` to scaffold, build, flash, observe, and reset STM32F4 projects with a fail-safe hardware preflight.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span also refined the shipped operating baseline: handbook simplification, a `kimi-k2.6:cloud` checked-in default, stronger execution logging, Pythonxer downstream fixes, Windows forked-process polish, and cleaner project-skill loading.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113,883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155,504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294      77,925    108,903  68.4%
Markdown                  61      13,670     17,448  12.0%
JavaScript                28      13,355     16,808  11.7%
CSS                        6       3,552      4,496   3.1%
YAML                      72       1,530      3,317   1.3%
HTML                       4         858        876   0.8%
Other text                 3         789        967   0.7%
Prompt template            2         685        801   0.6%
PowerShell                 5         506        752   0.4%
JavaScript module          1         400        469   0.4%
JSON                       5         392        392   0.3%
Text                       5         188        218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7,289  10,560
Tlamatini/agent/tests.py                                Python         4,803   6,155
Tlamatini/agent/tools.py                                Python         2,502   3,589
Tlamatini/agent/doc_generation/complete_project_docs.py Python         2,067   2,321
BookOfTlamatini.md                                      Markdown       1,974   2,790
Tlamatini/agent/agents/flowcreator/agentic_skill.md     Markdown       1,964   2,178
...ini/agent/static/agent/css/agentic_control_panel.css CSS            1,720   2,298
Tlamatini/agent/static/agent/js/agent_page_init.js      JavaScript     1,424   1,666
Tlamatini/agent/static/agent/js/acp-canvas-core.js      JavaScript     1,303   1,613
Tlamatini/agent/static/agent/css/agent_page.css         CSS            1,302   1,582
Tlamatini/agent/consumers.py                            Python         1,291   1,621
README.md                                               Markdown       1,276   1,811
Tlamatini/agent/static/agent/js/acp-agent-connectors.js JavaScript     1,217   1,363
Tlamatini/agent/test_stm32er_agent.py                   Python         1,200   1,707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`v1.10.0` Ask Execs: Tlamatini can now pause before every state-changing Multi-Turn Tool, MCP, or wrapped agent, block on a Proceed or Deny dialog in the browser, and fail safe with a red `Execution interrupted` banner when the operator refuses a step.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behavior kept evolving across the period through quota tuning, execution-table persistence, autonomous-action improvements, and broader tool enablement.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checked-in runtime defaults also moved: the shared config now points at `kimi-k2.6:cloud`, so the handbook and dossier need to describe the shipped cloud-first baseline honestly instead of assuming only the older local model defaults.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Follow-up implementation work in the same post-STM32 window tightened Pythonxer downstream execution, Windows forked-command launching, execution-log detail, and project-skill loading, so the release story is not only a UI toggle but also a reliability pass around the operator chain.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80baef9 | Implementation of Asking on the chain of Multi-turn,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ee592fd | Setting kimi-k2.6:cloud as default in config.json,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d1cd7e9 | Making minimal improvements in Pythonxer downstream execution,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1174d79 | Making minimal improvements in forked windows execution, bya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2026-05-28 | 1a40123 | Addding som improvements reporting on the log file more detail about executions,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2026-05-28 | 781a1b6 | Improvingloading of project skills,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2026-05-28 | 56333b7 | Improving some skills,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2026-05-27 | c969ffc | Making a simpler README.md,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2026-05-27 | 6dabb4f | Just improving the prompt sample #3 for STM32er multi-turn example,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80baef9 | Implementation of Asking on the chain of Multi-turn,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ee592fd | Setting kimi-k2.6:cloud as default in config.json,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d1cd7e9 | Making minimal improvements in Pythonxer downstream execution,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1174d79 | Making minimal improvements in forked windows execution, bya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
|-- Tlamatini.jpg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test_build_scripts.py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test_stm32er_agent.py
    |   |-- test_unrealer_agent.py
    |   |-- test_windower_agent.py
    |   |-- tests.py
    |   |-- Tlamatini.md
    |   |-- tools.py
    |   |-- urls.py
    |   |-- version.py
    |   |-- views.py
    |   |-- web_search_llm.py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create_new_agent/
    |   |   |   `-- SKILL.md
    |   |   |-- create_new_mcp/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`-- wsgi.py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