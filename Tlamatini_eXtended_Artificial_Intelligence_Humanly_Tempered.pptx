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60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439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93,157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15, 2026 12:08 PM UTC-0600 at HEAD 382e1a1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When Multi-Turn is enabled, the global planner selects context and tool stages before the executor binds only the relevant tools.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60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1.0.0.dev0 | build: 1.0.0.dev0+g382e1a1.dirty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439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382e1a1 - Implementing the professional way every worldwide system is gnerated,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1.0.0.dev0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15, 2026 12:08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62; 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93,157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126,477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252      61,927     86,172  66.5%
JavaScript                27      12,330     15,560  13.2%
Markdown                  50      11,145     14,301  12.0%
CSS                        5       3,027      3,793   3.2%
YAML                      64       1,342      2,639   1.4%
Other text                 3         789        967   0.8%
HTML                       4         780        798   0.8%
PowerShell                 5         506        752   0.5%
Prompt template            2         403        477   0.4%
JSON                       5         383        383   0.4%
JavaScript module          1         377        444   0.4%
Text                       4         115        134   0.1%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6,638   9,595
Tlamatini/agent/tests.py                                Python         3,886   4,963
Tlamatini/agent/tools.py                                Python         2,201   3,094
Tlamatini/agent/agents/flowcreator/agentic_skill.md     Markdown       1,778   1,981
BookOfTlamatini.md                                      Markdown       1,704   2,391
...ini/agent/static/agent/css/agentic_control_panel.css CSS            1,631   2,140
Tlamatini/agent/doc_generation/complete_project_docs.py Python         1,441   1,633
Tlamatini/agent/static/agent/js/agent_page_init.js      JavaScript     1,306   1,503
Tlamatini/agent/static/agent/js/acp-canvas-core.js      JavaScript     1,256   1,566
Tlamatini/agent/static/agent/css/agent_page.css         CSS            1,143   1,362
Tlamatini/agent/consumers.py                            Python         1,121   1,350
Tlamatini/agent/static/agent/js/acp-agent-connectors.js JavaScript     1,073   1,211
Tlamatini/agent/agents/whatstlamatini/whatstlamatini.py Python         1,044   1,300
Tlamatini/agent/static/agent/js/acp-control-buttons.js  JavaScript     1,036   1,344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versioning system: SemVer policy, git-tag sourcing, runtime version surfaces, and build-time embedding across the Windows artefacts.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2026-05-15 | 382e1a1 | Implementing the professional way every worldwide system is gnerated,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
|-- uninstall.py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
    |       `-- create_new_agent.md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
    |   |-- models.py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path_guard.py
    |   |-- prompt.pmt
    |   |-- rag_enhancements.py
    |   |-- routing.py
    |   |-- test_embedding_memory_guard.py
    |   |-- test_flow_contracts.py
    |   |-- test_password_quoting.py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and/
    |   |   |   |-- and.py
    |   |   |   `-- config.yaml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deleter/
    |   |   |   |-- config.yaml
    |   |   |   `-- deleter.py
    |   |   |-- dockerer/
    |   |   |   |-- config.yaml
    |   |   |   `-- dockerer.py
    |   |   |-- emailer/
    |   |   |   |-- config.yaml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
    |   |   |   |-- config.yaml
    |   |   |   `-- shoter.py
    |   |   |-- sleeper/
    |   |   |   |-- config.yaml
    |   |   |   `-- sleeper.py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whatsapper/
    |   |   |   |-- config.yaml
    |   |   |   `-- whatsapper.py
    |   |   `-- whatstlamatini/
    |   |       |-- config.yaml
    |   |       `-- whatstlamatini.py
    |   |-- doc_generation/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setup_new_acpx_key/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