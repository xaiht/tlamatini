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1153</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253,870</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76200" tIns="12700" bIns="12700">
            <a:normAutofit/>
          </a:bodyPr>
          <a:lstStyle/>
          <a:p>
            <a:pPr algn="l"/>
            <a:r>
              <a:rPr sz="900" b="0">
                <a:solidFill>
                  <a:srgbClr val="B4BAAE"/>
                </a:solidFill>
                <a:latin typeface="Aptos"/>
              </a:rPr>
              <a:t>Generated September 14, 2026 06:46 PM UTC-0600 at HEAD 7764353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V1.51.9-4-G7764353</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v1.51.9 resolves to cb30edf. Current source HEAD is 7764353, 4 commits beyond that tag. Fetched origin/main resolves to 7764353.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Since the last committed dossier revision, the inspected checkout adds 3 files including 0 untracked working additions. The output directory contains 62 tracked deliverables (44,065,047 bytes including its manifest). All 61 manifest-listed payloads pass SHA-256 and size checks.</a:t>
            </a:r>
          </a:p>
          <a:p>
            <a:pPr>
              <a:spcAft>
                <a:spcPts val="400"/>
              </a:spcAft>
              <a:defRPr sz="1200">
                <a:solidFill>
                  <a:srgbClr val="B4BAAE"/>
                </a:solidFill>
                <a:latin typeface="Aptos"/>
              </a:defRPr>
            </a:pPr>
            <a:r>
              <a:t>Published assets include exact quadrant crops, aligned PNG frames, JPG conversions, a sprite sheet, HTML preview, ZIP packages, screenshots, code snapshots, test results, and a sanitized development database fixture. Binary files have no source-line count.</a:t>
            </a:r>
          </a:p>
          <a:p>
            <a:pPr>
              <a:spcAft>
                <a:spcPts val="400"/>
              </a:spcAft>
              <a:defRPr sz="1200">
                <a:solidFill>
                  <a:srgbClr val="B4BAAE"/>
                </a:solidFill>
                <a:latin typeface="Aptos"/>
              </a:defRPr>
            </a:pPr>
            <a:r>
              <a:t>Current inventory: 1,153 tracked files, 356,599 physical text lines, 253,870 effective lines, and 101 binary assets. Published backup/test text counts toward repository totals but does not add runtime agents or frontend modules.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Changes after dossier commit 7800610 are listed in the Git appendix. This refresh adds Grepper's line-reading contract and the v1.51.9 release boundary. Sampler defaults, uninstaller protection, the wait fix and credits utility remain documented. Canvas avatar presence, Whisperer's sound gate and Voice Commands remain carried. Runtime JPGs ship through Tlamatini/agent/static/; output source art remains development evidence.</a:t>
            </a:r>
          </a:p>
          <a:p>
            <a:pPr>
              <a:spcAft>
                <a:spcPts val="400"/>
              </a:spcAft>
              <a:defRPr sz="900">
                <a:solidFill>
                  <a:srgbClr val="B4BAAE"/>
                </a:solidFill>
                <a:latin typeface="Aptos"/>
              </a:defRPr>
            </a:pPr>
            <a:r>
              <a:t>Historical atomic-renderer evidence: 313 transitions, 10,609 browser paints, 4 expression states, 3 viewports, minimum coverage 100%, zero reported layout/coverage failures and no JavaScript errors. This older report is not proof of the new canvas renderer. The separate presence suite targets current canvas behavior. No automated tests were executed for this refresh, as requested.</a:t>
            </a:r>
          </a:p>
          <a:p>
            <a:pPr>
              <a:spcAft>
                <a:spcPts val="400"/>
              </a:spcAft>
              <a:defRPr sz="900">
                <a:solidFill>
                  <a:srgbClr val="B4BAAE"/>
                </a:solidFill>
                <a:latin typeface="Aptos"/>
              </a:defRPr>
            </a:pPr>
            <a:r>
              <a:t>Handbook audit: older 1,069-file counts and 311-transition evidence are historical. README's one-commit tag distance is stale. Book's installation section still names v1.51.5 as current. Atomic/reduced-motion avatar prose predates the canvas renderer. README lists Django 5.2.4 versus requirements 5.2.15 and mentions the wait fix only briefly. Book section 50 omits the new uninstall guards. Neither explains the credits utility. Grepper's base64 channel carries UTF-8 decoded text, not arbitrary original-encoding bytes. This dossier uses the source-derived facts below.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Recorded verification from 2026-09-12: all 74 presence checks passed in a visible browser. The separate Django run passed 110 Whisperer, voice-catalog and Gitter tests. These historical runs were not repeated for this refresh. They do not prove real microphone transcription, audible voice synchronization on every host, or a rebuilt frozen installation.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10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Grepper Line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After the v1.51.9 tag, commit 4ae6da6 adds output_mode=lines to Grepper. It reads one text file without a regex. Existing content/files/count search modes remain available. Globber can select the file before the read.</a:t>
            </a:r>
          </a:p>
          <a:p>
            <a:pPr>
              <a:spcAft>
                <a:spcPts val="400"/>
              </a:spcAft>
              <a:defRPr sz="1200">
                <a:solidFill>
                  <a:srgbClr val="B4BAAE"/>
                </a:solidFill>
                <a:latin typeface="Aptos"/>
              </a:defRPr>
            </a:pPr>
            <a:r>
              <a:t>start_line/end_line are 1-based inclusive. Zero means first/last. The implementation clamps endpoints into the file and caps the slice at max_results (default 200). lines_returned, total_lines and truncated describe the returned slice. Directories and binary files are refused.</a:t>
            </a:r>
          </a:p>
          <a:p>
            <a:pPr>
              <a:spcAft>
                <a:spcPts val="400"/>
              </a:spcAft>
              <a:defRPr sz="1200">
                <a:solidFill>
                  <a:srgbClr val="B4BAAE"/>
                </a:solidFill>
                <a:latin typeface="Aptos"/>
              </a:defRPr>
            </a:pPr>
            <a:r>
              <a:t>line_numbers=true prefixes each displayed line with N:. With false, content_b64 carries base64 of the decoded slice encoded as UTF-8, retaining its line endings. Windows text-mode logging can rewrite the readable body. Use the encoded channel when constructing an Editor old_string.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shared reader checks UTF-8/16/32 BOMs before the NUL-byte binary rule, then uses UTF-8, cp1252 or Latin-1. content_b64 is not a byte-for-byte copy of a UTF-16/cp1252 source file. Editor itself reads/writes UTF-8, so this read capability does not make editing every supported source encoding safe.</a:t>
            </a:r>
          </a:p>
          <a:p>
            <a:pPr>
              <a:spcAft>
                <a:spcPts val="400"/>
              </a:spcAft>
              <a:defRPr sz="1200">
                <a:solidFill>
                  <a:srgbClr val="B4BAAE"/>
                </a:solidFill>
                <a:latin typeface="Aptos"/>
              </a:defRPr>
            </a:pPr>
            <a:r>
              <a:t>The wrapped chat_agent_grepper description and Parametrizer field map include the new contract. Success is listed, while missing paths give not_found. Self-knowledge and FlowCreator describe the read step. TLAMATINI_VERSION: 1.51.9 is now an offline fallback behind live metadata.</a:t>
            </a:r>
          </a:p>
          <a:p>
            <a:pPr>
              <a:spcAft>
                <a:spcPts val="400"/>
              </a:spcAft>
              <a:defRPr sz="1200">
                <a:solidFill>
                  <a:srgbClr val="B4BAAE"/>
                </a:solidFill>
                <a:latin typeface="Aptos"/>
              </a:defRPr>
            </a:pPr>
            <a:r>
              <a:t>Three new assets: test_grepper_lines_mode.py, grepper_lines_visible.py and grepper_login_probe.py. The commit reports 505 passing cases and a headed chat search/read demonstration. Those are historical claims, not results from this refresh. No test, browser harness or app was executed.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Sampler Defaults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Commits f6404a3 and cb30edf align prompt-only and retrieval defaults: ollama_repeat_penalty=1.2, ollama_repeat_last_n=256 and ollama_num_ctx=1048576. Explicit configuration overrides these factory fallbacks.</a:t>
            </a:r>
          </a:p>
          <a:p>
            <a:pPr>
              <a:spcAft>
                <a:spcPts val="400"/>
              </a:spcAft>
              <a:defRPr sz="1300">
                <a:solidFill>
                  <a:srgbClr val="B4BAAE"/>
                </a:solidFill>
                <a:latin typeface="Aptos"/>
              </a:defRPr>
            </a:pPr>
            <a:r>
              <a:t>Both chains in rag/factory.py pass all three values. mcp_agent.py forwards repeat_last_n when adapting to ChatOllama and includes it in the LLM-PARAMS banner. Previously, setting that config key could not reach this adapter.</a:t>
            </a:r>
          </a:p>
          <a:p>
            <a:pPr>
              <a:spcAft>
                <a:spcPts val="400"/>
              </a:spcAft>
              <a:defRPr sz="1300">
                <a:solidFill>
                  <a:srgbClr val="B4BAAE"/>
                </a:solidFill>
                <a:latin typeface="Aptos"/>
              </a:defRPr>
            </a:pPr>
            <a:r>
              <a:t>Commit f6404a3 reports eight trials per setting on a roughly 78k-token, 117-bound-tool workload. For glm-5.3:cloud, failures fell from 7/8 at penalty 1.9 to 1/8 at 1.2. This workload's bound-tool count differs from the 108 built-ins.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cb30edf isolates lookback with penalty 1.2: glm failures were 5/8 at 64 versus 2/8 at 256, with reported medians 154.0s and 26.3s. Kimi-k3 moved from 0/8 to 1/8 failures and 50.5s to 97.5s. The tradeoff is model-specific.</a:t>
            </a:r>
          </a:p>
          <a:p>
            <a:pPr>
              <a:spcAft>
                <a:spcPts val="400"/>
              </a:spcAft>
              <a:defRPr sz="1200">
                <a:solidFill>
                  <a:srgbClr val="B4BAAE"/>
                </a:solidFill>
                <a:latin typeface="Aptos"/>
              </a:defRPr>
            </a:pPr>
            <a:r>
              <a:t>The commit reports cloud requests exceeding a smaller num_ctx and a server rejection above 1,048,576 tokens for its tested model. This is recorded evidence, not a universal cloud limit. Local models use num_ctx for context allocation, so a 1M setting can demand substantial memory.</a:t>
            </a:r>
          </a:p>
          <a:p>
            <a:pPr>
              <a:spcAft>
                <a:spcPts val="400"/>
              </a:spcAft>
              <a:defRPr sz="1200">
                <a:solidFill>
                  <a:srgbClr val="B4BAAE"/>
                </a:solidFill>
                <a:latin typeface="Aptos"/>
              </a:defRPr>
            </a:pPr>
            <a:r>
              <a:t>README and Book now describe these changes. Performance and context results are attributed to the September 13 commit records, not new validation. No model requests or automated tests ran for this refresh. Lower failure counts do not guarantee every request completes.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Uninstaller Safety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b07f9d5 adds a gate before confirmation or deletion. The Windows process scan checks executable paths inside the selected installation, with top-level executable-name fallback when an image path is unreadable.</a:t>
            </a:r>
          </a:p>
          <a:p>
            <a:pPr>
              <a:spcAft>
                <a:spcPts val="400"/>
              </a:spcAft>
              <a:defRPr sz="1300">
                <a:solidFill>
                  <a:srgbClr val="B4BAAE"/>
                </a:solidFill>
                <a:latin typeface="Aptos"/>
              </a:defRPr>
            </a:pPr>
            <a:r>
              <a:t>Detected processes appear with PID and evidence in a modal Retry/Exit dialog. Retry rescans and stays blocked while matches remain. Exit and the window close button leave the uninstaller. There is no continue-anyway button.</a:t>
            </a:r>
          </a:p>
          <a:p>
            <a:pPr>
              <a:spcAft>
                <a:spcPts val="400"/>
              </a:spcAft>
              <a:defRPr sz="1300">
                <a:solidFill>
                  <a:srgbClr val="B4BAAE"/>
                </a:solidFill>
                <a:latin typeface="Aptos"/>
              </a:defRPr>
            </a:pPr>
            <a:r>
              <a:t>The detector excludes this uninstaller and the same executable image. Detection errors allow progress by design, so this is best-effort protection. Close Tlamatini cleanly with Ctrl+C in its console before retrying.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Top-level agents/ always survives. application/, applications/, content_generated/, context_files/ and Temp/ survive when they contain a file at any depth. Unreadable directories count as having content. Empty scaffolding may be removed; arbitrary folders outside this list are not protected.</a:t>
            </a:r>
          </a:p>
          <a:p>
            <a:pPr>
              <a:spcAft>
                <a:spcPts val="400"/>
              </a:spcAft>
              <a:defRPr sz="1200">
                <a:solidFill>
                  <a:srgbClr val="B4BAAE"/>
                </a:solidFill>
                <a:latin typeface="Aptos"/>
              </a:defRPr>
            </a:pPr>
            <a:r>
              <a:t>The final dialog names only the content directories actually preserved. Companion-agent discovery markers remain supported. The window body now builds independently of version-badge resolution, avoiding an empty card when the version is unavailable.</a:t>
            </a:r>
          </a:p>
          <a:p>
            <a:pPr>
              <a:spcAft>
                <a:spcPts val="400"/>
              </a:spcAft>
              <a:defRPr sz="1200">
                <a:solidFill>
                  <a:srgbClr val="B4BAAE"/>
                </a:solidFill>
                <a:latin typeface="Aptos"/>
              </a:defRPr>
            </a:pPr>
            <a:r>
              <a:t>Source assets: agent/test_uninstaller_mechanics.py and the Claude-skill harness uninstaller_visible.py. The commit records 49 mechanics cases and 19/19 disk checks from a visible run with registry/Explorer actions stubbed. These are historical results. Neither runner nor the uninstaller ran 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Wrapped-Agent Wait Completion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ac72b6c fixes chat_agent_run_wait in agent/tools.py. The previous loop reread the ChatAgentRun row, but no writer kept that row current during the child's execution. A finished child could therefore consume the full wait budget.</a:t>
            </a:r>
          </a:p>
          <a:p>
            <a:pPr>
              <a:spcAft>
                <a:spcPts val="400"/>
              </a:spcAft>
              <a:defRPr sz="1300">
                <a:solidFill>
                  <a:srgbClr val="B4BAAE"/>
                </a:solidFill>
                <a:latin typeface="Aptos"/>
              </a:defRPr>
            </a:pPr>
            <a:r>
              <a:t>Each poll now calls reconcile_chat_agent_run. That runtime helper checks process liveness, consults the process handle when available, persists the resulting status and stamps finishedAt when it first observes completion.</a:t>
            </a:r>
          </a:p>
          <a:p>
            <a:pPr>
              <a:spcAft>
                <a:spcPts val="400"/>
              </a:spcAft>
              <a:defRPr sz="1300">
                <a:solidFill>
                  <a:srgbClr val="B4BAAE"/>
                </a:solidFill>
                <a:latin typeface="Aptos"/>
              </a:defRPr>
            </a:pPr>
            <a:r>
              <a:t>The loop breaks only outside RUNNING_STATUSES, which includes created and running. It no longer treats a created status alone as completion. This applies to wrapped agents generally, including Whisperer after transcription.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max_seconds defaults to 120 and is clamped to 1-600. Poll cadence defaults to 2 seconds with a 1-second minimum. Expiry returns a status envelope and log excerpt without stopping the child. The caller may wait again or request stop.</a:t>
            </a:r>
          </a:p>
          <a:p>
            <a:pPr>
              <a:spcAft>
                <a:spcPts val="400"/>
              </a:spcAft>
              <a:defRPr sz="1300">
                <a:solidFill>
                  <a:srgbClr val="B4BAAE"/>
                </a:solidFill>
                <a:latin typeface="Aptos"/>
              </a:defRPr>
            </a:pPr>
            <a:r>
              <a:t>waited_seconds counts scheduled sleeps rather than exact wall-clock time. A full final poll sleep can exceed the nominal budget, plus reconciliation overhead. finishedAt remains an observation timestamp, not the OS exit instant.</a:t>
            </a:r>
          </a:p>
          <a:p>
            <a:pPr>
              <a:spcAft>
                <a:spcPts val="400"/>
              </a:spcAft>
              <a:defRPr sz="1300">
                <a:solidFill>
                  <a:srgbClr val="B4BAAE"/>
                </a:solidFill>
                <a:latin typeface="Aptos"/>
              </a:defRPr>
            </a:pPr>
            <a:r>
              <a:t>agent/test_chat_agent_run_wait.py adds five cases covering stale-row avoidance, process reconciliation, unfinished states, early return and timeout behavior. Source reviewed only in this refresh; the cases were not executed.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Account-Usage Utility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ollama_credits.py is a standalone account-usage utility added by commit 36c0139. It does not add a workflow agent, a wrapped tool, a migration or a chat UI. The source uses only Python's standard library.</a:t>
            </a:r>
          </a:p>
          <a:p>
            <a:pPr>
              <a:spcAft>
                <a:spcPts val="400"/>
              </a:spcAft>
              <a:defRPr sz="1300">
                <a:solidFill>
                  <a:srgbClr val="B4BAAE"/>
                </a:solidFill>
                <a:latin typeface="Aptos"/>
              </a:defRPr>
            </a:pPr>
            <a:r>
              <a:t>It reads the operator's local .ollama/id_ed25519 OpenSSH key and constructs timestamped Ed25519 signatures. The key parser accepts an unencrypted ssh-ed25519 key. Keep the key private and review the utility before running it.</a:t>
            </a:r>
          </a:p>
          <a:p>
            <a:pPr>
              <a:spcAft>
                <a:spcPts val="400"/>
              </a:spcAft>
              <a:defRPr sz="1300">
                <a:solidFill>
                  <a:srgbClr val="B4BAAE"/>
                </a:solidFill>
                <a:latin typeface="Aptos"/>
              </a:defRPr>
            </a:pPr>
            <a:r>
              <a:t>The implemented account requests are GET /api/usage and POST /api/me at ollama.com, each with a 20-second timeout. This describes the checked-in implementation; endpoint availability and account responses were not exercised.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Manual use from the repository root: .\python\python.exe ollama_credits.py. Add --json for the returned account and usage payloads. The console report shows monthly use, model request counts and four-week activity. It pauses for Enter on an interactive terminal.</a:t>
            </a:r>
          </a:p>
          <a:p>
            <a:pPr>
              <a:spcAft>
                <a:spcPts val="400"/>
              </a:spcAft>
              <a:defRPr sz="1200">
                <a:solidFill>
                  <a:srgbClr val="B4BAAE"/>
                </a:solidFill>
                <a:latin typeface="Aptos"/>
              </a:defRPr>
            </a:pPr>
            <a:r>
              <a:t>The card hardcodes a $300 monthly denominator and infers reset day 3 by default. These assumptions may not match the account. --reset-day 0 hides the caption, and --json avoids the derived dollar card. Colored model segments reflect request shares, not measured per-model cost shares.</a:t>
            </a:r>
          </a:p>
          <a:p>
            <a:pPr>
              <a:spcAft>
                <a:spcPts val="400"/>
              </a:spcAft>
              <a:defRPr sz="1200">
                <a:solidFill>
                  <a:srgbClr val="B4BAAE"/>
                </a:solidFill>
                <a:latin typeface="Aptos"/>
              </a:defRPr>
            </a:pPr>
            <a:r>
              <a:t>This documentation refresh did not execute the utility or read account keys. Account email and usage can appear in its output. Redact reports before sharing. The script queries usage; it does not buy, grant or reset credits.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v1.51.9 resolves to cb30edf. Current source HEAD is 7764353, 4 commits beyond that tag. Fetched origin/main resolves to 7764353. Runtime version resolution remains Git/build-derived. A source revision beyond the tag is not a new tagged release.</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`v1.51.5`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release tag v1.51.9 resolves to cb30edf. Current source HEAD is 7764353, 4 commits beyond that tag. Fetched origin/main resolves to 7764353. Runtime version resolution remains Git/build-derived. A source revision beyond the tag is not a new tagged release.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`glm-5.3:cloud`,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`chat_agent_grepper` to search or read a range with output_mode=lines, and `chat_agent_editor` for an exact in-place change. Use content_b64 for line-ending-safe text transport and observe Editor's UTF-8 scope.</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Ollama defaults are `ollama_repeat_penalty=1.2`, `ollama_repeat_last_n=256` and `ollama_num_ctx=1048576`. Both factory chains and the ChatOllama adapter carry them. The dedicated sampler section separates source behavior from the September 13 commit measurements and explains the local-model memory caveat. Keep new sampler keys aligned across both chains, adapter forwarding and the `[LLM-PARAMS]` banner.</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a:p>
            <a:pPr>
              <a:spcAft>
                <a:spcPts val="400"/>
              </a:spcAft>
              <a:defRPr sz="12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2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2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2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2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`v1.51.5`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The reachable release tag v1.51.9 resolves to cb30edf. Current source HEAD is 7764353, 4 commits beyond that tag. Fetched origin/main resolves to 7764353.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current version: 1.51.9 | build: 1.51.9</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qwen3.5:cloud
ollama pull gemma4:cloud
ollama pull qwen3-vl:235b-cloud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gemma4:cloud</a:t>
            </a:r>
          </a:p>
          <a:p>
            <a:pPr>
              <a:spcAft>
                <a:spcPts val="400"/>
              </a:spcAft>
              <a:defRPr sz="1500">
                <a:solidFill>
                  <a:srgbClr val="B4BAAE"/>
                </a:solidFill>
                <a:latin typeface="Aptos"/>
              </a:defRPr>
            </a:pPr>
            <a:r>
              <a:t>qwen3-vl:235b-cloud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1153</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201</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7764353 - Restore the CRLF line endings 4ae6da6 flattened in 11 files</a:t>
            </a:r>
          </a:p>
          <a:p>
            <a:pPr>
              <a:spcAft>
                <a:spcPts val="400"/>
              </a:spcAft>
              <a:defRPr sz="1500">
                <a:solidFill>
                  <a:srgbClr val="B4BAAE"/>
                </a:solidFill>
                <a:latin typeface="Aptos"/>
              </a:defRPr>
            </a:pPr>
            <a:r>
              <a:t>Resolved version: 1.51.9 (git)</a:t>
            </a:r>
          </a:p>
          <a:p>
            <a:pPr>
              <a:spcAft>
                <a:spcPts val="400"/>
              </a:spcAft>
              <a:defRPr sz="1500">
                <a:solidFill>
                  <a:srgbClr val="B4BAAE"/>
                </a:solidFill>
                <a:latin typeface="Aptos"/>
              </a:defRPr>
            </a:pPr>
            <a:r>
              <a:t>Generated on September 14, 2026 06:46 PM UTC-0600</a:t>
            </a:r>
          </a:p>
          <a:p>
            <a:pPr>
              <a:spcAft>
                <a:spcPts val="400"/>
              </a:spcAft>
              <a:defRPr sz="1500">
                <a:solidFill>
                  <a:srgbClr val="B4BAAE"/>
                </a:solidFill>
                <a:latin typeface="Aptos"/>
              </a:defRPr>
            </a:pPr>
            <a:r>
              <a:t>Inventory scope: 1153 files = 1153 tracked + 0 git-unignored working-tree additions</a:t>
            </a:r>
          </a:p>
          <a:p>
            <a:pPr>
              <a:spcAft>
                <a:spcPts val="400"/>
              </a:spcAft>
              <a:defRPr sz="1500">
                <a:solidFill>
                  <a:srgbClr val="B4BAAE"/>
                </a:solidFill>
                <a:latin typeface="Aptos"/>
              </a:defRPr>
            </a:pPr>
            <a:r>
              <a:t>Multi-Turn tools: 108; wrapped chat-agent tools: 66; skills: 29</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101</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7800610 on 2026-09-14</a:t>
            </a:r>
          </a:p>
          <a:p>
            <a:pPr>
              <a:spcAft>
                <a:spcPts val="400"/>
              </a:spcAft>
              <a:defRPr sz="1300">
                <a:solidFill>
                  <a:srgbClr val="B4BAAE"/>
                </a:solidFill>
                <a:latin typeface="Aptos"/>
              </a:defRPr>
            </a:pPr>
            <a:r>
              <a:t>Improved the Flow-chain parameters, some general fixes, and avoiding deletion of user-elements, by Tlamatini's-AutoBot.</a:t>
            </a:r>
          </a:p>
          <a:p>
            <a:pPr>
              <a:spcAft>
                <a:spcPts val="400"/>
              </a:spcAft>
              <a:defRPr sz="1300">
                <a:solidFill>
                  <a:srgbClr val="B4BAAE"/>
                </a:solidFill>
                <a:latin typeface="Aptos"/>
              </a:defRPr>
            </a:pPr>
            <a:r>
              <a:t>Commits since then: 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7764353: Restores CRLF endings in eleven files changed by the Grepper feature commit, without changing their behavior.</a:t>
            </a:r>
          </a:p>
          <a:p>
            <a:pPr>
              <a:spcAft>
                <a:spcPts val="400"/>
              </a:spcAft>
              <a:defRPr sz="1000">
                <a:solidFill>
                  <a:srgbClr val="B4BAAE"/>
                </a:solidFill>
                <a:latin typeface="Aptos"/>
              </a:defRPr>
            </a:pPr>
            <a:r>
              <a:t>Commit 4ae6da6: Adds Grepper's single-file lines mode, inclusive ranges and content_b64 transport. Updates wrapped-tool and Parametrizer contracts, self-knowledge and handbooks. Adds three regression/visible-harness sources, not run here.</a:t>
            </a:r>
          </a:p>
          <a:p>
            <a:pPr>
              <a:spcAft>
                <a:spcPts val="400"/>
              </a:spcAft>
              <a:defRPr sz="1000">
                <a:solidFill>
                  <a:srgbClr val="B4BAAE"/>
                </a:solidFill>
                <a:latin typeface="Aptos"/>
              </a:defRPr>
            </a:pPr>
            <a:r>
              <a:t>Commit 1dcd805: Updates release-facing documentation and package metadata to v1.51.9. The annotated tag resolves to cb30edf, before the Grepper change.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v1.51.9 resolves to cb30edf. Current source HEAD is 7764353, 4 commits beyond that tag. Fetched origin/main resolves to 7764353.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253,870</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356,599</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637     178,056    257,543  70.1%
Markdown                 183      27,453     36,327  10.8%
JavaScript                47      20,819     27,043   8.2%
CSS                       16       7,053      9,370   2.8%
JSON                      18       5,797      5,797   2.3%
Other text                21       4,764      5,582   1.9%
YAML                      93       2,166      5,770   0.9%
HTML                       6       1,982      2,055   0.8%
PowerShell                11       1,741      2,394   0.7%
Prompt template            2       1,319      1,452   0.5%
Text                       7       1,142      1,454   0.4%
Tlamatini Flow             4         837        837   0.3%
JavaScript module          2         457        562   0.2%
Batch                      4         264        380   0.1%
Protocol Buffers           1          20         33   0.0%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Tlamatini/agent/views.py                                Python         8,656  12,671
Tlamatini/agent/tests.py                                Python         5,700   7,452
Tlamatini/agent/doc_generation/complete_project_docs.py Python         3,613   4,097
Tlamatini/agent/agents/latexer/latexer.py               Python         3,291   4,593
Tlamatini/agent/tools.py                                Python         3,243   4,911
BookOfTlamatini.md                                      Markdown       2,839   4,080
Tlamatini/agent/agents/flowcreator/agentic_skill.md     Markdown       2,429   2,671
docs/claude/recent-fixes.md                             Markdown       2,374   3,138
output/avatar_flash_fix/visible-test/results.json       JSON           2,266   2,266
output/avatar_flash_fix/visible-first-pass/results.json JSON           2,257   2,257
...ini/agent/static/agent/css/agentic_control_panel.css CSS            2,084   2,905
Tlamatini/agent/external_mcp_manager.py                 Python         2,066   2,604
Tlamatini/agent/chat_agent_registry.py                  Python         2,019   2,083
Tlamatini/agent/agents/stm32er/stm32er.py               Python         1,983   2,694</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The 2026-09-12 correction replaced the token-start-only undercount. Comparisons with earlier dossiers require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(1/3)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7764353: Restores CRLF endings in eleven files changed by the Grepper feature commit, without changing their behavior.</a:t>
            </a:r>
          </a:p>
          <a:p>
            <a:pPr>
              <a:spcAft>
                <a:spcPts val="400"/>
              </a:spcAft>
              <a:defRPr sz="1500">
                <a:solidFill>
                  <a:srgbClr val="B4BAAE"/>
                </a:solidFill>
                <a:latin typeface="Aptos"/>
              </a:defRPr>
            </a:pPr>
            <a:r>
              <a:t>Commit 4ae6da6: Adds Grepper's single-file lines mode, inclusive ranges and content_b64 transport. Updates wrapped-tool and Parametrizer contracts, self-knowledge and handbooks. Adds three regression/visible-harness sources, not run here.</a:t>
            </a:r>
          </a:p>
          <a:p>
            <a:pPr>
              <a:spcAft>
                <a:spcPts val="400"/>
              </a:spcAft>
              <a:defRPr sz="1500">
                <a:solidFill>
                  <a:srgbClr val="B4BAAE"/>
                </a:solidFill>
                <a:latin typeface="Aptos"/>
              </a:defRPr>
            </a:pPr>
            <a:r>
              <a:t>Commit 1dcd805: Updates release-facing documentation and package metadata to v1.51.9. The annotated tag resolves to cb30edf, before the Grepper change.</a:t>
            </a:r>
          </a:p>
          <a:p>
            <a:pPr>
              <a:spcAft>
                <a:spcPts val="400"/>
              </a:spcAft>
              <a:defRPr sz="1500">
                <a:solidFill>
                  <a:srgbClr val="B4BAAE"/>
                </a:solidFill>
                <a:latin typeface="Aptos"/>
              </a:defRPr>
            </a:pPr>
            <a:r>
              <a:t>Commit 7800610: Commits the previous dossiers and expands sampler/uninstaller maintainer guidance. The mcp_agent.py change adds explanatory comments, not a new sampler path.</a:t>
            </a:r>
          </a:p>
          <a:p>
            <a:pPr>
              <a:spcAft>
                <a:spcPts val="400"/>
              </a:spcAft>
              <a:defRPr sz="1500">
                <a:solidFill>
                  <a:srgbClr val="B4BAAE"/>
                </a:solidFill>
                <a:latin typeface="Aptos"/>
              </a:defRPr>
            </a:pPr>
            <a:r>
              <a:t>Commit cb30edf: Forwards repeat_last_n through both Ollama chains and ChatOllama, adds it to the parameter banner, and aligns defaults at 256 / 1,048,576 for repeat_last_n / num_ctx. Commit measurements are historical and model-specific.</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(2/3)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Commit f6404a3: Aligns both Ollama repeat_penalty fallbacks and the shipped setting at 1.2. The commit reports fewer empty answers in its eight-trial workload. Those experiments were not rerun for this dossier.</a:t>
            </a:r>
          </a:p>
          <a:p>
            <a:pPr>
              <a:spcAft>
                <a:spcPts val="400"/>
              </a:spcAft>
              <a:defRPr sz="1400">
                <a:solidFill>
                  <a:srgbClr val="B4BAAE"/>
                </a:solidFill>
                <a:latin typeface="Aptos"/>
              </a:defRPr>
            </a:pPr>
            <a:r>
              <a:t>Commit a2287c9: Commits the previous dossier refresh and simplifies commit-specific recent-change summaries.</a:t>
            </a:r>
          </a:p>
          <a:p>
            <a:pPr>
              <a:spcAft>
                <a:spcPts val="400"/>
              </a:spcAft>
              <a:defRPr sz="1400">
                <a:solidFill>
                  <a:srgbClr val="B4BAAE"/>
                </a:solidFill>
                <a:latin typeface="Aptos"/>
              </a:defRPr>
            </a:pPr>
            <a:r>
              <a:t>Commit b07f9d5: Adds the uninstaller's Retry/Exit running-process gate and preserves five named content directories when populated or unreadable. Includes mechanics and visible-harness sources, inspected without execution.</a:t>
            </a:r>
          </a:p>
          <a:p>
            <a:pPr>
              <a:spcAft>
                <a:spcPts val="400"/>
              </a:spcAft>
              <a:defRPr sz="1400">
                <a:solidFill>
                  <a:srgbClr val="B4BAAE"/>
                </a:solidFill>
                <a:latin typeface="Aptos"/>
              </a:defRPr>
            </a:pPr>
            <a:r>
              <a:t>Commit 36c0139: Adds standalone ollama_credits.py for signed Ollama account-usage requests and console/JSON output. The card's $300 denominator and default reset day are script assumptions, not account-verified billing facts.</a:t>
            </a:r>
          </a:p>
          <a:p>
            <a:pPr>
              <a:spcAft>
                <a:spcPts val="400"/>
              </a:spcAft>
              <a:defRPr sz="1400">
                <a:solidFill>
                  <a:srgbClr val="B4BAAE"/>
                </a:solidFill>
                <a:latin typeface="Aptos"/>
              </a:defRPr>
            </a:pPr>
            <a:r>
              <a:t>Commit ac72b6c: Repairs chat_agent_run_wait by reconciling the real child process on every poll and using RUNNING_STATUSES. Five regression cases accompany the fix. They were not executed for the 2026-09-13 dossier refresh.</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(3/3)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efe2ca1: Updates the PDF/PPTX for canvas presence, Whisperer's sound gate and Voice Commands. Corrects Python multiline-string effective-line counting.</a:t>
            </a:r>
          </a:p>
          <a:p>
            <a:pPr>
              <a:spcAft>
                <a:spcPts val="400"/>
              </a:spcAft>
              <a:defRPr sz="1500">
                <a:solidFill>
                  <a:srgbClr val="B4BAAE"/>
                </a:solidFill>
                <a:latin typeface="Aptos"/>
              </a:defRPr>
            </a:pPr>
            <a:r>
              <a:t>Commit a867567: Adds Voice Commands as the first prompt-catalog category, with guided rehearsal 121 and spoken-prompt execution 122. The transcript is shown before execution and irreversible/external actions need typed confirmation.</a:t>
            </a:r>
          </a:p>
          <a:p>
            <a:pPr>
              <a:spcAft>
                <a:spcPts val="400"/>
              </a:spcAft>
              <a:defRPr sz="1500">
                <a:solidFill>
                  <a:srgbClr val="B4BAAE"/>
                </a:solidFill>
                <a:latin typeface="Aptos"/>
              </a:defRPr>
            </a:pPr>
            <a:r>
              <a:t>Commit e403d5c: Reconciles the Whisperer sound-gate documentation, prompt 74 and runtime contracts. FlowHypervisor allows the bounded capture wait.</a:t>
            </a:r>
          </a:p>
          <a:p>
            <a:pPr>
              <a:spcAft>
                <a:spcPts val="400"/>
              </a:spcAft>
              <a:defRPr sz="1500">
                <a:solidFill>
                  <a:srgbClr val="B4BAAE"/>
                </a:solidFill>
                <a:latin typeface="Aptos"/>
              </a:defRPr>
            </a:pPr>
            <a:r>
              <a:t>Commit 96fdbde: Adds Whisperer's default silence gate, actual captured duration and explicit fixed-fallback reporting. This is the v1.51.7 tag commit.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2026-09-14 | 7764353 | Restore the CRLF line endings 4ae6da6 flattened in 11 files</a:t>
            </a:r>
          </a:p>
          <a:p>
            <a:pPr>
              <a:spcAft>
                <a:spcPts val="400"/>
              </a:spcAft>
              <a:defRPr sz="1200">
                <a:solidFill>
                  <a:srgbClr val="B4BAAE"/>
                </a:solidFill>
                <a:latin typeface="Aptos"/>
              </a:defRPr>
            </a:pPr>
            <a:r>
              <a:t>2026-09-14 | 4ae6da6 | Grepper learned to READ: output_mode 'lines', and the byte-exact channel it needed</a:t>
            </a:r>
          </a:p>
          <a:p>
            <a:pPr>
              <a:spcAft>
                <a:spcPts val="400"/>
              </a:spcAft>
              <a:defRPr sz="1200">
                <a:solidFill>
                  <a:srgbClr val="B4BAAE"/>
                </a:solidFill>
                <a:latin typeface="Aptos"/>
              </a:defRPr>
            </a:pPr>
            <a:r>
              <a:t>2026-09-14 | 1dcd805 | Docs: bump every current-release surface to v1.51.9</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2026-09-14 | 7764353 | Restore the CRLF line endings 4ae6da6 flattened in 11 files</a:t>
            </a:r>
          </a:p>
          <a:p>
            <a:pPr>
              <a:spcAft>
                <a:spcPts val="400"/>
              </a:spcAft>
              <a:defRPr sz="1200">
                <a:solidFill>
                  <a:srgbClr val="B4BAAE"/>
                </a:solidFill>
                <a:latin typeface="Aptos"/>
              </a:defRPr>
            </a:pPr>
            <a:r>
              <a:t>2026-09-14 | 4ae6da6 | Grepper learned to READ: output_mode 'lines', and the byte-exact channel it needed</a:t>
            </a:r>
          </a:p>
          <a:p>
            <a:pPr>
              <a:spcAft>
                <a:spcPts val="400"/>
              </a:spcAft>
              <a:defRPr sz="1200">
                <a:solidFill>
                  <a:srgbClr val="B4BAAE"/>
                </a:solidFill>
                <a:latin typeface="Aptos"/>
              </a:defRPr>
            </a:pPr>
            <a:r>
              <a:t>2026-09-14 | 1dcd805 | Docs: bump every current-release surface to v1.51.9</a:t>
            </a:r>
          </a:p>
          <a:p>
            <a:pPr>
              <a:spcAft>
                <a:spcPts val="400"/>
              </a:spcAft>
              <a:defRPr sz="1200">
                <a:solidFill>
                  <a:srgbClr val="B4BAAE"/>
                </a:solidFill>
                <a:latin typeface="Aptos"/>
              </a:defRPr>
            </a:pPr>
            <a:r>
              <a:t>2026-09-14 | 7800610 | Improved the Flow-chain parameters, some general fixes, and avoiding deletion of user-elements, by Tlamatini's-AutoBot.</a:t>
            </a:r>
          </a:p>
          <a:p>
            <a:pPr>
              <a:spcAft>
                <a:spcPts val="400"/>
              </a:spcAft>
              <a:defRPr sz="1200">
                <a:solidFill>
                  <a:srgbClr val="B4BAAE"/>
                </a:solidFill>
                <a:latin typeface="Aptos"/>
              </a:defRPr>
            </a:pPr>
            <a:r>
              <a:t>2026-09-13 | cb30edf | Wire repeat_last_n, set it to 256, and raise num_ctx to the real 1,048,576</a:t>
            </a:r>
          </a:p>
          <a:p>
            <a:pPr>
              <a:spcAft>
                <a:spcPts val="400"/>
              </a:spcAft>
              <a:defRPr sz="1200">
                <a:solidFill>
                  <a:srgbClr val="B4BAAE"/>
                </a:solidFill>
                <a:latin typeface="Aptos"/>
              </a:defRPr>
            </a:pPr>
            <a:r>
              <a:t>2026-09-13 | f6404a3 | Lower the default ollama_repeat_penalty from 1.9 to 1.2 (measured)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2026-09-13 | a2287c9 | Carry the pending working-tree changes: visual docs regenerated, weekly_highlights simplified</a:t>
            </a:r>
          </a:p>
          <a:p>
            <a:pPr>
              <a:spcAft>
                <a:spcPts val="400"/>
              </a:spcAft>
              <a:defRPr sz="1200">
                <a:solidFill>
                  <a:srgbClr val="B4BAAE"/>
                </a:solidFill>
                <a:latin typeface="Aptos"/>
              </a:defRPr>
            </a:pPr>
            <a:r>
              <a:t>2026-09-13 | b07f9d5 | Uninstaller: refuse to run while Tlamatini is up, and never delete the user's own content</a:t>
            </a:r>
          </a:p>
          <a:p>
            <a:pPr>
              <a:spcAft>
                <a:spcPts val="400"/>
              </a:spcAft>
              <a:defRPr sz="1200">
                <a:solidFill>
                  <a:srgbClr val="B4BAAE"/>
                </a:solidFill>
                <a:latin typeface="Aptos"/>
              </a:defRPr>
            </a:pPr>
            <a:r>
              <a:t>2026-09-12 | 36c0139 | Added an auxiliary python script to get credits for further add-ons to Tlamatini, by angelahack1</a:t>
            </a:r>
          </a:p>
          <a:p>
            <a:pPr>
              <a:spcAft>
                <a:spcPts val="400"/>
              </a:spcAft>
              <a:defRPr sz="1200">
                <a:solidFill>
                  <a:srgbClr val="B4BAAE"/>
                </a:solidFill>
                <a:latin typeface="Aptos"/>
              </a:defRPr>
            </a:pPr>
            <a:r>
              <a:t>2026-09-12 | ac72b6c | chat_agent_run_wait never returned early - it always burned the whole timeout</a:t>
            </a:r>
          </a:p>
          <a:p>
            <a:pPr>
              <a:spcAft>
                <a:spcPts val="400"/>
              </a:spcAft>
              <a:defRPr sz="1200">
                <a:solidFill>
                  <a:srgbClr val="B4BAAE"/>
                </a:solidFill>
                <a:latin typeface="Aptos"/>
              </a:defRPr>
            </a:pPr>
            <a:r>
              <a:t>2026-09-12 | efe2ca1 | Updating visual documentation, by angelahack1</a:t>
            </a:r>
          </a:p>
          <a:p>
            <a:pPr>
              <a:spcAft>
                <a:spcPts val="400"/>
              </a:spcAft>
              <a:defRPr sz="1200">
                <a:solidFill>
                  <a:srgbClr val="B4BAAE"/>
                </a:solidFill>
                <a:latin typeface="Aptos"/>
              </a:defRPr>
            </a:pPr>
            <a:r>
              <a:t>2026-09-12 | a867567 | Voice commands: the catalog now opens with VOICE COMMANDS, and your voice becomes the prompt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2026-09-12 | e403d5c | Docs sweep for v1.51.7 - Whisperer's sound gate everywhere, plus two real bugs it uncovered</a:t>
            </a:r>
          </a:p>
          <a:p>
            <a:pPr>
              <a:spcAft>
                <a:spcPts val="400"/>
              </a:spcAft>
              <a:defRPr sz="1200">
                <a:solidFill>
                  <a:srgbClr val="B4BAAE"/>
                </a:solidFill>
                <a:latin typeface="Aptos"/>
              </a:defRPr>
            </a:pPr>
            <a:r>
              <a:t>2026-09-12 | 96fdbde | Improvved Whisperer with a sound-gate, by angelahack1</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|-- 10000xRedesignOfUpdatingMechanicsOnTlamatini.md
|-- _acpx_pipeline_demo_report.md
|-- ACPX.md
|-- agents_descriptions.md
|-- apply_update.ps1
|-- audit_dependencies.py
|-- AvatarImprovementByClaude.md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GEMINI.md
|-- git_deny_go.py
|-- install.py
|-- KIMI.md
|-- LICENSE
|-- MCPMemoriesFlowCreation.flw
|-- MessagingConnectorAssistant_Design.md
|-- ollama_credits.py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tlamatini_app_summary.pdf
|-- Tlamatini_eXtended_Artificial_Intelligence_Humanly_Tempered.pptx
|-- TLAMATINI_MCP.md
|-- tlamatini_mcp_server.py
|-- TlamatiniConsoleShieldByClaude.md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project_acpxer_added.md
|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project_native_toast.md
|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project_videoplayer_agent.md
|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grepper_lines_visible.py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grepper_login_probe.py
|       |       |-- latexer_openmp_e2e.py
|       |       |-- latexer_stepbystep_5.py
|       |       |-- mcp_playwright_suite.py
|       |       |-- pdfer_nuance_visible.py
|       |       |-- playwrighter_run.py
|       |       |-- qualify.py
|       |       |-- questions.py
|       |       |-- README.md
|       |       |-- requirements.txt
|       |       |-- run_test.py
|       |       |-- shoter_shot.py
|       |       |-- step_by_step_catalog.py
|       |       |-- step_by_step_catalog.py.antes_shoter
|       |       |-- talk_test.py
|       |       |-- uninstaller_visible.py
|       |       |-- voice_commands_visible.py
|       |       `-- wrapped_questions.py
|       |-- tlamatini-self-modify-inclusion/
|       |   |-- SKILL.md
|       |   `-- scripts/
|       |       `-- sweep_self_modify.py
|       `-- tlamatini-self-update-inclusion/
|           |-- SKILL.md
|           `-- scripts/
|               `-- sweep_self_update.py
|-- .codex/
|   `-- skills/
|       |-- full-project-pdf-dossier/
|       |   `-- SKILL.md
|       `-- overlap-safe-pptx-dossier/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SKILL.md
|-- .gemini/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mcp_playwright_suite.py
|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docs/
|   |-- companion-app-discovery.md
|   |-- external_mcp_bulletproof_architecture.md
|   |-- stm32er_all_families_proposal.md
|   `-- claude/
|       |-- acpx.md
|       |-- agents.md
|       |-- architecture.md
|       |-- exec-report.md
|       |-- frontend.md
|       |-- gotchas.md
|       |-- INDEX.md
|       |-- mcp-tools.md
|       |-- multi-turn.md
|       `-- recent-fixes.md
|-- output/
|   |-- ASSET_MANIFEST.json
|   |-- Gemini_girl_animation.zip
|   |-- README.md
|   |-- avatar_flash_fix/
|   |   |-- collectstatic-results.json
|   |   |-- dev_settings.py
|   |   |-- development-test.sqlite3
|   |   |-- development_test.py
|   |   |-- README.md
|   |   |-- __pycache__/
|   |   |   `-- dev_settings.cpython-312.pyc
|   |   |-- after-test/
|   |   |   |-- ec-mc.png
|   |   |   |-- ec-mo.png
|   |   |   |-- eo-mc.png</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eo-mo.png
|   |   |   |-- idle.png
|   |   |   |-- narrow.png
|   |   |   |-- results.json
|   |   |   `-- speaking.png
|   |   |-- before/
|   |   |   |-- agent_page.html
|   |   |   |-- avatar.css
|   |   |   `-- avatar.js
|   |   |-- before-test/
|   |   |   |-- idle.png
|   |   |   |-- observed-flash.png
|   |   |   `-- results.json
|   |   |-- deployment-backups/
|   |   |   |-- collected-source/
|   |   |   |   |-- avatar.css
|   |   |   |   `-- avatar.js
|   |   |   |-- installed-agent/
|   |   |   |   |-- avatar.css
|   |   |   |   `-- avatar.js
|   |   |   |-- installed-collected/
|   |   |   |   |-- avatar.css
|   |   |   |   `-- avatar.js
|   |   |   `-- installed-source/
|   |   |       |-- avatar.css
|   |   |       `-- avatar.js
|   |   |-- visible-first-pass/
|   |   |   |-- results.json
|   |   |   `-- selection-issue.png
|   |   `-- visible-test/
|   |       |-- 01-real-django-page.png</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checkpoint-100.png
|   |       |-- checkpoint-150.png
|   |       |-- checkpoint-200.png
|   |       |-- checkpoint-250.png
|   |       |-- checkpoint-300.png
|   |       |-- checkpoint-50.png
|   |       |-- final-passed.png
|   |       `-- results.json
|   `-- Gemini_girl_animation/
|       |-- 01_eyes_open_smiling.png
|       |-- 02_eyes_open_neutral.png
|       |-- 03_eyes_closed_smiling.png
|       |-- 04_eyes_closed_neutral.png
|       |-- alignment.json
|       |-- build_frames.py
|       |-- contact_sheet.jpg
|       |-- girl_frames_jpg.zip
|       |-- preview.html
|       |-- preview_screenshot.png
|       |-- README.md
|       |-- sprite_2x2.png
|       |-- exact_crops/
|       |   |-- 01_eyes_open_smiling.png
|       |   |-- 02_eyes_open_neutral.png
|       |   |-- 03_eyes_closed_smiling.png
|       |   `-- 04_eyes_closed_neutral.png
|       `-- jpg/
|           |-- 01_eyes_open_smiling.jpg
|           |-- 02_eyes_open_neutral.jpg
|           |-- 03_eyes_closed_smiling.jpg
|           `-- 04_eyes_closed_neutral.jpg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pyinstaller_hooks/
|   |-- hook-numpy.py
|   `-- hook-torch.py
|-- scripts/
|   `-- check_js_parse.mjs
|-- security/
|   |-- automated_tests_of_security_assets.py
|   |-- enable_tlamatini_v2.bat
|   |-- README.md
|   |-- run_defender.bat
|   |-- tlamatini_defender.ps1
|   `-- tlamatini_whitelist_v2.ps1
|-- Tests/
|   |-- run_avatar_tests.py
|   |-- run_presence_tests.ps1
|   |-- test_about_window_name_visible.py
|   |-- test_avatar_animation.cjs
|   |-- test_avatar_collectstatic.py
|   |-- test_avatar_presence_visible.py
|   |-- test_avatar_visible.cjs
|   `-- test_perf_3x_visual.py
`-- Tlamatini/
    |-- cat_art.py
    |-- hoy
    |-- manage.py
    |-- .agents/
    |   `-- workflows/
    |       `-- create_new_agent.md
    |-- .mcps/
    |   `-- create_new_mcp.md
    |-- .skills/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test_binary_guard.py
    |   |-- test_blenderer_agent.py
    |   |-- test_build_pip_quiet.py
    |   |-- test_build_scripts.py
    |   |-- test_camcorder_agent.py
    |   |-- test_cancellation.py
    |   |-- test_chain_readiness.py
    |   |-- test_chat_agent_run_wait.py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test_exec_report_verdict.py
    |   |-- test_execute_command_bounded.py
    |   |-- test_external_mcp_add_flow.py
    |   |-- test_external_mcp_e2e.py
    |   |-- test_external_mcp_transports.py
    |   |-- test_external_mcp_universal.py
    |   |-- test_file_extractor_reader.py
    |   |-- test_flow_contracts.py
    |   |-- test_frontend_mutable_state.py
    |   |-- test_gitter_custom_command.py
    |   |-- test_globber_agent.py
    |   |-- test_googler_agent.py
    |   |-- test_googler_dorks.py
    |   |-- test_grepper_agent.py
    |   |-- test_grepper_encodings.py
    |   |-- test_grepper_lines_mode.py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test_parametrizer_mcp_doctor.py
    |   |-- test_password_quoting.py
    |   |-- test_pdfer_agent.py
    |   |-- test_pdfer_nuance_layout.py
    |   |-- test_playwrighter_agent.py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test_uninstaller_mechanics.py
    |   |-- test_unrealer_agent.py
    |   |-- test_version_guard.py
    |   |-- test_video_analyzer_agent.py
    |   |-- test_videoplayer_agent.py
    |   |-- test_voice_commands_catalog.py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test_watchdog_foreground_exemption.py
    |   |-- test_web_process_stays_lean.py
    |   |-- test_whatsapper_identity.py
    |   |-- test_whisperer_agent.py
    |   |-- test_win_shim.py
    |   |-- test_windower_agent.py
    |   |-- test_windows_app_registration.py
    |   |-- test_zavuerer_agent.py
    |   |-- tests.py
    |   |-- tests_perf_3x.py
    |   |-- Tlamatini.md
    |   |-- tools.py
    |   |-- urls.py
    |   |-- version.py
    |   |-- views.py
    |   |-- web_search_llm.py
    |   |-- win_shim.py
    |   |-- window_flash.py
    |   |-- windows_app_registration.py
    |   |-- acpx/
    |   |   |-- __init__.py
    |   |   |-- agent_registry.py
    |   |   |-- child_health.py
    |   |   |-- config.py
    |   |   |-- permissions.py
    |   |   |-- runtime.py
    |   |   |-- service.py
    |   |   |-- session_store.py
    |   |   |-- tests.py
    |   |   |-- tools.py
    |   |   `-- windows_spawn.py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file_interpreter.py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kyber_decipher/
    |   |   |   |-- config.yaml
    |   |   |   `-- kyber_decipher.py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 pdfer_atelier.py
    |   |   |   |-- pdfer_audit.py
    |   |   |   |-- pdfer_color.py
    |   |   |   |-- pdfer_consult.py
    |   |   |   |-- pdfer_docmodel.py
    |   |   |   |-- pdfer_nuance.py
    |   |   |   |-- pdfer_ornament.py
    |   |   |   |-- pdfer_tables.py
    |   |   |   |-- pdfer_theme.py
    |   |   |   |-- pdfer_typography.py
    |   |   |   `-- _art/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PDFer/
    |   |   |           |-- orn_circuit_trace_240x120_38BDF8_d953e4f7.png
    |   |   |           |-- orn_corner_wedge_240x120_38BDF8_d953e4f7.png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prompter/
    |   |   |   |-- config.yaml
    |   |   |   `-- prompter.py
    |   |   |-- pser/
    |   |   |   |-- config.yaml
    |   |   |   `-- pser.py
    |   |   |-- pythonxer/
    |   |   |   |-- config.yaml
    |   |   |   `-- pythonxer.py
    |   |   |-- raiser/
    |   |   |   |-- config.yaml
    |   |   |   `-- raiser.py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|-- 0194_add_deep_research_demo_prompt.py
    |   |   |-- 0195_add_netspeed_calculator.py
    |   |   |-- 0196_add_chat_agent_netspeed_calculator_tool.py
    |   |   |-- 0197_add_netspeed_calculator_demo_prompt.py
    |   |   |-- 0198_add_pdfer_nuance_demo_prompt.py
    |   |   |-- 0199_dedupe_llm_program_snippet_names.py
    |   |   |-- 0200_whisperer_demo_prompt_sound_gate.py
    |   |   |-- 0201_add_voice_commands_section.py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agent_page.css
    |   |       |   |-- agentic_control_panel.css
    |   |       |   |-- avatar.css
    |   |       |   |-- contacts_dialog.css
    |   |       |   |-- dialog_theme.css
    |   |       |   |-- external_mcps_dialog.css
    |   |       |   |-- login.css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avatar_presence.js
    |   |       |   |-- avatar_size.js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 welcome_enter_default.js
    |   |       |-- sounds/
    |   |       |   |-- hypervisor_alert.wav
    |   |       |   `-- notification.wav</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video/
    |   |           `-- XAIHT-Tlamatini.mp4
    |   |-- templates/
    |   |   `-- agent/
    |   |       |-- agent_page.html
    |   |       |-- agentic_control_panel.html
    |   |       |-- login.html
    |   |       `-- welcome.html
    |   |-- test_fixtures/
    |   |   `-- talker_orpheus_tokens.txt
    |   `-- TlamatiniSourceCode/
    |       `-- README.md
    |-- DB/
    |   |-- Older/
    |   |   `-- README.md
    |   `-- ToLoad/
    |       `-- README.md
    |-- jd-cli/
    |   |-- jd-cli.bat
    |   `-- jd-cli.jar
    |-- tests_e2e/
    |   |-- oob_child_helper.py</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README.md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.claude/skills/tlamatini-daily-chat-test/harness/grepper_lines_visible.py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10,222 bytes; text; 234 physical / 176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.claude/skills/tlamatini-daily-chat-test/harness/grepper_login_probe.py</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2,183 bytes; text; 61 physical / 45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Tlamatini/agent/test_grepper_lines_mode.py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12,876 bytes; text; 279 physical / 197 effective lines</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