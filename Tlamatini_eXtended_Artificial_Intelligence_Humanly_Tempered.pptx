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SHE DOES, HOW SHE WORKS, HOW TO USE TLAMATINI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Self-hosted AI developer assistant (cloud LLMs by default) with RAG, Multi-Turn orchestration, 76 agents, ACPX delegation, visual workflows, self-knowledge,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677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140,497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June 12, 2026 06:13 PM UTC-0600 at HEAD 2a963c8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is a self-hosted AI developer assistant (cloud LLMs by default; the app and RAG run locally) built with Django, Django Channels, LangChain, LangGraph, FAISS/BM25 retrieval, and a large in-repository agent application.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combines a browser chat surface, a Retrieval-Augmented Generation stack, a Multi-Turn tool executor, MCP-backed context providers, wrapped chat-agent runtimes, and a visual Agentic Control Panel for workflow design.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is designed for development operations: codebase analysis, file and directory context, command execution, Python execution, screenshots, web/search helpers, notifications and attention routing, DevOps tools, local model operation, Windows packaging and uninstall registration, first-person self-knowledge about her own runtime, and embedded-firmware control for both STM32F4 and ESP32-class boards.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Chat page at `/agent/` for context-grounded Q&amp;A, code generation, tool calls, and Multi-Turn execution.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Agentic Control Panel at `/agentic_control_panel/` for visual workflow design.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Django admin and config dialogs for MCPs, tools, agents, users, and persistent settings.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(1/3)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Answers codebase questions with loaded file or directory context.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Uses hybrid retrieval to extract metadata, split content, rank source chunks, and respect context budgets.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Gives operators GUI-first database maintenance through the new DB dropdown for backup and staged database replacement.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Lets operators manage provider secrets from the browser through the Config -&gt; Access Keys Wizard instead of hand-editing `config.json`.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Can pause before every state-changing Multi-Turn execution and ask the operator to approve or deny that exact step through the Ask Execs checkbox.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Registers packaged installs in Windows `Installed apps` / `Programs and Features` with a real uninstall entry, so the release behaves like a normal installed application instead of only a shortcut bundle.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Hardens generated files: File-Creator’s bulk-write path now preserves long content byte-complete even when it contains heavy quoting or semicolon-rich source text.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Warns GPU-host operators before a directory-context load is likely to saturate VRAM and degrade embedding throughput.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Exposes a coherent versioning surface across builds, runtime UI, logs, and an open health-check endpoint.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Carries a first-person self-knowledge map so she can answer more accurately about her own architecture, ports, runtime modes, pages, and capabilities.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scaffold, author, build, flash, reset, and observe STM32F4 firmware through STM32er and the STM32 Template Project MCP, with a fail-safe preflight before any hardware mutation.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scaffold, author, build, upload, and monitor ESP32-class firmware through ESP32er and PlatformIO Core, with zero-config bootstrap and a serial-aware preflight before hardware mutation.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play media on the operator's machine: an audio file to the speakers through AudioPlayer (soundfile + sounddevice — volume in percent and a time-played budget that truncates a longer file or loops a shorter one), or a video file with audio on a chosen display through VideoPlayer (ffpyplayer, whose wheel bundles ffmpeg + SDL, plus an OpenCV window — display, volume, the same truncate/loop time budget, window size, and fullscreen); both are observational/output and ship on the canvas and as wrapped chat tools.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SPEAK and LISTEN: Talker (text-to-speech) renders input_text to a 24 kHz WAV through an Ollama neural TTS model (default Orpheus-3b-FT) and is female-voice-only by design, while Whisperer (speech-to-text) records the microphone itself or transcribes a file via faster-whisper locally (NVIDIA-GPU auto-detect with an always-present CPU fallback) or a cloud Whisper API; both light a zero-latency console REC indicator driven by the live audio stream and are observational/output, on the canvas and as wrapped chat tools.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manage real desktop windows by title: focus them, tile them, resize them, list them, and close them deterministically through Win32 calls.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(2/3)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Can raise a Windows attention signal when the browser needs the operator: Ask Execs prompts and Notifier events can flash Tlamatini’s own taskbar presence and leave an uppercase banner in `tlamatini.log`.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Can command Kali Linux offensive-security tooling through MCP-Kali-Server for authorized recon, enumeration, web scanning, and assessment workflows.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real Playwright browser through scripted interactive steps for logins, forms, assertions, downloads, extraction, and end-to-end UI checks.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live Unreal Engine 5 editor through the Unreal MCP plugin, from either Multi-Turn chat or the visual workflow canvas.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Actively reaps orphaned Windows console-host and pool-child processes so long Multi-Turn or ACPX sessions do not leave misleading Tlamatini-icon ghosts in Task Manager.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autonomously kill only genuinely hung shell-wrapper subtrees through a boot-time command watchdog that measures CPU and I/O progress instead of guessing from elapsed time.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Runs checked Multi-Turn requests through request-scoped planning, capability selection, tool calls, observations, monitoring, and final synthesis.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(3/3)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optionally inspect and modify her own bundled source tree in self-modify builds after verifying that `TlamatiniSourceCode/` is actually present.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Launches wrapped copies of selected workflow agents in isolated runtime folders without mutating templates.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Lets users design, validate, save, pause, resume, and stop visual workflows through the Agentic Control Panel.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Turns successful Multi-Turn tool executions into starter `.flw` workflows that can be inspected and validated in ACP.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Packages the project into a distributable Windows release with installer and uninstaller tooling.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9736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44568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624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2512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7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5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7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1511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399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31551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657600"/>
            <a:ext cx="10561320" cy="2240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3657600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" y="38587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Request-to-answer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4315968"/>
            <a:ext cx="10158984" cy="1435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 browser request flows through Django Channels into the RAG/context layer, the Multi-Turn planner, the tool executor, and back as a synthesized answer.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next two pages detail the request path (intake, retrieval, permission gating) and the runtime path (planning, tool execution, agent bridges, packaging).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(1/3)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Browser UI sends chat and workflow requests through Django views and Channels WebSockets.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RAG chains load selected file/directory context, retrieve relevant chunks, and build answer prompts.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DB-menu actions validate directories or SQLite files in the browser, then call Django views that either copy the live database out or stage a replacement into `DB/ToLoad/db.sqlite3`.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Config -&gt; Access Keys Wizard reads masked provider-key status from the backend and persists only the edited secrets, keeping the browser flow honest without dumping live values back to the page.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When Ask Execs is enabled, the synchronous Multi-Turn executor stops before each state-changing tool call, emits an `exec_permission_request`, and waits on `ExecPermissionBroker` until the browser sends Proceed or Deny.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When the browser surfaces an Ask Execs prompt or a Notifier event, JavaScript can POST to `/agent/flash_window/`; the backend then best-effort flashes the `Tlamatini.exe` console/taskbar window through `window_flash.py` and prints an uppercase attention banner for the log.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Optional self-modify builds bundle `TlamatiniSourceCode/`; `copy_source_assets.py` generates that snapshot with rebuild instructions and redacted secrets, and prompt rules require her to verify that directory exists before claiming she can inspect or change her own code.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STM32er path spawns the STM32 Template Project MCP stdio server, performs the MCP initialize handshake, runs exactly one requested tool or composite action, and emits one atomic `INI_SECTION_STM32ER` block with the result, project directory, and stage metadata.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Before any flash-capable STM32er action, a critical-mission preflight validates the arm-none-eabi toolchain, STM32CubeIDE, programmer path, ST-LINK presence, and STM32F-family match; compile-only steps can run boardless, but unsafe hardware mutations are refused fail-safe.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ESP32er path resolves or bootstraps PlatformIO Core, invokes `pio` subcommands directly with Python-stdlib process control, validates project and serial-port readiness, and emits one atomic `INI_SECTION_ESP32ER` block with stage, project, port, and stdout/stderr payloads.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Windower path uses Win32 APIs plus the cross-process `AttachThreadInput` focus-transfer dance to locate windows by title and apply one lifecycle action while still returning structured geometry/state fields.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(2/3)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Installer-time registration writes a per-user HKCU Add/Remove Programs entry pointing at `Uninstaller.exe`, and frozen startup re-checks that entry through `windows_app_registration.self_heal_for_frozen()` so older installs retroactively appear in Windows' uninstall surfaces.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Before a heavy directory embedding run on supported NVIDIA hosts, a fail-open pre-flight guard can estimate VRAM pressure and surface a non-blocking warning in chat.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Version resolution now flows through git tags, a runtime resolver module, generated build artefacts, and an open `/agent/version/` endpoint.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 first-person self-knowledge file (`Tlamatini.md`) is injected into prompt construction for all chains, but loaded user context still outranks that self-reference when the request is a generic summary of the provided project.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When Multi-Turn is enabled, the global planner selects context and tool stages before the executor binds only the relevant tools, including wrapped deterministic agents such as De-Compresser.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Playwrighter path loads a declarative step list, drives Playwright against Chromium/Firefox/WebKit, and emits one atomic `INI_SECTION_PLAYWRIGHTER` block with status, assertions, extracted values, and the final URL.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Unrealer path opens a TCP socket to the Unreal MCP plugin, sends one `{"type": command, "params": {...}}` payload, captures the JSON reply, and emits one `INI_SECTION_UNREALER` block for downstream logic.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 boot-time command watchdog samples CPU time and I/O bytes across shell-interpreter subtrees and reaps only the ones that stay idle past the grace-and-streak window, protecting healthy long-running commands while rescuing wedged prompt waits.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After spawn-capable tool calls and again after the final answer, the orphan reaper can sweep dead descendants, orphaned `conhost.exe` companions, and stale pool-linked processes without ever raising into the chat path.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Tool calls execute in the backend, append observations, and may create wrapped runtime copies under `agent/agents/pools/_chat_runs_/`.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On the next full start-up, `manage.py` can swap a staged database into place before Django imports, while archiving the previous live database under `DB/Older/&lt;timestamp&gt;/`.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(3/3)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ACP flows deploy session-scoped pool instances, wire config values, validate NxN graph rules, and execute through Starter-driven flow semantics.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Build scripts collect static assets, bundle Django/Python resources, add agent templates, and assemble `pkg.zip`, `Uninstaller.exe`, and `dist/Tlamatini_Release/`; `build.py --self-modify` additionally injects the generated source snapshot for self-rebuildable releases.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Evidence-first answers: Tlamatini grounds responses in selected project context and hybrid retrieval rather than freeform model memory.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Explicit orchestration: checked Multi-Turn uses a visible tool loop, capability scoring, and staged planning instead of a single opaque call.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 reversibility: risky changes such as database replacement are staged, archived, and delayed to the only safe window instead of hot-swapped mid-session.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Fail-open diagnostics: GPU pressure probes and session-restore safeguards warn early without breaking CPU-only or degraded environments.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Runtime isolation: wrapped chat-agent copies run in session-scoped folders so template agents remain pristine while live runs stay inspectable.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Self-knowledge with scope discipline: she can talk accurately about herself without letting self-reference override a user-loaded project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Operator truth over vibes: Exec Report tables, tlamatini.log, skill audits, and ACPX transcripts make the system auditable after execution.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Load selected file or directory context from the chat interface.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Extract metadata, split text, rank chunks with hybrid retrieval, and respect context budgets.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Fallback to explicit loaded files when retrieval cannot provide enough memory.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Preserve the difference between direct one-shot chat and checked Multi-Turn orchestration.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The assistant answers from project evidence instead of generic memory.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Large codebases remain navigable without injecting the whole repository into every prompt.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Multi-Turn can prefetch only the contexts required by the current execution plan.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Capability registry scores context providers, tools, and wrapped agents for the current request.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Global planner builds prefetch, execute, monitor, and answer stages.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Explicit tool loop runs tool calls, appends observations, and asks again until final answer or the 4096-turn limit.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Answer Analizer classifies success so the UI can expose Create Flow only when useful.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Keeps the original prompt validation and legacy prefetch behavior.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Maintains compatibility for fast Q&amp;A and simple context-grounded answers.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Avoids forcing every chat request into agentic execution.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V1.10.0 SAFETY MODIFIER STILL ACTIVE IN V1.19.4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Ask Execs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Introduced in `v1.10.0` and still part of the current `v1.19.4` surface, `Ask Execs` is the Multi-Turn-only safety modifier that makes Tlamatini ask before each state-changing Tool, MCP, wrapped agent, or skill-backed execution instead of running it immediately.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permission dialog is explicit and auditable: it names the Tool or Agent family, the underlying raw tool name, the full parameters, the program or command to be executed, and the shell or execution surface involved.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Proceed runs that one step and then prompts again at the next state-changing step; Deny halts the entire chain immediately and appends a red `Execution interrupted` banner even when Exec Report itself is off.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Under the hood, `agent/exec_permission.py` provides `ExecPermissionBroker`, which lets the synchronous worker-thread executor emit a permission request onto the WebSocket event loop and then block on a `threading.Event` until the browser replies.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gate sits after deduplication and quota checks, so skipped calls never prompt and denied calls never appear as executed rows; only work that truly ran lands in Exec Report.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round-trip is fail-safe: browser disconnect, emit failure, cancel, or broker shutdown all resolve to Deny, so an unconfirmed state-changing action never slips through just because the UI vanished at the wrong 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TASKBAR FLASH AND UPPERCASE LOG BANNER WHEN SHE NEEDS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Attention Issuing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Current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current Windows attention path is explicit and local: the browser calls `POST /agent/flash_window/`, and the backend routes that request through `agent/window_flash.py`.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helper can flash the `Tlamatini.exe` console/taskbar window with `FlashWindowEx` and always prints an uppercase attention banner, so the signal survives in `tlamatini.log` even when the browser is minimized.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concrete reasons are wired today: Ask Execs execution approval prompts and Notifier notifications. The path is best-effort and fail-safe, degrading cleanly on non-Windows or windowless launches.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If the browser is buried, Tlamatini still has a local way to pull the operator back at the exact moment an approval prompt or notification matters.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path is concrete and auditable: `POST /agent/flash_window/`, `window_flash.py`, `FlashWindowEx`, and the matching uppercase banner in `tlamatini.log`.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the helper is best-effort and fail-safe, a missed flash never breaks the request path or blocks the surrounding workflow.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V1.11.0 UNINSTALL INTEGRATION CARRIED INTO V1.19.4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Installed-App Registration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Introduced in `v1.11.0` and still carried by the current `v1.19.4` release, the frozen install now behaves like a real Windows application: `install.py` writes a per-user HKCU Add/Remove Programs entry so Tlamatini appears in Settings -&gt; Apps -&gt; Installed apps and in the legacy Programs and Features list.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entry carries `DisplayName`, `DisplayVersion`, `InstallLocation`, `DisplayIcon`, `UninstallString`, `QuietUninstallString`, `NoModify`, `NoRepair`, and best-effort `EstimatedSize`, all pointing at the bundled `Uninstaller.exe` without requiring administrator rights.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matching runtime self-heal in `agent/apps.py` calls `windows_app_registration.self_heal_for_frozen()` on every frozen launch, so installs created before this feature existed can appear in Windows' uninstall UI after the next normal app start.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now show up in normal Windows uninstall surfaces instead of only leaving behind shortcuts and a loose `Uninstaller.exe` in the install folder.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registration is HKCU-only and non-elevated, matching the installer’s per-user design on Windows 10 and Windows 11.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frozen startup self-heals the entry, even older installs can gain the uninstall surface after a later app launch without a reinstall.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V1.19.4 HARDENING AND SELF-MODIFY COMPLETENESS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Current Release Focus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current documented release is `v1.19.4`, and the README now frames it as a hardening-and-self-modify release rather than another simple count bump.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Three visible user-facing points define this version: File-Creator no longer truncates long generated content, self-modify builds now carry a rebuildable generated source snapshot, and Config now exposes an API-Keys Wizard dialog.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same release window also carries forward the recent voice/media wave from `v1.17.2` through `v1.19.3`, so the current dossier must present Talker, Whisperer, Recorder, Camcorder, AudioPlayer, and VideoPlayer as first-class parts of the product.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This release is about trust: generated files should land intact, self-modify builds should actually carry a rebuildable self-image, and credential setup should not require hand-editing JSON.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those are operator-facing quality-of-life features rather than hidden internals, they belong high in the deck instead of being buried in an appendix.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resulting narrative matches the current README and Book much more honestly than the older milestone-only framing.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GENERATED `TLAMATINISOURCECODE/` AND REBUILD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Self-Modify Source Snapshot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Snapshot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Self-modify builds now rely on `copy_source_assets.py` to generate `TlamatiniSourceCode/` as a fresh rebuild-oriented snapshot of the repository.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snapshot includes source, build scripts, docs, skills, and small required binaries while deliberately omitting or redacting heavy media and secrets; `_REBUILD_INSTRUCTIONS.md` plus `_SOURCE_SNAPSHOT_MANIFEST.json` explain how to restore the missing payloads.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the snapshot is optional, the runtime contract remains strict: Tlamatini must verify that `TlamatiniSourceCode/` exists before claiming she can inspect, modify, or rebuild herself.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Access Keys and File Writes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now includes an Access Keys Wizard / API-Keys Wizard path so operators can manage provider credentials from the browser instead of editing `config.json` directly.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backend exposes masked status plus explicit save endpoints, which keeps the operator flow convenient without echoing raw secrets back into the page.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This matters operationally because ACPX agents, cloud LLM providers, and adjacent integrations often fail for simple missing-key reasons; the wizard turns that setup into a first-class UI workflow.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`v1.19.4` File-Creator hardening pass fixes the bulk-write path that could previously truncate long generated content when quote-heavy or semicolon-rich payloads crossed the write pipeline.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operators, the consequence is straightforward: code generation and document generation can now be described as byte-complete file writes rather than best-effort convenience output.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TALKER / WHISPERER FAMILY PLUS WATCHDOG HARDENING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Media, Voice, And Runtime Resilience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Media and voice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current media family spans capture, playback, and speech: Shoter (screen), Camcorder (camera-in), Recorder (mic-in), AudioPlayer (speakers-out), VideoPlayer (screen-out with audio), Talker (text-to-speech), and Whisperer (speech-to-text).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Talker remains female-only by design and uses an Ollama neural TTS model with SNAC decoding, while Whisperer records the microphone itself or transcribes a file through faster-whisper locally or cloud Whisper APIs.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Recent stability work matters here too: Talker now chunks long input by sentence for long-form speech, and media-output defaults were moved into the application `Temp` directory rather than user content folders.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Autonomous watchdog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 boot-time autonomous command watchdog now protects the chat against shell wrappers that stay alive while making zero CPU or I/O progress, the classic signature of a mangled prompt waiting forever on stdin.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It never kills on elapsed time alone: the subtree must outlive the grace window and remain idle for a configured streak, so long builds, downloads, and compiles are preserved while only genuinely wedged interpreters are reaped.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This watchdog complements rather than replaces the orphan reaper: the watchdog rescues blocked synchronous tool calls before they return, while the orphan reaper still handles post-return survivors and stale console companions.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Drag prebuilt agents onto the canvas and connect them visually.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Configure deployed pool instances, not only static template folders.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Validate structural rules before execution.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Start through Starter, pause/resume through reanimation state, and stop through Ender semantics.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Workflows save and load as `.flw` files.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Generated flows from chat are starter drafts, not a replacement for ACP validation.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LED indicators and logs show runtime health across the session pool.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76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Control: starter, ender, stopper, cleaner, barrier, flowbacker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Execution and files: executer, pythonxer, pser, file_creator, file_extractor, file_interpreter, de_compresser, playwrighter, windower, unrealer, kalier, stm32er, esp32er, arduiner, mover, deleter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DevOps and infra: gitter, dockerer, kuberneter, jenkinser, ssher, scper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Data and APIs: sqler, mongoxer, apirer, crawler, googler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Monitoring and routing: monitor_log, monitor_netstat, flowhypervisor, forker, asker, counter, and, or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Communication: notifier, emailer, recmailer, telegramer, telegramrx, teletlamatini, whatsapper, whatstlamatini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Security and media: kyber_keygen, kyber_cipher, kyber_decipher, image_interpreter, shoter, camcorder, recorder, audioplayer, videoplayer, j_decompiler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Workflow intelligence: flowcreator, gatewayer, gateway_relayer, node_manager, parametrizer, prompter, summarizer, acpxer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Templates on disk with config.yaml: 76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Description rows in `agents_descriptions.md`: 76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README and Book bestiary sections align with the same 76-agent inventory.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authoritative human-readable source for workflow-agent descriptions is `agents_descriptions.md` at the repo root, not an embedded JavaScript map or a hard-coded Django list.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Current validation compares live template directories, `agents_descriptions.md` rows, and the README / Book bestiary counts so the generated dossier stays aligned with the running product.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ACP sidebar hover tooltip and the right-click Description dialog both resolve through that markdown file first; `README.md` is only a legacy fallback when the dedicated description file is absent.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workflow catalog now includes two new high-value specialists: Reviewer and Analyzer, lifting the canvas inventory to 64 agents and the seed-skill catalog to 23 SKILL.md packages.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Both agents always trigger `target_agents`, so a downstream Forker can branch on `{verdict}`, `{status}`, or `{total_findings}` instead of scraping prose.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They are intentionally canvas-only workflow agents: there is no wrapped `chat_agent_reviewer` or `chat_agent_analyzer`, and therefore no duplicate Exec Report row family for those names.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chat-side counterparts live in the ACPX skill catalog instead: `code-review` exposes senior-engineer git-diff review, while `security-audit` exposes the deterministic multi-scanner sweep.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live operator surface now stands at 76 workflow agents, 83 Multi-Turn tools, 12 ACPX tools, and 27 skills.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Source inspection confirms the total: 51 distinct wrapped chat-agent tools bound from `chat_agent_registry.py`, which combines with 20 core Python tools and 12 ACPX/Skill tools for 83 Multi-Turn tools overall.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workflow-agent and wrapped-tool totals align cleanly with the handbooks, while the skill total is validated from the on-disk `agent/skills_pkg/` catalog so the dossier stays honest even when a simplified markdown summary lags behind the live tree.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This matters operationally because the planner never binds everything at once: the documented default `max_selected_tools` cap stays at 20, so breadth of capability does not mean uncontrolled tool sprawl per 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README now surfaces the same operator picture the app exposes in practice: broad capability, selective planner binding, and a capped tool budget per request.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counts complement the 76-agent bestiary instead of replacing it: skills, wrapped tools, and ACPX tools are different layers of the same operating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 dossier readers, this closes a gap between the capability narrative and the quick-glance repo badges at the top of the handbook.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is Tlamatini’s current Kali Linux bridge: a direct client for MCP-Kali-Server that lets her drive authorized recon, enumeration, web scanning, and offensive-security workflows from chat or canvas.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It can issue one capability per run, including `nmap`, `gobuster`, `dirb`, `nikto`, `sqlmap`, `metasploit`, `hydra`, `john`, `wpscan`, `enum4linux`, arbitrary `command`, or a safe `health` probe of the remote server.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agent emits `INI_SECTION_KALIER` with `action`, `endpoint`, `subject`, `return_code`, `success`, `timed_out`, and `server_url`, so downstream Forker or Parametrizer logic can branch on results without scraping prose.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practical operator result is simpler prompts: after the Kali box URL is configured once, normal Multi-Turn requests no longer repeat `server_url` unless you intentionally override it for a one-off 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CRITICAL-MISSION STM32F4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STM32er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STM32er is Tlamatini’s current STM32 bridge: she talks to the `STM32 Template Project MCP` so she can scaffold, author, build, flash, reset, and observe STM32F4 firmware without driving STM32CubeIDE manually.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`server_script` blank and STM32er downloads or zip-falls-back to the MCP server on first use, installs `mcp` and `pyserial` if needed, validates, and caches the result so the user only installs STM32CubeIDE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compile-or-hardware action, STM32er runs a critical-mission fail-safe preflight over the arm-none-eabi toolchain, STM32CubeIDE, programmer path, ST-LINK probe, and target family; compile-only steps can run boardless, but flash, erase, reset, serial, and SWD/live-memory operations are refused when the environment or device is wrong.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`chat_agent_stm32er` takes one `action` per call, while the visual STM32er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includes the full project lifecycle plus hardware-in-the-loop composites: `validate`, `bootstrap`, `create_project`, `write_source`, `build`, `build_and_flash`, `serial_session`, `live_monitor`, and the rest of the 23 MCP verbs, with every run emitting an `INI_SECTION_STM32ER`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`stm32_mcp_server_script`, `stm32_mcp_python`, `stm32_template_dir`, `stm32_ide_root`, `stm32_mcp_repo_url`, and `stm32_mcp_install_dir`, so firmware prompts normally describe only the task and target board instead of the plumbing.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PLATFORMIO-DRIVEN ESP32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ESP32er is Tlamatini’s current PlatformIO Core bridge: she can scaffold, author, build, upload, and monitor ESP32-class firmware without relying on an external MCP server or IDE.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`pio_executable` blank and ESP32er downloads or pip-falls-back to PlatformIO Core on first use, validates it, and caches it under a per-user directory so the user installs only the board USB driver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build-or-upload action, ESP32er runs a serial-aware preflight over `pio` resolution, project shape, and connected ports; upload and monitor require a real serial device, while non-espressif32 targets are warned about rather than hard-refused because PlatformIO is intentionally multi-target.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`chat_agent_esp32er` takes one `action` per call, while the visual ESP32er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covers environment/meta (`bootstrap`, `validate`, `system_info`, `boards`), project lifecycle (`create_project`, `write_source`, `read_source`, `list_sources`, `clean`), build and flash (`build`, `upload`, `build_and_upload`, `list_artifacts`), serial HIL (`device_list`, `monitor`, `monitor_session`), and package / QA paths (`pkg_install`, `pkg_list`, `pkg_update`, `check`, `test`), with every run emitting an `INI_SECTION_ESP32ER`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`pio_executable` and `pio_core_dir`, so firmware prompts usually describe only the board, project, and task while the wrapped tool auto-injects the PlatformIO runtime plumbing.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KNOWN-GOOD PLATFORMIO BASELINE FOR ESP32ER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 Template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new `ESP32TemplateProject` repository is the known-good baseline documented in BookOfTlamatini’s bonus chapter: a plain PlatformIO project, not a server, meant to prove an ESP32 board and toolchain are healthy before larger firmware work.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mirrors ESP32er’s grain: `platformio.ini`, `src/`, `include/`, `lib/`, `test/`, a blinking `main.cpp`, serial output at 115200, and GitHub-ready docs/CI so the reference project does not silently rot.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Operationally, ESP32er can either point at a checkout of that template (`project_dir`) or scaffold an equivalent from scratch with `action='create_project'`, then carry the directory through build, upload, and monitor steps.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Operator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reference project gives Tlamatini a stable build/upload/monitor proving ground before a user asks her to generate larger ESP32 firmware.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it is a plain PlatformIO repo, it matches the exact grain of `chat_agent_esp32er` and the visual ESP32er node instead of introducing another sidecar protocol.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closes the gap between the new agent and a practical first project a user can build, flash, and watch over serial on real silicon.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WHO SHE IS AND HOW SHE CAN IMPROVE HERSELF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Self-Knowledge And Self-Modify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`1.8.0` gives Tlamatini a first-person self-knowledge map in `Tlamatini/agent/Tlamatini.md`, so she can answer more accurately about her own architecture, runtime modes, open ports, pages, and internal capability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self-reference is injected into all prompt chains through `prompt.pmt` and `agent/rag/config.py`, but it fails open if the file is missing or unreadable and it never overrides a user-loaded project when the request is a generic summary of the provided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language contract matters too: when a pronoun is used for Tlamatini in the documentation or prompt guidance, she is referred to as `she` / `her`, matching the updated handbook identity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Self-modify and autonomy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Self-modification is a separate capability axis from frozen-vs-source runtime: only builds created with `python build.py --self-modify` bundle `TlamatiniSourceCode/` next to the application.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that directory is present, she can inspect and modify her own shipped source tree; when it is absent, she must say so plainly and fall back to her injected self-knowledge plus the surrounding docs.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build pipeline now announces that choice explicitly, so operators can tell whether a release is self-modify-capable before asking her to work on herself.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unified-agent loop now defaults to 4096 iterations instead of 256, giving long autonomous operator runs much more room before they exhaust the turn budget.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That expansion is about conversational/tool-loop depth, not about blindly firing more tools at once: the planner’s selected-tool cap still keeps the tool surface bounded per request.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new 66th workflow agent: a deterministic Win32 window manager that finds an application window by title and performs one lifecycle operation on the window itself instead of clicking inside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`chat_agent_windower` accepts free-form key=value requests, while the visual Windower canvas node stores the same operation fields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desktop-window sibling of Mouser and Keyboarder: use Windower when the goal is the window as a whole, Mouser for controls inside it, and Keyboarder for text entry into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Windower changes real window state, its executions appear in Exec Report and it always triggers `target_agents` whether the action succeeds or fails.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Playwrighter is the new 65th workflow agent in `v1.5.0`: a deterministic Playwright-powered browser automator for Chromium, Firefox, or WebKit that executes ordered interactive steps instead of static fetches.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covers the gap between Crawler and Googler: logins, multi-step forms, wizard clicks, JS-rendered SPA scraping, screenshots after interaction, assertions, downloads, and authenticated end-to-end UI checks.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Session continuity is built in: `headless: false` lets operators watch it drive, and `storage_state_in` / `storage_state_out` carry login state across runs without forcing a manual browser setup each time.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Playwrighter is state-changing, its executions appear in Exec Report and it always triggers `target_agents` whether the run succeeds or fails.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guidance is mirrored into the `code-review` SKILL.md package too, keeping the chat-surface review behavior and the canvas Reviewer agent aligned on commit-state wording and secret-severity expectations.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Local working-copy credentials in managed config files are no longer described as already committed when the diff is still uncommitted or only staged.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 findings stay stricter on true secrets in source code or outside the managed scrub-path set, so the patch reduces noise without weakening real security findings.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same rules apply in both the canvas Reviewer agent and the `code-review` skill, keeping the two review surfaces behaviorally aligned.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current tagged release `v1.4.2` removes Tkinter from the unstable runtime-facing dialog path and replaces it with `Tlamatini/agent/native_dialogs.py`, a native Windows dialog bridge used by browser-triggered pickers.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patch arrived with dedicated tests (`test_native_dialogs.py`) and with follow-up orphan-reaper/runtime adjustments, so the release reads as a stability pass rather than a cosmetic refactor.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stability-focused patch sits immediately before the current `v1.5.0` Playwrighter release and remains part of the current operator/runtime story.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preserves the operator experience of Browse-driven file and folder picking while removing a UI technology that was destabilizing the application.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the fix landed with tests and runtime cleanup updates, it belongs in the technical dossier even though the markdown handbook has not yet been fully rewritten around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Receives HTTP webhook events or optional folder-drop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Normalizes, persists, queues, and dispatches events into downstream workflow agents.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Supports bearer/HMAC-style auth patterns, IP allowlists, dedup files, and crash recovery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Gatewayer is a workflow trigger, not a chat-router clone.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Declared config fields are now documented with clear caveats where enforcement is not complete.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Stable log markers let Monitor Log and Summarizer watch gateway health.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Run from source: create a virtual environment, install requirements, migrate, create a superuser, collect static files, and start Django.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Open `/agent/` for chat. Load a file or directory context before asking codebase-specific questions.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Keep Multi-Turn unchecked for direct Q&amp;A; enable Multi-Turn for tasks that need tools, wrapped agents, monitoring, or workflow seeding.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Use Config -&gt; Access Keys Wizard when you need to wire or update provider credentials without editing `config.json` manually.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Tick `Ask Execs` when you want human approval before each state-changing Multi-Turn step; it is disabled until Multi-Turn is on, and a single Deny stops the whole chain with an explicit red interruption banner.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ESP32 firmware work, leave `Config -&gt; URLs -&gt; pio_executable` blank for zero-config PlatformIO bootstrap, then call `chat_agent_esp32er` from Multi-Turn with actions like `bootstrap`, `validate`, `create_project`, `write_source`, `build`, `upload`, `build_and_upload`, `monitor`, or `monitor_session`.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desktop-window control, call `chat_agent_windower` from Multi-Turn to focus, tile, resize, list, or close a window by title, or model the same action in ACP with the Windower node.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interactive web automation, call `chat_agent_playwrighter` from Multi-Turn with a `steps_json` script, or author the same step list visually with the Playwrighter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Unreal Engine work, enable the Unreal MCP plugin inside a live UE5 project first, then call `chat_agent_unrealer` from Multi-Turn or use the visual Unrealer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Archive jobs can now be described directly in Multi-Turn or modeled visually in ACP: De-Compresser infers compress vs decompress from the `input` or `output` extension.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When you are using a packaged install on Windows 10 or Windows 11, uninstall it through Settings -&gt; Apps -&gt; Installed apps or the legacy Programs and Features entry, not by manually deleting the folder.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If an Ask Execs approval dialog or a Notifier event needs you while the browser is buried, watch for Tlamatini’s taskbar-attention flash and the matching uppercase banner in `tlamatini.log`.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If you want her to inspect or modify herself, verify that `TlamatiniSourceCode/` exists in the current build first; self-modify is optional and absent builds must be treated honestly as read-only about their own code tree.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For STM32 firmware work, install STM32CubeIDE, leave `Config -&gt; URLs -&gt; STM32 MCP server script` blank for zero-config bootstrap, and then call `chat_agent_stm32er` from Multi-Turn with one `action` at a time such as `validate`, `create_project`, `write_source`, `build`, `build_and_flash`, `serial_session`, or `live_monitor`.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If a second post-answer warning bubble ever lists surviving `name + PID` entries, treat it as an honest cleanup report and end the listed processes manually from Task Manager if needed.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Use the `ACPX-Skills` navbar menu when you need to browse, enable/disable, diagnose, or reload the shipped SKILL.md catalog without asking the LLM to be your admin surface.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Use the DB dropdown when you need a safe database snapshot or want to stage a different `db.sqlite3` for the next start-up without hot-swapping the live SQLite file.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Open `/agentic_control_panel/` to drag agents, connect them, configure each node, validate, start, pause/resume, stop, and save `.flw` workflows.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Use `python build.py`, `python build_uninstaller.py`, and `python build_installer.py` only when producing a packaged Windows release.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Open the browser, log in with your source-mode superuser, load a context path, and decide whether the task needs Multi-Turn.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Python 3.12.10 is the strongly recommended source-mode version in the README, and the codebase has been tested most deeply there.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Source installs require a clone, virtual environment, dependency install from `requirements.txt`, migrations, a superuser, static collection, and then the web server.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You can run either the checked-in cloud/back-end defaults from `Tlamatini/agent/config.json` or a local Ollama-backed configuration with matching model names.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Packaged Windows installs create a default `user / changeme` account; manual source installs use your own `createsuperuser` account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Source mode resolves `Tlamatini/agent/config.json`; frozen builds resolve `config.json` next to the executable; `CONFIG_PATH` overrides both.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Core keys include `embeding-model`, `chained-model`, `ollama_base_url`, `ollama_token`, `enable_unified_agent`, `unified_agent_model`, and `unified_agent_max_iterations`.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checked-in default model baseline moved again in the recent Git window: the shared config now favors `kimi-k2.6:cloud`, so source or frozen installs that keep the shipped config should be documented as cloud-first unless the operator intentionally swaps models.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URL configuration now also includes `kali_server_url`, the STM32er bootstrap fields `stm32_mcp_server_script`, `stm32_mcp_python`, `stm32_template_dir`, `stm32_ide_root`, `stm32_mcp_repo_url`, and `stm32_mcp_install_dir`, plus ESP32er’s `pio_executable` and `pio_core_dir`, all edited from `Config -&gt; URLs` and inherited automatically by the chat-side wrapped tools.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Configuration Essentials (continued)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463040"/>
            <a:ext cx="105613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46304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66420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21408"/>
            <a:ext cx="1015898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Credential configuration is no longer hand-edit-only: Config -&gt; Access Keys Wizard provides a browser-side path for ACPX and provider secrets while preserving masked status in the UI.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chat-side Config -&gt; Models and Config -&gt; URLs dialogs are now first-class configuration surfaces, and they can explicitly ask the operator to reconnect when saved values change live-session assumptions.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separate DB dropdown is not a config editor: it is a maintenance surface for copying the live SQLite database out or staging a replacement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is toggled from the chat toolbar, but it depends on the unified-agent configuration and the selected model/base-url pairing being valid; the current default iteration ceiling is 4096, and Ask Execs only becomes available when Multi-Turn itself is 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Image interpretation can run through Claude-backed cloud paths or Qwen/Ollama-backed local paths, and remote Ollama can be protected with a bearer token.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new `ACPX-Skills` navbar menu gives operators four direct actions over the skill catalog: Browse Skills, Configure Skills, Diagnostics, and Reload Registry.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`Configure Skills` flips `Skill.enabled` exactly the way MCPs and Tools are toggled, so disabled skills disappear from `list_skills` and reject `invoke_skill` with `SKILL_DISABLED` instead of silently half-working.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diagnostics view cross-checks skill dependencies against disabled tools, disabled MCPs, missing ACPX agents, and orphan database rows whose SKILL.md disappeared from disk.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`1.3.2` tightened the HTML answer contract with a Prime Directive on visual readability: explicit background and text color, no grey-on-dark body text, and safer table-body defaults.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readability rules remain in force in the current documentation set, and the current `v1.19.4` release state keeps the version badge, runtime surfaces, self-knowledge wording, STM32er/ESP32er demo prompts, and operator handbook aligned.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new DB dropdown gives operators two GUI-first maintenance paths: `Backup database` copies the live SQLite file out, and `Set DB` stages a chosen `db.sqlite3`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Both dialogs are live-validated in the browser and now expose Browse buttons that open native host-side pickers for folders or `db.sqlite3`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Backup is read-only and uses the currently live database path; Set DB never hot-swaps the file mid-session because Django already holds SQLite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Set DB writes the selected file to `DB/ToLoad/db.sqlite3`; the real swap happens only at the top of `manage.py` before Django imports anything.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that swap runs, the previous live database is moved into `DB/Older/&lt;timestamp&gt;/db.sqlite3`, creating a built-in rollback trail instead of overwriting history.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Reconnect is not enough for this path: the operator must fully restart Tlamatini so the pre-Django swap window opens again.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If the staged file is bad or locked, startup fails open: Tlamatini logs the error and continues with the previous live database.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Tlamatini now follows Semantic Versioning 2.0.0 with git tags as the single source of truth: you tag, then you build, instead of hand-editing version strings across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build path resolves a version once and propagates it into generated runtime metadata, Win32 VERSIONINFO resources, and the release-folder naming convention.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On untagged commits the resolver falls back honestly to a git-derived development version instead of failing the build or lying about the release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Operators can now see the running version in the About dialog, the startup banner, the open `GET /agent/version/` health-check endpoint, and Windows file properties on the built executables.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also project the same release identity into Windows' Installed-apps metadata through the ARP `DisplayVersion` field, so the uninstall surface and the binaries agree on the version being removed.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runtime resolver lives in `Tlamatini/agent/version.py`, while the build-oriented coordination logic lives in the repo-root `versioning.py` and the longer policy notes live in `VERSIONING.md`.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Build overrides are supported in a predictable order: CLI `--version`, then `TLAMATINI_VERSION`, then git describe, then the sentinel `0.0.0+unknown`.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1.19.4 | build: 1.19.4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De-Compresser is the deterministic archive worker for compression and decompression tasks, deciding direction from whichever side exposes a recognized archive extension.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Supported archive families are `.gz`, `.zip`, `.7z`, `.tar.gz`, and `.gz.tar`; file-to-folder extraction and file-or-directory packing are both documented in the README and Book.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Password handling is explicit: `passwordless=true` skips it, while `passwordless=false` requires the `DE_COMPRESSER_PWD` environment variable and fails fast if the secret is missing.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is reachable from both operator surfaces: ACP canvas nodes wire through dedicated connection-update views, and checked Multi-Turn can invoke it through `chat_agent_de_compresser`.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Format engines are practical rather than magical: stdlib `gzip` and `zipfile` cover core cases, `7z` is preferred for encrypted `7z` or `zip`, and `py7zr` was added to `requirements.txt` as the Python fallback.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Unreal MCP is a UE5 plugin that runs inside the editor and listens on `127.0.0.1:55557` for one JSON command per TCP connection; Tlamatini is the client side of that link, not the plugin host.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Unrealer workflow agent forwards any command the connected plugin build exposes, up to a 53-command surface across nine categories: actor manipulation (incl. viewport screenshots), Blueprint authoring and node wiring, input mappings, UMG widget building, in-editor Python/console execution, level I/O, asset import, and material authoring. Headless build/cook/test is out of scope (it needs UnrealEditor-Cmd, not the editor socket).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integration is available in both operator surfaces: checked Multi-Turn via `chat_agent_unrealer`, and ACP canvas flows via the visual Unrealer node plus Parametrizer chaining.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Install the upstream plugin into `&lt;YourProject&gt;/Plugins/UnrealMCP/`, enable it from `Edit -&gt; Plugins`, restart UE5, and confirm the Output Log says `UnrealMCP listening on 127.0.0.1:55557`.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does not compile or embed the plugin; the Unreal editor must already be running with the listener bound before any Unrealer call can succeed.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 seeded smoke test ships in the Prompts table: `Unreal MCP End-to-End Editor Drive` walks through sanity-check, actor spawn, Blueprint creation/compile, and UMG widget assembly.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THE 53-COMMAND FORK AND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Extended Unrealer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Extended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Unrealer’s documentation now points at the public `XAIHT/XaihtUnrealEngineMCP` fork, the Unreal Engine MCP variant developed specifically for Tlamatini.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fork exposes the extended 53-command, nine-category surface documented in README and Book: not only the base editor/Blueprint/UMG verbs, but also system, level, asset, material, screenshot, viewport, and in-editor Python paths.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message for operators is simple: Unrealer forwards the connected plugin’s verb surface directly, so Tlamatini’s client does not need a new release every time the plugin adds another supported command.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wrapped-tool path stores chat runs under `agent/agents/pools/_chat_runs_/unrealer_&lt;seq&gt;_&lt;id&gt;/`, while visual flows use normal `unrealer_&lt;n&gt;` pool folders and can chain response fields through Parametrizer mappings.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Exec Report treats Unrealer as its own row family, and troubleshooting stays concrete: connection-refused means the plugin is not listening, while read-timeout usually means UE5's game thread is busy.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seeded Unreal demo prompts now cover screenshots, scene-building, and in-editor Python/introspection paths on top of the original blueprint flow.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Tlamatini now ships a three-tier orphan reaper in `Tlamatini/agent/orphan_reaper.py` focused on Windows console-host leftovers such as `conhost.exe` and `openconsole.exe`.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ACPX runtime now kills full process trees instead of only top-level wrappers, and pool-agent scripts gained a conservative `subprocess.Popen` guard so forgotten descendants still inherit `CREATE_NO_WINDOW`.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kimi-k2.6:cloud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590288"/>
            <a:ext cx="10561320" cy="17373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59028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4791455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248655"/>
            <a:ext cx="10158984" cy="9326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Open a normal PowerShell window, not an elevated one, for the safest no-admin Windows installation path.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Install into `%LOCALAPPDATA%\Programs\Ollama` with the official PowerShell installer script and then reopen PowerShell so PATH updates are visible.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Verify the CLI with `ollama --version`, start `ollama serve` if the background service is not already active, and confirm `http://127.0.0.1:11434/api/tags` responds.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Pull the default repository model tags exactly as written if you want the shipped config and agent templates to work unchanged.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qwen3-embedding:8b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kimi-k2.6:cloud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gpt-oss:120b-cloud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qwen3.5:397b-cloud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llama3.2-vision:11b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README and BookOfTlamatini now document an embedding-memory pre-flight guard for GPU hosts before a directory-context load starts its FAISS embedding burst.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CPU-only, AMD, and Apple-Silicon hosts stay fail-open: the guard becomes a no-op when the NVIDIA probe does not apply.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operator response is straightforward: switch to a smaller embedding model, reconnect if needed, or proceed knowingly with the heavier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Config -&gt; Models and Config -&gt; URLs dialogs now track their pre-edit baseline and can show a reconnect-required dialog when the saved values change what the live chat session should trust.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restored-session autoload path now buffers early WebSocket frames so context-loading spinners and disabled-input state are not lost during automatic reconnect/restore flows.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and restart behavior now also re-apply GPU performance and Ollama keep-alive hooks in the background on supported NVIDIA Windows hosts, improving warm-model readiness without blocking Django boot.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Browser-driven attention routing is now part of that operator-safety layer too: Ask Execs prompts and Notifier events can raise a taskbar flash plus a log banner without relying on the browser window already being visible.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Windows process hygiene is now part of that safety story too: detached no-window spawns and the three-tier orphan reaper reduce the chance that Task Manager shows stale Tlamatini-icon console helpers after long runs.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Ask Execs extends that safety story into execution approval itself: the operator can now stop a destructive chain before the next mutation instead of only auditing it after the fact in Exec Report.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Development server: `python Tlamatini/manage.py runserver --noreload`.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Preferred async/dev bootstrap: `python Tlamatini/manage.py startserver`, which starts MCP services before the Django server.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Production-style ASGI entrypoint: `daphne -b 127.0.0.1 -p 8000 tlamatini.asgi:application`.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Current startup also re-applies GPU-performance / Ollama-pinning hooks in the background on supported NVIDIA Windows hosts, so restart-time behavior stays closer to the tuned development baseline.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That same early startup window is also where a staged `DB/ToLoad/db.sqlite3` file is promoted into the live database path, before Django opens SQLite.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 frozen mode, startup now also self-heals the per-user Windows Installed-apps entry when `Uninstaller.exe` is present beside `Tlamatini.exe`, so old installs can gain a standard uninstall surface without a reinstall.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now also prints a `--- [VERSION] Tlamatini ...` banner, making the running build visible in both the console and `tlamatini.log` without an HTTP call.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cleans pool state, repopulates the agent registry, launches MCP metrics/file-search servers, and then serves HTTP plus WebSocket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Initializes Django and runtime guards in manage.py.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Cleans pool state and repopulates the Agent table from current disk templates.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Launches MCP metrics and gRPC file-search servers before steady-state traffic.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Self-heals the frozen Windows Installed-apps entry when `Uninstaller.exe` is present beside the executable.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Handles shutdown by killing tracked/untracked agent processes and clearing pool artifacts.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Run packaging only when preparing a Windows distribution.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final distributable is the full `dist/Tlamatini_Release_v&lt;version&gt;/` folder, not one executable copied out of context.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Installer scripts register shortcuts, `.flw` file associations, the bundled uninstaller, and the per-user Installed-apps entry.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Exec Report is a Multi-Turn-only transparency layer that appends one operation table per state-changing agent family to the final answer.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Rows are recorded from the live tool-call stream rather than guessed from the LLM prose, so the report is the operational ground truth.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Each row receives a SUCCESS/FAILURE verdict from raw tool returns, making long installs, deployments, and remediations inspectable after the fact.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Ask Execs is enabled, Exec Report and the red denial banner complement each other: already-executed steps still render as tables, while the denied step stays out of the tables and is surfaced only through the interruption banner.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Tables appear only for state-changing agent families that actually fired.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Verdicts are derived from real tool returns, not inferred from prose summaries.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This is the audit surface that makes long jobs debuggable from the chat output itself.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ACPX lets Tlamatini spawn external coding-agent CLIs such as Codex, Claude Code, Cursor, Gemini, Qwen, and others as managed child processes.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It pairs those agents with markdown-driven `SKILL.md` packages, validated I/O contracts, permission gating, and append-only audit logs.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Transport-aware drain rules and bounded event bodies reduce latency while protecting the LLM context budget during external-agent relays.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operator-facing references are `README.md` and `ACPX.md`, while the implementation lives under `agent/acpx/`, `agent/skills/`, and `agent/skills_pkg/`.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`agent/acpx/` hosts the runtime, permission gate, registry, and tools.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`agent/skills/` and `agent/skills_pkg/` host the in-process skill harness and markdown catalog.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Transcripts and audit logs are persisted so external delegation stays replayable.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The built-in `tlamatini.log` file captures both stdout and stderr through a tee stream initialized in `manage.py` before Django starts.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In source mode the log sits next to `manage.py`; in frozen mode it lives next to the executable.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Immediate flush behavior makes the log the primary forensic artifact for startup problems, warnings, tracebacks, and runtime diagnostics.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677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2834640"/>
            <a:ext cx="9921240" cy="3063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283464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03580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493008"/>
            <a:ext cx="9518904" cy="2258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2a963c8 - Updating documentation to Tlamatini v1.19.4, by Tlamatini's-AutoBot.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Resolved version: 1.19.4 (git)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Generated on June 12, 2026 06:13 PM UTC-0600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tools: 83; wrapped chat-agent tools: 51; skills: 27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Python requirements: 78; authoritative agent-description rows: 76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Binary or asset tracked files skipped from line count: 23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IMPORTANT CHANGES SINCE THE LAST COMMITTED PDF/PPTX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 Last Dossier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a6070b9 on 2026-06-10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Updating all of the documentation upgrading to Tlamatini's v1.19.3, by Tlamatini's-AutoBot.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Commits since then: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Key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Since the last committed PDF/PPTX refresh, `v1.19.4` hardened File-Creator’s bulk-write path so long generated content with quotes or semicolons no longer lands truncated. The document set should now describe file generation as byte-complete rather than merely convenient.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same release also completes the self-modify packaging story: `build.py --self-modify` now uses `copy_source_assets.py` to generate a rebuildable `TlamatiniSourceCode/` snapshot with redacted secrets, omitted heavy media, and rebuild instructions carried beside the application.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 new operator-facing convenience layer landed too: Config now exposes an API-Keys Wizard dialog so cloud-provider credentials can be entered and updated from the browser instead of by manually editing `config.json`.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self-knowledge and optional self-modification surface has matured into the current baseline: she can describe her runtime honestly and, when `TlamatiniSourceCode/` is present, inspect the bundled rebuildable source tree that explains how she works.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markdown handbooks themselves were revised during that span, so this dossier refresh is carrying forward not only code/runtime changes but also the corrected operator-language and release-story wording.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THE MEDIA-I/O FAMILY COMPLETES, VOICE IN/OUT ARRIVES, PLUS SKILL, DIRECTORY POLICY, AND MONITORING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Newest Additions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New agents — media-I/O, voice (Talker/Whisperer) + firmware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Talker (text-to-speech): SPEAKS input_text aloud via an Ollama neural TTS model (default Orpheus-3b-FT), SNAC-decoded to a 24 kHz WAV — FEMALE-VOICE-ONLY by design (a male voice is refused, never substituted); needs snac+torch (CPU is fine) else degrades to tokens_only.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Whisperer (speech-to-text): records the mic ITSELF (no Recorder dep, 30 s default) or transcribes a file, via faster-whisper LOCALLY — NVIDIA-GPU auto-detect with an ALWAYS-present CPU fallback — or cloud Groq/OpenAI; Ollama can only tidy the finished transcript.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Both audio agents now light a zero-latency console REC indicator (blinking dot + live VU bar) driven by the audio-stream callback — ON within ~20 ms of real samples, OFF the instant the stream stops; the agent reveals its own console even when spawned headless.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Camcorder + Recorder (capture): webcam photo/video via OpenCV and microphone WAV via sounddevice; AudioPlayer + VideoPlayer (playback): file to speakers / to a chosen display — the media-I/O family (screen / camera-in / mic-in / speakers-out / screen-out).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capture/playback/voice family is observational/output, so it stays out of the Exec Report; each ships on the canvas and as a wrapped Multi-Turn tool. Arduiner adds a direct arduino-cli firmware bridge with zero-config bootstrap and a serial preflight.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New skill, policy &amp;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flow-making skill: turns a plain objective into a canvas-loadable .flw by driving the FlowCreator engine, so chat can build runnable flows without opening the designer.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Temp/Templates policy: every transient file stays under &lt;app&gt;/Temp and every scaffolded firmware/engine project under &lt;app&gt;/Templates (never C:/Temp or %TEMP%), pinned before Django starts and taught to the LLM as Rules 15/16.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FlowHypervisor monitoring now covers every agent — ESP32er, Arduiner, Camcorder, and Recorder were added to its categorization, timing, startup markers, and do-not-flag rules, with a first-build-downloads-a-large-toolchain caveat.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Catalog now stands at 76 workflow agents and 83 Multi-Turn tools (51 wrapped chat-agent + 12 ACPX/Skill + 20 core), with 27 skills.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140,497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193,535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358      98,850    139,282  70.4%
Markdown                 144      17,420     22,082  12.4%
JavaScript                29      14,264     17,891  10.2%
CSS                        7       4,074      5,158   2.9%
YAML                      81       1,687      4,225   1.2%
Other text                 7         906      1,101   0.6%
HTML                       4         878        896   0.6%
Prompt template            2         797        907   0.6%
PowerShell                 5         508        754   0.4%
JSON                       7         422        422   0.3%
JavaScript module          1         405        474   0.3%
Text                       7         251        281   0.2%
Protocol Buffers           1          20         33   0.0%
Batch                      1          15         29   0.0%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7,788  11,364
Tlamatini/agent/tests.py                                Python         5,250   6,779
Tlamatini/agent/tools.py                                Python         2,690   3,904
Tlamatini/agent/doc_generation/complete_project_docs.py Python         2,430   2,746
Tlamatini/agent/agents/flowcreator/agentic_skill.md     Markdown       2,138   2,360
BookOfTlamatini.md                                      Markdown       2,122   2,987
...ini/agent/static/agent/css/agentic_control_panel.css CSS            1,820   2,436
Tlamatini/agent/static/agent/js/agent_page_init.js      JavaScript     1,447   1,700
Tlamatini/agent/static/agent/css/agent_page.css         CSS            1,379   1,703
README.md                                               Markdown       1,369   1,943
Tlamatini/agent/static/agent/js/acp-agent-connectors.js JavaScript     1,361   1,515
Tlamatini/agent/static/agent/js/agent_page_chat.js      JavaScript     1,361   1,858
Tlamatini/agent/static/agent/js/acp-canvas-core.js      JavaScript     1,335   1,645
Tlamatini/agent/consumers.py                            Python         1,300   1,638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Today’s headline hardening pass is `v1.19.4` file integrity: File-Creator’s bulk-write path no longer truncates long content with quotes or semicolons, so code and docs land byte-complete instead of arriving clipped at the exact moment a generated file becomes interesting.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same release completes the self-modify story: `build.py --self-modify` now generates a rebuildable `TlamatiniSourceCode/` snapshot through `copy_source_assets.py`, so a self-able-modify build carries her own source tree, rebuild instructions, and redacted secrets in one honest package.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Self-awareness is now part of the steady baseline rather than a one-off milestone: Tlamatini carries a first-person self-knowledge map and, in self-modify builds, can inspect the bundled source snapshot that describes how she actually works.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Documentation itself changed today, so the regenerated dossier is part of the tracked operator surface rather than an external afterthought.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2026-06-12 | 2a963c8 | Updating documentation to Tlamatini v1.19.4,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2026-06-12 | fe0cee2 | Fixing the FileCreator bulk-down to avoid truncated files,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2026-06-12 | 5a04129 | Now Implemented the complete source code as the codebase Tlamatini will work with in Auto-self modify,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2026-06-10 | ef1e11d | Implementing the API-Keys Wizard Dialog from config menu, by Tlamatini's-AutoBot.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2026-06-12 | 2a963c8 | Updating documentation to Tlamatini v1.19.4,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2026-06-12 | fe0cee2 | Fixing the FileCreator bulk-down to avoid truncated files,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2026-06-12 | 5a04129 | Now Implemented the complete source code as the codebase Tlamatini will work with in Auto-self modify, by Tlamatini's-AutoBot.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.mcp.json
|-- _acpx_pipeline_demo_report.md
|-- ACPX.md
|-- agents_descriptions.md
|-- BookOfTlamatini.md
|-- build.py
|-- build_installer.py
|-- build_uninstaller.py
|-- Claude-Desktop-KALI-MCP-Session.md
|-- CLAUDE.md
|-- copy_source_assets.py
|-- CreateShortcut.json
|-- CreateShortcut.ps1
|-- eslint.config.mjs
|-- example_of_prompt_to_make_de-compresser_agent.txt
|-- image.png
|-- install.py
|-- KIMI.md
|-- LICENSE
|-- OllamaPricing.png
|-- package.json
|-- PIVOT_CHANGES.md
|-- pnpm-lock.yaml
|-- prompt_example_2_create_agent.txt
|-- README.md
|-- regen_secrets.py
|-- register_flw.ps1
|-- RemoveShortcut.ps1
|-- requirements.txt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Tlamatini-Kali-Setup.md
|-- Tlamatini.ico
|-- Tlamatini.jpg
|-- Tlamatini.ps1
|-- tlamatini_app_summary.pdf
|-- Tlamatini_eXtended_Artificial_Intelligence_Humanly_Tempered.pptx
|-- TLAMATINI_MCP.md
|-- tlamatini_mcp_server.py
|-- uninstall.py
|-- unregister_flw.ps1
|-- VERSIONING.md
|-- versioning.py
|-- .claude/
|   |-- settings.json
|   |-- hooks/
|   |   |-- announce_skills.py
|   |   `-- test_announce_skills.py
|   |-- memory/
|   |   |-- feedback_agent_naming_conventions.md
|   |   |-- feedback_dont_overbuild_exec_safety.md
|   |   |-- feedback_hard_real_scenario_tests.md
|   |   |-- feedback_main_branch_only.md
|   |   |-- feedback_package_json_version_bump.md
|   |   |-- feedback_run_tlamatini_agents_visible.md
|   |   |-- feedback_state_constraints_upfront.md
|   |   |-- feedback_track_changes_pivot_file.md
|   |   |-- feedback_update_agent_docs.md
|   |   |-- feedback_user_owns_git.md
|   |   |-- MEMORY.md
|   |   |-- project_acpx_oneshot_prompt.md
|   |   |-- project_acpx_skills_menu.md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|   |-- project_acpx_toggle_skills.md
|   |   |-- project_acpxer_added.md
|   |   |-- project_arduiner_agent.md
|   |   |-- project_ask_execs_feature.md
|   |   |-- project_audioplayer_agent.md
|   |   |-- project_build_concurrency_guard.md
|   |   |-- project_build_tests_and_installer_enterkey.md
|   |   |-- project_camcorder_agent.md
|   |   |-- project_carried_python_for_agents.md
|   |   |-- project_conjunction_parser_fix.md
|   |   |-- project_daily_chat_test_skill.md
|   |   |-- project_desktop_ui_lifecycle.md
|   |   |-- project_director_virtuoso_demo_prompts.md
|   |   |-- project_doc_refresh_2026_05_06.md
|   |   |-- project_doc_refresh_2026_05_08.md
|   |   |-- project_doc_refresh_2026_05_09.md
|   |   |-- project_eight_fixes_2026_05_07.md
|   |   |-- project_emailer_recmailer_oneshot.md
|   |   |-- project_embedding_memory_guard.md
|   |   |-- project_esp32er_agent.md
|   |   |-- project_execute_command_bounded_fix.md
|   |   |-- project_execute_file_foreground_fix.md
|   |   |-- project_external_exec_safety_layer.md
|   |   |-- project_flow_compiler_dialog_wins.md
|   |   |-- project_kalier_agent.md
|   |   |-- project_keyboarder_wrapped_2026_05_07.md
|   |   |-- project_living_canvas_dropped.md
|   |   |-- project_mouser_wrapped_2026_05_07.md
|   |   |-- project_native_picker_tcltk_fix.md
|   |   |-- project_native_toast.md
|   |   |-- project_numpy_pyinstaller.md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|   |-- project_ollama_source_build_breaks_embeddings.md
|   |   |-- project_planner_followup.md
|   |   |-- project_playwrighter_agent.md
|   |   |-- project_playwrighter_hold_open.md
|   |   |-- project_prompt_catalog_mode_badges.md
|   |   |-- project_pythonxer_forkbomb_fix.md
|   |   |-- project_pythonxer_strict_ruff_gate.md
|   |   |-- project_quote_apostrophe_fix_2026_05_07.md
|   |   |-- project_reaper_console_window_fix.md
|   |   |-- project_recorder_agent.md
|   |   |-- project_reviewer_analyzer_agents.md
|   |   |-- project_reviewer_analyzer_demo_prompts.md
|   |   |-- project_reviewer_committed_secrets_falsepos.md
|   |   |-- project_secret_leak_recovery.md
|   |   |-- project_stm32er_agent.md
|   |   |-- project_stm32er_bootstrap_preflight.md
|   |   |-- project_stm32er_demo_prompts.md
|   |   |-- project_stm32er_docs_libs_parametrizer.md
|   |   |-- project_stm32er_hil_serial_proof_fix.md
|   |   |-- project_stm32er_tests.md
|   |   |-- project_summarizer_oneshot_mode.md
|   |   |-- project_taskbar_flash_attention.md
|   |   |-- project_teletlamatini_acpx.md
|   |   |-- project_temp_templates_policy.md
|   |   |-- project_unity_mcp_declined.md
|   |   |-- project_unrealer_expanded_surface.md
|   |   |-- project_versioning_2026_05_15.md
|   |   |-- project_videoplayer_agent.md
|   |   |-- project_windower_agent.md
|   |   `-- user_profile.md
|   `-- skills/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|-- tlamatini-agent-creation/
|       |   `-- SKILL.md
|       |-- tlamatini-agent-naming/
|       |   `-- SKILL.md
|       `-- tlamatini-daily-chat-test/
|           |-- .gitignore
|           |-- SKILL.md
|           `-- harness/
|               |-- config.py
|               |-- cyber_watchdog_test.py
|               |-- qualify.py
|               |-- questions.py
|               |-- README.md
|               |-- requirements.txt
|               |-- run_test.py
|               |-- talk_test.py
|               `-- wrapped_questions.py
|-- .codex/
|   `-- skills/
|       |-- full-project-pdf-dossier/
|       |   `-- SKILL.md
|       `-- overlap-safe-pptx-dossier/
|           `-- SKILL.md
|-- .github/
|   `-- workflows/
|       `-- name-guard.yml
|-- AuxTests/
|   `-- mypdf2.py
|-- docs/
|   `-- claude/
|       |-- acpx.md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|-- agents.md
|       |-- architecture.md
|       |-- exec-report.md
|       |-- frontend.md
|       |-- gotchas.md
|       |-- INDEX.md
|       |-- mcp-tools.md
|       |-- multi-turn.md
|       `-- recent-fixes.md
|-- pyinstaller_hooks/
|   `-- hook-numpy.py
`-- Tlamatini/
    |-- cat_art.py
    |-- manage.py
    |-- .agents/
    |   `-- workflows/
    |       `-- create_new_agent.md
    |-- .mcps/
    |   `-- create_new_mcp.md
    |-- .skills/
    |   `-- create_new_skill.md
    |-- agent/
    |   |-- __init__.py
    |   |-- access_key_wizard.py
    |   |-- admin.py
    |   |-- apps.py
    |   |-- capability_registry.py
    |   |-- chain_files_search_lcel.py
    |   |-- chain_system_lcel.py
    |   |-- chat_agent_registry.py
    |   |-- chat_agent_runtime.py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chat_history_loader.py
    |   |-- command_togen_pb2.txt
    |   |-- command_watchdog.py
    |   |-- config.json
    |   |-- config_loader.py
    |   |-- constants.py
    |   |-- consumers.py
    |   |-- embedding_memory_guard.py
    |   |-- exec_permission.py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test_access_key_wizard.py
    |   |-- test_arduiner_agent.py
    |   |-- test_audioplayer_agent.py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test_build_scripts.py
    |   |-- test_camcorder_agent.py
    |   |-- test_chat_bridge_bots.py
    |   |-- test_command_watchdog.py
    |   |-- test_crawler_agent.py
    |   |-- test_de_compresser.py
    |   |-- test_embedding_memory_guard.py
    |   |-- test_esp32er_agent.py
    |   |-- test_execute_command_bounded.py
    |   |-- test_flow_contracts.py
    |   |-- test_googler_agent.py
    |   |-- test_j_decompiler_agent.py
    |   |-- test_kalier_agent.py
    |   |-- test_native_dialogs.py
    |   |-- test_orphan_reaper.py
    |   |-- test_password_quoting.py
    |   |-- test_playwrighter_agent.py
    |   |-- test_recorder_agent.py
    |   |-- test_stm32er_agent.py
    |   |-- test_talker_agent.py
    |   |-- test_temp_dir_policy.py
    |   |-- test_unrealer_agent.py
    |   |-- test_videoplayer_agent.py
    |   |-- test_whisperer_agent.py
    |   |-- test_windower_agent.py
    |   |-- test_windows_app_registration.py
    |   |-- tests.py
    |   |-- Tlamatini.md
    |   |-- tools.py
    |   |-- urls.py
    |   |-- version.py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views.py
    |   |-- web_search_llm.py
    |   |-- window_flash.py
    |   |-- windows_app_registration.py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arduiner/
    |   |   |   |-- arduiner.py
    |   |   |   |-- config.yaml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ArduinoTemplateProject/
    |   |   |       |-- ArduinoTemplateProject.ino
    |   |   |       |-- README.md
    |   |   |       |-- sketch.yaml
    |   |   |       `-- src/
    |   |   |           |-- Heartbeat.cpp
    |   |   |           `-- Heartbeat.h
    |   |   |-- asker/
    |   |   |   |-- asker.py
    |   |   |   `-- config.yaml
    |   |   |-- audioplayer/
    |   |   |   |-- audioplayer.py
    |   |   |   `-- config.yaml
    |   |   |-- barrier/
    |   |   |   |-- barrier.py
    |   |   |   |-- config.yaml
    |   |   |   `-- test_barrier.py
    |   |   |-- camcorder/
    |   |   |   |-- camcorder.py
    |   |   |   `-- config.yaml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esp32er/
    |   |   |   |-- config.yaml
    |   |   |   `-- esp32er.py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playwrighter/
    |   |   |   |-- config.yaml
    |   |   |   `-- playwrighter.py
    |   |   |-- prompter/
    |   |   |   |-- config.yaml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recorder/
    |   |   |   |-- config.yaml
    |   |   |   `-- recorder.py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ssher/
    |   |   |   |-- config.yaml
    |   |   |   `-- ssher.py
    |   |   |-- starter/
    |   |   |   |-- config.yaml
    |   |   |   `-- starter.py
    |   |   |-- stm32er/
    |   |   |   |-- config.yaml
    |   |   |   `-- stm32er.py
    |   |   |-- stopper/
    |   |   |   |-- config.yaml
    |   |   |   `-- stopper.py
    |   |   |-- summarizer/
    |   |   |   |-- config.yaml
    |   |   |   `-- summarizer.py
    |   |   |-- talker/
    |   |   |   |-- config.yaml
    |   |   |   `-- talker.py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
    |   |   |-- videoplayer/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videoplayer.py
    |   |   |-- whatsapper/
    |   |   |   |-- config.yaml
    |   |   |   `-- whatsapper.py
    |   |   |-- whatstlamatini/
    |   |   |   |-- config.yaml
    |   |   |   `-- whatstlamatini.py
    |   |   |-- whisperer/
    |   |   |   |-- config.yaml
    |   |   |   `-- whisperer.py
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
    |   |   |-- HiIamTlamatini.png
    |   |   |-- mockup.jpg
    |   |   |-- RealisticTlamatini.png
    |   |   |-- ShouldersUoTlamatini.png
    |   |   |-- Tlamatini AI Agentic Advisor Video.mp4
    |   |   |-- TlamatiniAbout.jpg
    |   |   |-- TlamatiniDrawings.png
    |   |   |-- TlammatiniLetsMakeSomeMagic.mp4
    |   |   |-- TorsoTlamatini.png
    |   |   `-- XAIHT-Tlamatini.mp4
    |   |-- imaging/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|-- 0085_add_unrealer.py
    |   |   |-- 0086_add_chat_agent_unrealer_tool.py
    |   |   |-- 0087_add_unrealer_demo_prompt.py
    |   |   |-- 0088_add_reviewer.py
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|-- 0101_add_stm32er.py
    |   |   |-- 0102_add_chat_agent_stm32er_tool.py
    |   |   |-- 0103_add_stm32er_demo_prompts.py
    |   |   |-- 0104_fix_stm32er_hil_serial_proof.py
    |   |   |-- 0105_add_esp32er.py
    |   |   |-- 0106_add_chat_agent_esp32er_tool.py
    |   |   |-- 0107_add_esp32er_demo_prompts.py
    |   |   |-- 0108_add_flow_making_demo_prompt.py
    |   |   |-- 0109_add_arduiner.py
    |   |   |-- 0110_add_chat_agent_arduiner_tool.py
    |   |   |-- 0111_add_arduiner_demo_prompts.py
    |   |   |-- 0112_add_camcorder.py
    |   |   |-- 0113_add_chat_agent_camcorder_tool.py
    |   |   |-- 0114_add_recorder.py
    |   |   |-- 0115_add_chat_agent_recorder_tool.py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22/28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|-- 0116_add_audioplayer.py
    |   |   |-- 0117_add_chat_agent_audioplayer_tool.py
    |   |   |-- 0118_add_videoplayer.py
    |   |   |-- 0119_add_chat_agent_videoplayer_tool.py
    |   |   |-- 0120_add_talker.py
    |   |   |-- 0121_add_chat_agent_talker_tool.py
    |   |   |-- 0122_add_talker_demo_prompt.py
    |   |   |-- 0123_add_whisperer.py
    |   |   |-- 0124_add_chat_agent_whisperer_tool.py
    |   |   |-- 0125_add_whisperer_demo_prompt.py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23/28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create_new_agent/
    |   |   |   `-- SKILL.md
    |   |   |-- create_new_mcp/
    |   |   |   `-- SKILL.md
    |   |   |-- flow_making/
    |   |   |   |-- SKILL.md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24/28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references/
    |   |   |   |   `-- flw_schema.md
    |   |   |   `-- scripts/
    |   |   |       |-- make_flow.py
    |   |   |       `-- result_to_flw.py
    |   |   |-- github/
    |   |   |   `-- SKILL.md
    |   |   |-- gmail/
    |   |   |   `-- SKILL.md
    |   |   |-- hello_world/
    |   |   |   `-- SKILL.md
    |   |   |-- jira/
    |   |   |   `-- SKILL.md
    |   |   |-- kali_pentest/
    |   |   |   `-- SKILL.md
    |   |   |-- notion/
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25/28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access_keys_wizard.css
    |   |       |   |-- agent_page.css
    |   |       |   |-- agentic_control_panel.css
    |   |       |   |-- login.css
    |   |       |   |-- skills_dialog.css
    |   |       |   |-- tools_dialog.css
    |   |       |   `-- welcome.css
    |   |       |-- img/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26/28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spinner.svg
    |   |       |   `-- Tlamatini.ico
    |   |       |-- js/
    |   |       |   |-- access_keys_wizard.js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27/28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|-- templates/
    |   |   `-- agent/
    |   |       |-- agent_page.html
    |   |       |-- agentic_control_panel.html
    |   |       |-- login.html
    |   |       `-- welcome.html
    |   |-- test_fixtures/
    |   |   `-- talker_orpheus_tokens.txt
    |   `-- TlamatiniSourceCode/
    |       `-- README.md
    |-- DB/
    |   |-- Older/
    |   |   `-- README.md
    |   `-- ToLoad/
    |       `-- README.md
    |-- jd-cli/
    |   |-- jd-cli.bat
    |   `-- jd-cli.jar
    `-- tlamatini/
        |-- __init__.py
        |-- asgi.py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28/28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Regenerate the PDF and deck whenever README, architecture, agent catalog, line inventory, or packaging behavior changes.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Keep the PDF exhaustive and evidence-heavy; keep the PPT visual, split dense appendices, and audit geometry before delivery.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Use the new Skills in `.codex/skills/` so future refreshes follow the same no-overlap and full-dossier rules.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