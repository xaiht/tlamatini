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822</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172,104</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11, 2026 09:00 PM UTC-0600 at HEAD a45fe0e0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V1.39.4</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V1.39.4</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 THE NMAPPER CYBER-SECURITY RELEASE PLUS THE STARTUP-DIALOG CLOSEABILITY FIX</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repository currently resolves to the `v1.39.4` release line (the tagged startup-dialog fix `f8a7c237`, with HEAD `a45fe0e0` one commit further on the Catalog-of-Prompts localization fix), with README.md, BookOfTlamatini.md, Git history, source inspection, and generated inventory tables confirming the workflow-agent, Multi-Turn-tool, skill, asset, and effective-line totals.</a:t>
            </a:r>
          </a:p>
          <a:p>
            <a:pPr>
              <a:spcAft>
                <a:spcPts val="400"/>
              </a:spcAft>
              <a:defRPr sz="1000">
                <a:solidFill>
                  <a:srgbClr val="B4BAAE"/>
                </a:solidFill>
                <a:latin typeface="Aptos"/>
              </a:defRPr>
            </a:pPr>
            <a:r>
              <a:t>`v1.39.3` is the Nmapper release: the new `nmapper` workflow agent and wrapped `chat_agent_nmapper` tool give pentesters and CTF players a local, authorized-targets-only nmap bridge that never bundles or redistributes nmap itself, defaults to an unprivileged TCP connect scan, and degrades raw-packet features gracefully when Npcap is absent.</a:t>
            </a:r>
          </a:p>
          <a:p>
            <a:pPr>
              <a:spcAft>
                <a:spcPts val="400"/>
              </a:spcAft>
              <a:defRPr sz="1000">
                <a:solidFill>
                  <a:srgbClr val="B4BAAE"/>
                </a:solidFill>
                <a:latin typeface="Aptos"/>
              </a:defRPr>
            </a:pPr>
            <a:r>
              <a:t>`v1.39.4` is the startup-dialog fix: the first-run dialog can be closed again, so a fresh launch is no longer blocked by an unclosable overlay.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`v1.36.0` is the Video-Analyzer release: the new `video_analyzer` workflow agent and wrapped `chat_agent_video_analyzer` tool read recorded videos, check for motion, ask two vision models for independent evidence, merge their reports, and emit explicit routeable verdict tokens.</a:t>
            </a:r>
          </a:p>
          <a:p>
            <a:pPr>
              <a:spcAft>
                <a:spcPts val="400"/>
              </a:spcAft>
              <a:defRPr sz="1000">
                <a:solidFill>
                  <a:srgbClr val="B4BAAE"/>
                </a:solidFill>
                <a:latin typeface="Aptos"/>
              </a:defRPr>
            </a:pPr>
            <a:r>
              <a:t>`v1.35.0` improves prompt discovery: the Tools dialog prompt cards now search by substring, word-start, and fuzzy matches and show mode badges so operators can navigate the larger seeded prompt catalog without memorizing exact names.</a:t>
            </a:r>
          </a:p>
          <a:p>
            <a:pPr>
              <a:spcAft>
                <a:spcPts val="400"/>
              </a:spcAft>
              <a:defRPr sz="1000">
                <a:solidFill>
                  <a:srgbClr val="B4BAAE"/>
                </a:solidFill>
                <a:latin typeface="Aptos"/>
              </a:defRPr>
            </a:pPr>
            <a:r>
              <a:t>The post-tag flow-layout commit improves generated `.flw` layout: chat-created workflows now use a serpentine/boustrophedon grid so long Starter -&gt; Agent -&gt; ... -&gt; Ender chains stay readable on the canvas instead of drifting off-screen.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DISCOVERER HARDENING PLUS CARRIED PRODUCT 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committed reliability wave adds `agent/self_healing.py`: Multi-Turn model steps are watchdog-bounded, retry through distinct tactics, broadcast recovery status, and preserve completed agent work in degraded answers instead of discarding evidence.</a:t>
            </a:r>
          </a:p>
          <a:p>
            <a:pPr>
              <a:spcAft>
                <a:spcPts val="400"/>
              </a:spcAft>
              <a:defRPr sz="1000">
                <a:solidFill>
                  <a:srgbClr val="B4BAAE"/>
                </a:solidFill>
                <a:latin typeface="Aptos"/>
              </a:defRPr>
            </a:pPr>
            <a:r>
              <a:t>Create Flow now follows concrete tool evidence rather than the removed whole-answer classifier: the button appears when Multi-Turn produced at least one successful agent call, and generated `.flw` downloads keep only successful executions.</a:t>
            </a:r>
          </a:p>
          <a:p>
            <a:pPr>
              <a:spcAft>
                <a:spcPts val="400"/>
              </a:spcAft>
              <a:defRPr sz="1000">
                <a:solidFill>
                  <a:srgbClr val="B4BAAE"/>
                </a:solidFill>
                <a:latin typeface="Aptos"/>
              </a:defRPr>
            </a:pPr>
            <a:r>
              <a:t>The live frontend follow-up keeps the browser honest during self-healing: `agent_page_chat.js` recognizes live tactic-status frames and re-asserts the busy/Cancel state until the real final answer arrives.</a:t>
            </a:r>
          </a:p>
          <a:p>
            <a:pPr>
              <a:spcAft>
                <a:spcPts val="400"/>
              </a:spcAft>
              <a:defRPr sz="1000">
                <a:solidFill>
                  <a:srgbClr val="B4BAAE"/>
                </a:solidFill>
                <a:latin typeface="Aptos"/>
              </a:defRPr>
            </a:pPr>
            <a:r>
              <a:t>Create Flow resolution now tolerates display-name drift: successful calls are normalized against the live Agents sidebar, resolvable successes are kept, and unresolved successful entries are skipped instead of disabling the whole button.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committed Discoverer wave adds PDCP key wiring: `PDCP_API_KEY` can be managed from Config -&gt; Access Keys Wizard -&gt; Security Recon (ProjectDiscovery), auto-injected into `chat_agent_discoverer`, redacted from `.flw`, and scrubbed by `regen_secrets.py`.</a:t>
            </a:r>
          </a:p>
          <a:p>
            <a:pPr>
              <a:spcAft>
                <a:spcPts val="400"/>
              </a:spcAft>
              <a:defRPr sz="1000">
                <a:solidFill>
                  <a:srgbClr val="B4BAAE"/>
                </a:solidFill>
                <a:latin typeface="Aptos"/>
              </a:defRPr>
            </a:pPr>
            <a:r>
              <a:t>Discoverer's CVE lane now treats the legacy `cvemap` tool key as ProjectDiscovery `vulnx`: the old cvemap API was retired in August 2025, so Tlamatini installs/runs the `vulnx` binary, supports `search`/`id`, and counts object-style JSON findings correctly.</a:t>
            </a:r>
          </a:p>
          <a:p>
            <a:pPr>
              <a:spcAft>
                <a:spcPts val="400"/>
              </a:spcAft>
              <a:defRPr sz="1000">
                <a:solidFill>
                  <a:srgbClr val="B4BAAE"/>
                </a:solidFill>
                <a:latin typeface="Aptos"/>
              </a:defRPr>
            </a:pPr>
            <a:r>
              <a:t>The private Go toolchain remains self-contained under `&lt;install_dir&gt;/Go`, but `.gitignore` and `git_deny_go.py` now make Go compiler/cache/tool binaries invisible to Git and block accidental commits with a pre-commit guard.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`v1.34.x` adds the triple-model Image-Interpreter release and the matching Config -&gt; Models dialog work: three visible model fields now correspond to interpreter 1, interpreter 2, and image merger instead of hiding a multi-model agent behind one old vision-model slot.</a:t>
            </a:r>
          </a:p>
          <a:p>
            <a:pPr>
              <a:spcAft>
                <a:spcPts val="400"/>
              </a:spcAft>
              <a:defRPr sz="1000">
                <a:solidFill>
                  <a:srgbClr val="B4BAAE"/>
                </a:solidFill>
                <a:latin typeface="Aptos"/>
              </a:defRPr>
            </a:pPr>
            <a:r>
              <a:t>`v1.33.x` remains the Zavuerer release family: the Zavu unified-messaging workflow agent adds SMS, WhatsApp, Telegram, Email, and Voice delivery through one configured API key, with setup-wizard dedupe and cloud-default cleanup carried forward.</a:t>
            </a:r>
          </a:p>
          <a:p>
            <a:pPr>
              <a:spcAft>
                <a:spcPts val="400"/>
              </a:spcAft>
              <a:defRPr sz="10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resulting PDF/PPTX refresh treats `v1.39.4` — the Nmapper cyber-security release `v1.39.3` plus the startup-dialog closeability fix — as the current product snapshot while preserving the historical context for the robotic-arm loop, the frontend-state-recovery hotfix, self-update, media agents, deterministic file tools, firmware agents, External MCPs, ACPX skills, Zavuerer, and Image-Interpreter.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The current HEAD `a45fe0e0` sits one commit past the public `v1.39.4` tag with Catalog-of-Prompts localization cleanup, keeping prompt UI wording aligned with the localized operator surface.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`idPrompt`, while the legacy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SOURCE CHANGES COUNTED SEPARATELY FROM RELEASE TAGS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Live Working-Tree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MCP and chat 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worktree also contains current source hardening that is not a release tag yet: the generated dossier counts those lines from disk, but describes them separately from committed release history.</a:t>
            </a:r>
          </a:p>
          <a:p>
            <a:pPr>
              <a:spcAft>
                <a:spcPts val="400"/>
              </a:spcAft>
              <a:defRPr sz="1000">
                <a:solidFill>
                  <a:srgbClr val="B4BAAE"/>
                </a:solidFill>
                <a:latin typeface="Aptos"/>
              </a:defRPr>
            </a:pPr>
            <a:r>
              <a:t>`external_mcp_manager.py` now moves active-server supervision and `tools/list` refreshes onto a background thread, reducing chat-build stalls when an external MCP bridge is slow, empty, or reconnecting.</a:t>
            </a:r>
          </a:p>
          <a:p>
            <a:pPr>
              <a:spcAft>
                <a:spcPts val="400"/>
              </a:spcAft>
              <a:defRPr sz="1000">
                <a:solidFill>
                  <a:srgbClr val="B4BAAE"/>
                </a:solidFill>
                <a:latin typeface="Aptos"/>
              </a:defRPr>
            </a:pPr>
            <a:r>
              <a:t>External MCP tool refresh timeouts were reduced for both stdio and network clients so cached tools can be bound quickly while the background supervisor refreshes or repairs bridges afterward.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Flow secrets and mail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Saved Agentic Control Panel `.flw` snapshots now POST through `/agent/redact_flow_snapshot/`, where `redact_flow_snapshot()` masks per-agent `secret_paths` while preserving node ids, positions, connections, artifacts, and loader shape.</a:t>
            </a:r>
          </a:p>
          <a:p>
            <a:pPr>
              <a:spcAft>
                <a:spcPts val="400"/>
              </a:spcAft>
              <a:defRPr sz="1000">
                <a:solidFill>
                  <a:srgbClr val="B4BAAE"/>
                </a:solidFill>
                <a:latin typeface="Aptos"/>
              </a:defRPr>
            </a:pPr>
            <a:r>
              <a:t>`acp-file-io.js`, `urls.py`, `views.py`, and `services/agent_contracts.py` are the concrete `.flw` redaction surface, designed to prevent SMTP/IMAP/DB passwords, API tokens, and private keys from leaving the browser in shared flow files.</a:t>
            </a:r>
          </a:p>
          <a:p>
            <a:pPr>
              <a:spcAft>
                <a:spcPts val="400"/>
              </a:spcAft>
              <a:defRPr sz="1000">
                <a:solidFill>
                  <a:srgbClr val="B4BAAE"/>
                </a:solidFill>
                <a:latin typeface="Aptos"/>
              </a:defRPr>
            </a:pPr>
            <a:r>
              <a:t>`agents/recmailer/recmailer.py` now passes an IMAP socket timeout to `imaplib.IMAP4_SSL`, preventing black-holed or slow mail servers from freezing one-shot mode and upstream agent-stop waits indefinitely.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latest reachable public tag `v1.39.4` (the startup-dialog closeability fix, on top of the `v1.39.3` Nmapper cyber-security release); the live HEAD sits one commit past it, on the Catalog-of-Prompts localization fix.</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substring matches, word-start matches, fuzzy scoring, and mode badges make the full seeded prompt catalog navigable.</a:t>
            </a:r>
          </a:p>
          <a:p>
            <a:pPr>
              <a:spcAft>
                <a:spcPts val="400"/>
              </a:spcAft>
              <a:defRPr sz="1300">
                <a:solidFill>
                  <a:srgbClr val="B4BAAE"/>
                </a:solidFill>
                <a:latin typeface="Aptos"/>
              </a:defRPr>
            </a:pPr>
            <a:r>
              <a:t>The prompt-card rendering work was validated against the seeded catalog so one-shot, Multi-Turn, ACPX, Exec Report, and Step-by-Step prompt families remain distinguishable while searching.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1000">
                <a:solidFill>
                  <a:srgbClr val="B4BAAE"/>
                </a:solidFill>
                <a:latin typeface="Aptos"/>
              </a:defRPr>
            </a:pPr>
            <a:r>
              <a:t>The `v1.36.0` wave added concrete video-verdict assets: `agent/agents/video_analyzer/`, migrations `0166`-`0168`, `test_video_analyzer_agent.py`, `chat_agent_video_analyzer` registry wiring, Video-Analyzer service contracts, and a seeded robotic-loop demo prompt.</a:t>
            </a:r>
          </a:p>
          <a:p>
            <a:pPr>
              <a:spcAft>
                <a:spcPts val="400"/>
              </a:spcAft>
              <a:defRPr sz="1000">
                <a:solidFill>
                  <a:srgbClr val="B4BAAE"/>
                </a:solidFill>
                <a:latin typeface="Aptos"/>
              </a:defRPr>
            </a:pPr>
            <a:r>
              <a:t>The adjacent `v1.35.0`-through-`v1.39.4` work updates prompt-card search/rendering assets (now fed by the one-call `/agent/list_prompts/` endpoint), `.flw` generation layout code, the restored-mutable frontend state, the Nmapper recon agent, and the startup-dialog overlay, so the latest operator improvements are visible in JavaScript/CSS and canvas workflow output, not only markdown.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Nmapper wave adds `agent/agents/nmapper/`, migrations `0170`-`0172`, `test_nmapper_agent.py`, `chat_agent_nmapper`, `update_nmapper_connection`, agent contracts/Parametrizer fields, ACP connector assets, FlowCreator/FlowHypervisor catalog entries, and docs across README, Book, `agents_descriptions.md`, and `docs/claude`.</a:t>
            </a:r>
          </a:p>
          <a:p>
            <a:pPr>
              <a:spcAft>
                <a:spcPts val="400"/>
              </a:spcAft>
              <a:defRPr sz="1000">
                <a:solidFill>
                  <a:srgbClr val="B4BAAE"/>
                </a:solidFill>
                <a:latin typeface="Aptos"/>
              </a:defRPr>
            </a:pPr>
            <a:r>
              <a:t>The current working-tree hardening assets add background External MCP supervision in `external_mcp_manager.py`, lossless `.flw` secret redaction through `redact_flow_snapshot()` plus `/agent/redact_flow_snapshot/`, browser Save redaction in `acp-file-io.js`, route/view wiring, and an IMAP timeout in `recmailer.py`.</a:t>
            </a:r>
          </a:p>
          <a:p>
            <a:pPr>
              <a:spcAft>
                <a:spcPts val="400"/>
              </a:spcAft>
              <a:defRPr sz="1000">
                <a:solidFill>
                  <a:srgbClr val="B4BAAE"/>
                </a:solidFill>
                <a:latin typeface="Aptos"/>
              </a:defRPr>
            </a:pPr>
            <a:r>
              <a:t>The newest committed reliability assets include `agent/self_healing.py`, `agent/test_self_healing.py`, `Tlamatini/tests_e2e/test_self_healing_visual.py`, `Tlamatini/tests_e2e/test_create_flow_visual.py`, and coordinated changes in `mcp_agent.py`, `consumers.py`, `response_parser.py`, and the chat frontend.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Agent and cleanup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earlier `v1.33.2` wave adds or updates concrete assets too: `agent/agents/zavuerer/`, migrations `0159`-`0164`, Zavu Access Keys Wizard fields, planner hints, wrapped-tool registration, and the latest messaging-agent config defaults.</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10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10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10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10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27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the current `v1.39.4` release state keeps runtime surfaces, self-knowledge wording, firmware/External-MCP demos, ACPX skills, Zavuerer messaging, Video-Analyzer, Robotic-Loop-Training, Nmapper recon, generated `.flw` layout, and operator handbook aligned.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1.39.4 | build: 1.39.4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822</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172</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a45fe0e0 - Updated version to 1.39.4, by angelahack1</a:t>
            </a:r>
          </a:p>
          <a:p>
            <a:pPr>
              <a:spcAft>
                <a:spcPts val="400"/>
              </a:spcAft>
              <a:defRPr sz="1500">
                <a:solidFill>
                  <a:srgbClr val="B4BAAE"/>
                </a:solidFill>
                <a:latin typeface="Aptos"/>
              </a:defRPr>
            </a:pPr>
            <a:r>
              <a:t>Resolved version: 1.39.4 (git)</a:t>
            </a:r>
          </a:p>
          <a:p>
            <a:pPr>
              <a:spcAft>
                <a:spcPts val="400"/>
              </a:spcAft>
              <a:defRPr sz="1500">
                <a:solidFill>
                  <a:srgbClr val="B4BAAE"/>
                </a:solidFill>
                <a:latin typeface="Aptos"/>
              </a:defRPr>
            </a:pPr>
            <a:r>
              <a:t>Generated on July 11, 2026 09:00 PM UTC-0600</a:t>
            </a:r>
          </a:p>
          <a:p>
            <a:pPr>
              <a:spcAft>
                <a:spcPts val="400"/>
              </a:spcAft>
              <a:defRPr sz="1500">
                <a:solidFill>
                  <a:srgbClr val="B4BAAE"/>
                </a:solidFill>
                <a:latin typeface="Aptos"/>
              </a:defRPr>
            </a:pPr>
            <a:r>
              <a:t>Inventory scope: 822 files = 822 tracked + 0 git-unignored working-tree additions</a:t>
            </a:r>
          </a:p>
          <a:p>
            <a:pPr>
              <a:spcAft>
                <a:spcPts val="400"/>
              </a:spcAft>
              <a:defRPr sz="1500">
                <a:solidFill>
                  <a:srgbClr val="B4BAAE"/>
                </a:solidFill>
                <a:latin typeface="Aptos"/>
              </a:defRPr>
            </a:pPr>
            <a:r>
              <a:t>Multi-Turn tools: 94; wrapped chat-agent tools: 62; skills: 27</a:t>
            </a:r>
          </a:p>
          <a:p>
            <a:pPr>
              <a:spcAft>
                <a:spcPts val="400"/>
              </a:spcAft>
              <a:defRPr sz="1500">
                <a:solidFill>
                  <a:srgbClr val="B4BAAE"/>
                </a:solidFill>
                <a:latin typeface="Aptos"/>
              </a:defRPr>
            </a:pPr>
            <a:r>
              <a:t>Python requirements: 79; authoritative agent-description rows: 86</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cc5bc98d on 2026-07-09</a:t>
            </a:r>
          </a:p>
          <a:p>
            <a:pPr>
              <a:spcAft>
                <a:spcPts val="400"/>
              </a:spcAft>
              <a:defRPr sz="1300">
                <a:solidFill>
                  <a:srgbClr val="B4BAAE"/>
                </a:solidFill>
                <a:latin typeface="Aptos"/>
              </a:defRPr>
            </a:pPr>
            <a:r>
              <a:t>Bulk surgicaly update of content and version to 1.38.1, by Tlamatini's-AutoBot.</a:t>
            </a:r>
          </a:p>
          <a:p>
            <a:pPr>
              <a:spcAft>
                <a:spcPts val="400"/>
              </a:spcAft>
              <a:defRPr sz="1300">
                <a:solidFill>
                  <a:srgbClr val="B4BAAE"/>
                </a:solidFill>
                <a:latin typeface="Aptos"/>
              </a:defRPr>
            </a:pPr>
            <a:r>
              <a:t>Commits since then: 4</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the repository advanced through `v1.35.0`, `v1.36.0`, `v1.38.0`, `v1.38.1`, `v1.39.3`, and `v1.39.4`: Video-Analyzer became the headline tagged agent release, the Robotic-Loop-Training circle was proven live on a robotic arm, generated flow files are more readable, model-step failures are recovered more truthfully, the const-poison hotfix restored the frontend while adding the one-call prompt catalog, the Nmapper agent brought local authorized nmap recon to the pentesting and CTF workflow, and the startup dialog became closeable again.</a:t>
            </a:r>
          </a:p>
          <a:p>
            <a:pPr>
              <a:spcAft>
                <a:spcPts val="400"/>
              </a:spcAft>
              <a:defRPr sz="1000">
                <a:solidFill>
                  <a:srgbClr val="B4BAAE"/>
                </a:solidFill>
                <a:latin typeface="Aptos"/>
              </a:defRPr>
            </a:pPr>
            <a:r>
              <a:t>The current visual-doc delta covers `agent/agents/video_analyzer/`, migrations `0166`-`0168`, `test_video_analyzer_agent.py`, `chat_agent_video_analyzer`, prompt-card search improvements, serpentine `.flw` layout, `agent/self_healing.py`, Create Flow gate cleanup, and the carried v1.33.x/v1.34.x model and messaging context.</a:t>
            </a:r>
          </a:p>
          <a:p>
            <a:pPr>
              <a:spcAft>
                <a:spcPts val="400"/>
              </a:spcAft>
              <a:defRPr sz="10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THROUGH THE V1.39.4 RELEASE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Video-Analyzer (v1.36.0): motion-verdict video analysis for robotic-loop training, with `TLM_VERDICT::` routing.</a:t>
            </a:r>
          </a:p>
          <a:p>
            <a:pPr>
              <a:spcAft>
                <a:spcPts val="400"/>
              </a:spcAft>
              <a:defRPr sz="1000">
                <a:solidFill>
                  <a:srgbClr val="B4BAAE"/>
                </a:solidFill>
                <a:latin typeface="Aptos"/>
              </a:defRPr>
            </a:pPr>
            <a:r>
              <a:t>Self-healing Multi-Turn: watchdog-bounded model steps, tactic switching, live status, and truthful degraded answers.</a:t>
            </a:r>
          </a:p>
          <a:p>
            <a:pPr>
              <a:spcAft>
                <a:spcPts val="400"/>
              </a:spcAft>
              <a:defRPr sz="1000">
                <a:solidFill>
                  <a:srgbClr val="B4BAAE"/>
                </a:solidFill>
                <a:latin typeface="Aptos"/>
              </a:defRPr>
            </a:pPr>
            <a:r>
              <a:t>Discoverer hardening: optional PDCP key wiring, `cvemap` -&gt; `vulnx` CVE search, and a Go-deny guard that keeps the private Go toolchain out of Git.</a:t>
            </a:r>
          </a:p>
          <a:p>
            <a:pPr>
              <a:spcAft>
                <a:spcPts val="400"/>
              </a:spcAft>
              <a:defRPr sz="1000">
                <a:solidFill>
                  <a:srgbClr val="B4BAAE"/>
                </a:solidFill>
                <a:latin typeface="Aptos"/>
              </a:defRPr>
            </a:pPr>
            <a:r>
              <a:t>Image-Interpreter: triple-model still-image analysis with independent interpreters and a merger model.</a:t>
            </a:r>
          </a:p>
          <a:p>
            <a:pPr>
              <a:spcAft>
                <a:spcPts val="400"/>
              </a:spcAft>
              <a:defRPr sz="1000">
                <a:solidFill>
                  <a:srgbClr val="B4BAAE"/>
                </a:solidFill>
                <a:latin typeface="Aptos"/>
              </a:defRPr>
            </a:pPr>
            <a:r>
              <a:t>Zavuerer: unified Zavu messaging for SMS, WhatsApp, Telegram, Email, and Voice.</a:t>
            </a:r>
          </a:p>
          <a:p>
            <a:pPr>
              <a:spcAft>
                <a:spcPts val="400"/>
              </a:spcAft>
              <a:defRPr sz="1000">
                <a:solidFill>
                  <a:srgbClr val="B4BAAE"/>
                </a:solidFill>
                <a:latin typeface="Aptos"/>
              </a:defRPr>
            </a:pPr>
            <a:r>
              <a:t>Prompt search and generated `.flw` files: fuzzy prompt cards plus serpentine successful-only flow downloads.</a:t>
            </a:r>
          </a:p>
          <a:p>
            <a:pPr>
              <a:spcAft>
                <a:spcPts val="400"/>
              </a:spcAft>
              <a:defRPr sz="1000">
                <a:solidFill>
                  <a:srgbClr val="B4BAAE"/>
                </a:solidFill>
                <a:latin typeface="Aptos"/>
              </a:defRPr>
            </a:pPr>
            <a:r>
              <a:t>Media/voice and firmware lanes remain active: Talker, Whisperer, Camcorder, Recorder, STM32er, ESP32er, Arduiner, ESPHomer, Blenderer, and Unrealer.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`v1.39.4` is the current tag — the startup-dialog closeability fix on top of the Nmapper cyber-security release (`v1.39.3`).</a:t>
            </a:r>
          </a:p>
          <a:p>
            <a:pPr>
              <a:spcAft>
                <a:spcPts val="400"/>
              </a:spcAft>
              <a:defRPr sz="1000">
                <a:solidFill>
                  <a:srgbClr val="B4BAAE"/>
                </a:solidFill>
                <a:latin typeface="Aptos"/>
              </a:defRPr>
            </a:pPr>
            <a:r>
              <a:t>Create Flow now follows successful tool calls instead of the removed `answer_success` classifier.</a:t>
            </a:r>
          </a:p>
          <a:p>
            <a:pPr>
              <a:spcAft>
                <a:spcPts val="400"/>
              </a:spcAft>
              <a:defRPr sz="1000">
                <a:solidFill>
                  <a:srgbClr val="B4BAAE"/>
                </a:solidFill>
                <a:latin typeface="Aptos"/>
              </a:defRPr>
            </a:pPr>
            <a:r>
              <a:t>Frontend recovery controls keep live self-healing status frames in Cancel/busy state until the true final answer.</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Delegation baseline: ACPX, Skills, External MCPs, MCP Doctor, `tlamatini_acpx.py`, and `tlamatini_mcp_server.py` remain first-class surfaces.</a:t>
            </a:r>
          </a:p>
          <a:p>
            <a:pPr>
              <a:spcAft>
                <a:spcPts val="400"/>
              </a:spcAft>
              <a:defRPr sz="1000">
                <a:solidFill>
                  <a:srgbClr val="B4BAAE"/>
                </a:solidFill>
                <a:latin typeface="Aptos"/>
              </a:defRPr>
            </a:pPr>
            <a:r>
              <a:t>Catalog now stands at 85 workflow agents and 94 Multi-Turn tools (62 wrapped chat-agent + 12 ACPX/Skill + 20 core), with 27 skills.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172,104</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242,027</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464     123,466    177,073  71.7%
Markdown                 157      20,378     27,093  11.8%
JavaScript                31      16,123     20,542   9.4%
CSS                        9       5,677      7,193   3.3%
YAML                      90       1,980      4,958   1.2%
HTML                       4       1,055      1,073   0.6%
Prompt template            2       1,035      1,155   0.6%
PowerShell                 6         672        987   0.4%
JSON                       8         544        544   0.3%
Other text                 8         506        606   0.3%
JavaScript module          1         418        499   0.2%
Text                       5         215        242   0.1%
Protocol Buffers           1          20         33   0.0%
Batch                      1          15         29   0.0%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8,330  12,138
Tlamatini/agent/tests.py                                Python         5,510   7,166
Tlamatini/agent/doc_generation/complete_project_docs.py Python         3,347   3,734
Tlamatini/agent/tools.py                                Python         3,061   4,451
BookOfTlamatini.md                                      Markdown       2,492   3,528
Tlamatini/agent/agents/flowcreator/agentic_skill.md     Markdown       2,281   2,520
...ini/agent/static/agent/css/agentic_control_panel.css CSS            2,041   2,724
Tlamatini/agent/external_mcp_manager.py                 Python         1,850   2,281
Tlamatini/agent/chat_agent_registry.py                  Python         1,728   1,765
Tlamatini/agent/static/agent/js/agent_page_chat.js      JavaScript     1,664   2,298
Tlamatini/agent/static/agent/css/agent_page.css         CSS            1,608   2,001
Tlamatini/agent/static/agent/js/acp-agent-connectors.js JavaScript     1,523   1,698
Tlamatini/agent/static/agent/js/agent_page_init.js      JavaScript     1,462   1,728
Tlamatini/agent/static/agent/js/acp-canvas-core.js      JavaScript     1,385   1,707</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Git window now lands on `v1.39.4` — the Nmapper cyber-security line (`v1.39.3`) plus the startup-dialog closeability fix: README.md, BookOfTlamatini.md, Git history, and source inventory tables confirm the current workflow-agent, Multi-Turn-tool, skill, asset, and effective-line totals.</a:t>
            </a:r>
          </a:p>
          <a:p>
            <a:pPr>
              <a:spcAft>
                <a:spcPts val="400"/>
              </a:spcAft>
              <a:defRPr sz="1000">
                <a:solidFill>
                  <a:srgbClr val="B4BAAE"/>
                </a:solidFill>
                <a:latin typeface="Aptos"/>
              </a:defRPr>
            </a:pPr>
            <a:r>
              <a:t>The current release wave is broader than a badge bump: `v1.36.0` added Video-Analyzer, `v1.38.0` proved the Robotic-Loop-Training circle live on a robotic arm (programmed from a blank page and two cameras) on top of the self-healing model-step invoker and the cleaner Create Flow gate, `v1.38.1` recovered the frontend from the const-poison incident while adding the one-call `/agent/list_prompts/` prompt catalog, `v1.39.3` shipped the Nmapper agent for authorized pentesting and CTF recon alongside general cyber-security improvements, and `v1.39.4` fixed the startup dialog that could not be closed.</a:t>
            </a:r>
          </a:p>
          <a:p>
            <a:pPr>
              <a:spcAft>
                <a:spcPts val="400"/>
              </a:spcAft>
              <a:defRPr sz="10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000">
                <a:solidFill>
                  <a:srgbClr val="B4BAAE"/>
                </a:solidFill>
                <a:latin typeface="Aptos"/>
              </a:defRPr>
            </a:pPr>
            <a:r>
              <a:t>The latest documentation pass aligns the handbook and source with the `v1.39.4` release line — the `v1.39.3` Nmapper cyber-security release plus the startup-dialog closeability fix — so this dossier now carries the current reliability story, media-verdict agent story, local-nmap recon story, prompt-search UX, live line-count inventory, and Agent-directory responsibility boundary instead of stale v1.33.x prose.</a:t>
            </a:r>
          </a:p>
          <a:p>
            <a:pPr>
              <a:spcAft>
                <a:spcPts val="400"/>
              </a:spcAft>
              <a:defRPr sz="1000">
                <a:solidFill>
                  <a:srgbClr val="B4BAAE"/>
                </a:solidFill>
                <a:latin typeface="Aptos"/>
              </a:defRPr>
            </a:pPr>
            <a:r>
              <a:t>A still-relevant platform branch remains the Kali Linux bridge: Kalier behaves as the embedded MCP-Kali-Server client, so the Kali box URL is configured once in `Config -&gt; URLs` and auto-injected into `chat_agent_kalier` runs.</a:t>
            </a:r>
          </a:p>
          <a:p>
            <a:pPr>
              <a:spcAft>
                <a:spcPts val="400"/>
              </a:spcAft>
              <a:defRPr sz="10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2026-07-11 | a45fe0e0 | Updated version to 1.39.4, by angelahack1</a:t>
            </a:r>
          </a:p>
          <a:p>
            <a:pPr>
              <a:spcAft>
                <a:spcPts val="400"/>
              </a:spcAft>
              <a:defRPr sz="1200">
                <a:solidFill>
                  <a:srgbClr val="B4BAAE"/>
                </a:solidFill>
                <a:latin typeface="Aptos"/>
              </a:defRPr>
            </a:pPr>
            <a:r>
              <a:t>2026-07-11 | 139d6e50 | Fixing catalog of prompts localization, by angelahack1</a:t>
            </a:r>
          </a:p>
          <a:p>
            <a:pPr>
              <a:spcAft>
                <a:spcPts val="400"/>
              </a:spcAft>
              <a:defRPr sz="1200">
                <a:solidFill>
                  <a:srgbClr val="B4BAAE"/>
                </a:solidFill>
                <a:latin typeface="Aptos"/>
              </a:defRPr>
            </a:pPr>
            <a:r>
              <a:t>2026-07-11 | f8a7c237 | Fixing the startup dialog not being closeable, by angelahack1</a:t>
            </a:r>
          </a:p>
          <a:p>
            <a:pPr>
              <a:spcAft>
                <a:spcPts val="400"/>
              </a:spcAft>
              <a:defRPr sz="1200">
                <a:solidFill>
                  <a:srgbClr val="B4BAAE"/>
                </a:solidFill>
                <a:latin typeface="Aptos"/>
              </a:defRPr>
            </a:pPr>
            <a:r>
              <a:t>2026-07-11 | 2b22fef4 | Implemented agent Nmapper for pentestings, and general cyber-sec. improvements, by angelahack1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2026-07-11 | a45fe0e0 | Updated version to 1.39.4, by angelahack1</a:t>
            </a:r>
          </a:p>
          <a:p>
            <a:pPr>
              <a:spcAft>
                <a:spcPts val="400"/>
              </a:spcAft>
              <a:defRPr sz="1200">
                <a:solidFill>
                  <a:srgbClr val="B4BAAE"/>
                </a:solidFill>
                <a:latin typeface="Aptos"/>
              </a:defRPr>
            </a:pPr>
            <a:r>
              <a:t>2026-07-11 | 139d6e50 | Fixing catalog of prompts localization, by angelahack1</a:t>
            </a:r>
          </a:p>
          <a:p>
            <a:pPr>
              <a:spcAft>
                <a:spcPts val="400"/>
              </a:spcAft>
              <a:defRPr sz="1200">
                <a:solidFill>
                  <a:srgbClr val="B4BAAE"/>
                </a:solidFill>
                <a:latin typeface="Aptos"/>
              </a:defRPr>
            </a:pPr>
            <a:r>
              <a:t>2026-07-11 | f8a7c237 | Fixing the startup dialog not being closeable, by angelahack1</a:t>
            </a:r>
          </a:p>
          <a:p>
            <a:pPr>
              <a:spcAft>
                <a:spcPts val="400"/>
              </a:spcAft>
              <a:defRPr sz="1200">
                <a:solidFill>
                  <a:srgbClr val="B4BAAE"/>
                </a:solidFill>
                <a:latin typeface="Aptos"/>
              </a:defRPr>
            </a:pPr>
            <a:r>
              <a:t>2026-07-11 | 2b22fef4 | Implemented agent Nmapper for pentestings, and general cyber-sec. improvements, by angelahack1</a:t>
            </a:r>
          </a:p>
          <a:p>
            <a:pPr>
              <a:spcAft>
                <a:spcPts val="400"/>
              </a:spcAft>
              <a:defRPr sz="1200">
                <a:solidFill>
                  <a:srgbClr val="B4BAAE"/>
                </a:solidFill>
                <a:latin typeface="Aptos"/>
              </a:defRPr>
            </a:pPr>
            <a:r>
              <a:t>2026-07-09 | cc5bc98d | Bulk surgicaly update of content and version to 1.38.1, by Tlamatini's-AutoBot.</a:t>
            </a:r>
          </a:p>
          <a:p>
            <a:pPr>
              <a:spcAft>
                <a:spcPts val="400"/>
              </a:spcAft>
              <a:defRPr sz="1200">
                <a:solidFill>
                  <a:srgbClr val="B4BAAE"/>
                </a:solidFill>
                <a:latin typeface="Aptos"/>
              </a:defRPr>
            </a:pPr>
            <a:r>
              <a:t>2026-07-09 | 08efa1d2 | chore(release): bump package.json version to 1.38.1 for the v1.38.1 hotfix tag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2026-07-09 | af356c31 | fix(frontend): restore mutable JS globals after the const-poison incident; add /list_prompts/ catalog endpoint + regression tests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git_deny_go.py
|-- install.py
|-- KIMI.md
|-- LICENSE
|-- MessagingConnectorAssistant_Design.md
|-- OllamaPricing.png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
|   |-- settings.json
|   |-- hooks/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discoverer_1000.py
|       |       |-- mcp_playwright_suite.py
|       |       |-- qualify.py
|       |       |-- questions.py
|       |       |-- README.md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claude/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apps.py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orphan_reaper.py
    |   |-- path_guard.py
    |   |-- prompt.pmt
    |   |-- rag_enhancements.py
    |   |-- routing.py
    |   |-- self_healing.py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test_discoverer_thousand.py
    |   |-- test_editor_agent.py
    |   |-- test_embedding_memory_guard.py
    |   |-- test_esp32er_agent.py
    |   |-- test_esphomer_agent.py
    |   |-- test_execute_command_bounded.py
    |   |-- test_external_mcp_add_flow.py
    |   |-- test_external_mcp_e2e.py
    |   |-- test_external_mcp_transports.py
    |   |-- test_external_mcp_universal.py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
    |   |-- test_playwrighter_agent.py
    |   |-- test_recorder_agent.py
    |   |-- test_self_healing.py
    |   |-- test_self_update.py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test_windows_app_registration.py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mongoxer/
    |   |   |   |-- config.yaml
    |   |   |   `-- mongoxer.py
    |   |   |-- monitor_log/
    |   |   |   |-- config.yaml
    |   |   |   `-- monitor_log.py
    |   |   |-- monitor_netstat/
    |   |   |   |-- config.yaml
    |   |   |   `-- monitor_netstat.py
    |   |   |-- mouser/
    |   |   |   |-- config.yaml
    |   |   |   `-- mouser.py
    |   |   |-- mover/
    |   |   |   |-- config.yaml
    |   |   |   `-- mover.py
    |   |   |-- nmapper/
    |   |   |   |-- config.yaml
    |   |   |   `-- nmapper.py
    |   |   |-- node_manager/
    |   |   |   |-- config.yaml
    |   |   |   |-- node_manager.md
    |   |   |   |-- node_manager.py
    |   |   |   |-- nodes_example.json
    |   |   |   `-- nodes_example.yaml
    |   |   |-- notifier/
    |   |   |   |-- config.yaml
    |   |   |   `-- notifier.py
    |   |   |-- or/
    |   |   |   |-- config.yaml
    |   |   |   `-- or.py
    |   |   |-- parametrizer/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parametrizer.py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zavuerer/
    |   |       |-- config.yaml
    |   |       `-- zavuerer.py
    |   |-- doc_generation/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__init__.py
    |   |-- monitors/
    |   |   `-- monitor_sql.py
    |   |-- opus_client/
    |   |   |-- claude_opus_client.py
    |   |   |-- examples.py
    |   |   `-- README.md
    |   |-- rag/
    |   |   |-- __init__.py
    |   |   |-- config.py
    |   |   |-- factory.py
    |   |   |-- interaction.py
    |   |   |-- interface.py
    |   |   |-- loaders.py
    |   |   |-- prompts.py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
    |   |   |-- setup_new_acpx_key/
    |   |   |   `-- SKILL.md
    |   |   |-- skill_creator/
    |   |   |   |-- SKILL.md
    |   |   |   `-- scripts/
    |   |   |       `-- quick_validate.py
    |   |   |-- slack/</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contacts_dialog.css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agent_page_ui.js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jd-cli.bat
    |   `-- jd-cli.jar
    |-- tests_e2e/
    |   |-- README.md
    |   |-- test_create_flow_visual.py
    |   `-- test_self_healing_visual.py
    `-- tlamatini/
        |-- __init__.py
        |-- asgi.py
        |-- context_processors.py
        |-- logging_filters.py
        |-- middleware.py
        |-- settings.py
        |-- urls.py
        `-- wsgi.py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