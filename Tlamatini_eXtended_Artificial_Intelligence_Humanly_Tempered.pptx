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62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98,624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18, 2026 12:52 AM UTC-0600 at HEAD 2c707e3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now align with the same 62-agent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Today’s validation shows `62` agent templates on disk and `62` description rows in `agents_descriptions.md`, matching the README and Book bestiary counts.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1.3.1 | build: 1.3.1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Unrealer agent is the 62nd workflow agent and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2c707e3 - Patching Ruff availability all along Multi-turn execution.,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1.3.1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18, 2026 12:52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authoritative agent-description rows: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98,624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134,246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262      65,853     91,899  66.8%
JavaScript                28      12,824     16,161  13.0%
Markdown                  50      11,708     15,104  11.9%
CSS                        6       3,338      4,183   3.4%
YAML                      66       1,387      2,750   1.4%
HTML                       4         823        841   0.8%
Other text                 3         789        967   0.8%
PowerShell                 5         506        752   0.5%
Prompt template            2         441        516   0.4%
JavaScript module          1         389        456   0.4%
JSON                       5         383        383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6,917   9,972
Tlamatini/agent/tests.py                                Python         4,034   5,153
Tlamatini/agent/tools.py                                Python         2,201   3,097
BookOfTlamatini.md                                      Markdown       1,884   2,654
Tlamatini/agent/agents/flowcreator/agentic_skill.md     Markdown       1,825   2,031
...ini/agent/static/agent/css/agentic_control_panel.css CSS            1,653   2,187
Tlamatini/agent/doc_generation/complete_project_docs.py Python         1,584   1,791
Tlamatini/agent/static/agent/js/agent_page_init.js      JavaScript     1,360   1,568
Tlamatini/agent/static/agent/js/acp-canvas-core.js      JavaScript     1,270   1,580
Tlamatini/agent/consumers.py                            Python         1,240   1,545
README.md                                               Markdown       1,155   1,625
Tlamatini/agent/static/agent/css/agent_page.css         CSS            1,155   1,380
Tlamatini/agent/static/agent/js/acp-agent-connectors.js JavaScript     1,109   1,249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2026-05-18 | 2c707e3 | Patching Ruff availability all along Multi-turn execution.,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`-- __init__.py
    |   |-- monitors/
    |   |   `-- monitor_sql.py
    |   |-- opus_client/
    |   |   |-- claude_opus_client.py
    |   |   |-- examples.py
    |   |   `-- README.md
    |   |-- rag/
    |   |   |-- __init__.py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