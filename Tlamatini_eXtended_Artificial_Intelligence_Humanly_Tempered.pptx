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65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101,827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20, 2026 10:17 PM UTC-0600 at HEAD cc7b917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8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65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65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65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65-agent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README header now advertises the operator surface more explicitly: 65 workflow agents, 72 Multi-Turn tools, 12 ACPX tools, and 23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72-tool figure is documented as 20 core Python tools, 40 wrapped chat-agent tools, and 12 ACPX/Skill tools bound selectively by the planner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65-agent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`v1.5.0`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1.5.0 | build: 1.5.0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cc7b917 - Add Playwrighter agent (#65): scripted Playwright browser automation for canvas + Multi-Turn (v1.5.0)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1.5.0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20, 2026 10:17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69; authoritative agent-description rows: 65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101,827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138,714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272      68,322     95,416  67.1%
JavaScript                28      12,978     16,337  12.7%
Markdown                  52      12,016     15,442  11.8%
CSS                        6       3,382      4,256   3.3%
YAML                      69       1,420      2,879   1.4%
HTML                       4         823        841   0.8%
Other text                 3         789        967   0.8%
Prompt template            2         604        716   0.6%
PowerShell                 5         506        752   0.5%
JavaScript module          1         392        459   0.4%
JSON                       5         383        383   0.4%
Text                       5         179        209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7,108  10,248
Tlamatini/agent/tests.py                                Python         4,034   5,153
Tlamatini/agent/tools.py                                Python         2,201   3,121
BookOfTlamatini.md                                      Markdown       1,894   2,670
Tlamatini/agent/agents/flowcreator/agentic_skill.md     Markdown       1,876   2,085
Tlamatini/agent/doc_generation/complete_project_docs.py Python         1,732   1,954
...ini/agent/static/agent/css/agentic_control_panel.css CSS            1,689   2,241
Tlamatini/agent/static/agent/js/agent_page_init.js      JavaScript     1,374   1,591
Tlamatini/agent/static/agent/js/acp-canvas-core.js      JavaScript     1,291   1,601
Tlamatini/agent/consumers.py                            Python         1,240   1,545
README.md                                               Markdown       1,174   1,648
Tlamatini/agent/static/agent/css/agent_page.css         CSS            1,163   1,399
Tlamatini/agent/static/agent/js/acp-agent-connectors.js JavaScript     1,163   1,306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Playwrighter agent in `v1.5.0`: Tlamatini now adds its 65th workflow agent and a real-browser automation surface for scripted Playwright flows from both Multi-Turn chat and the visual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immediately previous stability pass is still visible in Git too: Tkinter was removed from the unstable runtime-facing dialog path in favor of native Windows dialog helpers, reducing UI instability around file and folder picking while keeping the browser/operator flow intact.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Reporting-table layout was also tightened during the same window, improving readability of generated execution/reporting surfaces without changing the underlying operational data.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reviewer follow-up is a behavioral-accuracy patch: the review prompt now distinguishes uncommitted working-tree diffs from committed history and teaches the model Tlamatini’s managed-secret scrub convention, reducing false positives around local credentials in config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Reviewer and Analyzer surfaces: the workflow-agent catalog now reaches 64 templates, the seed-skill catalog reaches 23 packages, and code review plus deterministic security scanning are now available from both the canvas and the skill layer.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behavior kept evolving across the period through quota tuning, execution-table persistence, autonomous-action improvements, and broader tool enablement.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cc7b917 | Add Playwrighter agent (#65): scripted Playwright browser automation for canvas + Multi-Turn (v1.5.0)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303d467 | Enhance the interpretation of images avoiding the throw of windows showing them,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9636335 | Update complete_project_docs.y and visual assets  by Codex to 1.4.2 version,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7fc048d | Update assets to 1.4.2 version,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f27b119 | Getting rid of Tkinter 'cause makes the systems turn unstable, byt Tlamatini's-AutoBot.,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2c7a706 | Updating just the header of README.md,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c212162 | Fixing widths of reporting tables,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0b23469 | Updating documentation and some source code related to versioning according to version 1.4.1,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2e1c2d0 | Patching state hadling in Reviewer infra,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546735f | Updating documentation based on the last changes,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2026-05-20 | efb8c13 | Analyzer and Reviewer agents!!!,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native_dialogs.py
    |   |-- orphan_reaper.py
    |   |-- path_guard.py
    |   |-- prompt.pmt
    |   |-- rag_enhancements.py
    |   |-- routing.py
    |   |-- test_de_compresser.py
    |   |-- test_embedding_memory_guard.py
    |   |-- test_flow_contracts.py
    |   |-- test_native_dialogs.py
    |   |-- test_orphan_reaper.py
    |   |-- test_password_quoting.py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notion/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