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82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794</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163,539</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29, 2026 07:14 AM UTC-0600 at HEAD 4f4ff66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V1.32.0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V1.32.0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V1.32.0 PERFORMANCE, PRIVACY, BUILD, AND DELEGATION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the `v1.32.0` release line and the live docs identify Tlamatini as 1.32.0, with source inspection confirming the current workflow-agent, Multi-Turn-tool, and skill totals in the generated inventory tables.</a:t>
            </a:r>
          </a:p>
          <a:p>
            <a:pPr>
              <a:spcAft>
                <a:spcPts val="400"/>
              </a:spcAft>
              <a:defRPr sz="900">
                <a:solidFill>
                  <a:srgbClr val="B4BAAE"/>
                </a:solidFill>
                <a:latin typeface="Aptos"/>
              </a:defRPr>
            </a:pPr>
            <a:r>
              <a:t>The v1.27-v1.32.0 span is a quality-and-trust wave: performance 3X levers, forward-only private-data discipline, public-release verifier hardening, and explicit Angela López Mendoza creator/authorship stamping moved together.</a:t>
            </a:r>
          </a:p>
          <a:p>
            <a:pPr>
              <a:spcAft>
                <a:spcPts val="400"/>
              </a:spcAft>
              <a:defRPr sz="900">
                <a:solidFill>
                  <a:srgbClr val="B4BAAE"/>
                </a:solidFill>
                <a:latin typeface="Aptos"/>
              </a:defRPr>
            </a:pPr>
            <a:r>
              <a:t>The runtime surface also grew around delegation: ACPX remains the external coding-agent CLI bridge, External MCP remains the universal MCP client, and the newest server-side assets add `tlamatini_acpx.py`, stronger `tlamatini_mcp_server.py` behavior, and refreshed MCP workflow guidance.</a:t>
            </a:r>
          </a:p>
          <a:p>
            <a:pPr>
              <a:spcAft>
                <a:spcPts val="400"/>
              </a:spcAft>
              <a:defRPr sz="9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900">
                <a:solidFill>
                  <a:srgbClr val="B4BAAE"/>
                </a:solidFill>
                <a:latin typeface="Aptos"/>
              </a:defRPr>
            </a:pPr>
            <a:r>
              <a:t>The resulting PDF/PPTX refresh treats `v1.32.0` as the current product snapshot while preserving the historical context for self-update, media-agent dependency hardening, deterministic file tools, firmware agents, External MCPs, and ACPX skills.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docs now explain the whole 1.32.0 product state, not only the newest badge or a local markdown edit.</a:t>
            </a:r>
          </a:p>
          <a:p>
            <a:pPr>
              <a:spcAft>
                <a:spcPts val="400"/>
              </a:spcAft>
              <a:defRPr sz="1300">
                <a:solidFill>
                  <a:srgbClr val="B4BAAE"/>
                </a:solidFill>
                <a:latin typeface="Aptos"/>
              </a:defRPr>
            </a:pPr>
            <a:r>
              <a:t>Operators get clearer trust signals: private-data guardrails, public-release verification, creator attribution, and the Agent-directory responsibility boundary are all visible.</a:t>
            </a:r>
          </a:p>
          <a:p>
            <a:pPr>
              <a:spcAft>
                <a:spcPts val="400"/>
              </a:spcAft>
              <a:defRPr sz="1300">
                <a:solidFill>
                  <a:srgbClr val="B4BAAE"/>
                </a:solidFill>
                <a:latin typeface="Aptos"/>
              </a:defRPr>
            </a:pPr>
            <a:r>
              <a:t>The deck also names the live delegation surfaces: ACPX, Skills, External MCPs, MCP Doctor, and the newest server/workflow assets.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PERFORMANCE, PRIVACY, PUBLIC BUILDS, AUTHORSHIP, AND MCP/ACPX</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v1.32.0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 identity: latest reachable public tag `v1.32.0`; README.md, BookOfTlamatini.md, package metadata, runtime version surfaces, and generated artifacts now point at the 1.32.0 product line.</a:t>
            </a:r>
          </a:p>
          <a:p>
            <a:pPr>
              <a:spcAft>
                <a:spcPts val="400"/>
              </a:spcAft>
              <a:defRPr sz="1000">
                <a:solidFill>
                  <a:srgbClr val="B4BAAE"/>
                </a:solidFill>
                <a:latin typeface="Aptos"/>
              </a:defRPr>
            </a:pPr>
            <a:r>
              <a:t>Performance: the release notes carry the 3X optimization family — Ollama serving-layer detection, warmed embeddings handles, `keep_alive` prompt-prefix cache reuse in basic/retrieval chains, and an orphan-process reaper rewrite from O(N^2) scanning to O(N).</a:t>
            </a:r>
          </a:p>
          <a:p>
            <a:pPr>
              <a:spcAft>
                <a:spcPts val="400"/>
              </a:spcAft>
              <a:defRPr sz="1000">
                <a:solidFill>
                  <a:srgbClr val="B4BAAE"/>
                </a:solidFill>
                <a:latin typeface="Aptos"/>
              </a:defRPr>
            </a:pPr>
            <a:r>
              <a:t>Privacy and release safety: the docs describe forward-only private-data cleanup, `test_private_data_guard.py`, and public-release verification that blocks real sensitive PII while preserving legitimate creator attribution.</a:t>
            </a:r>
          </a:p>
          <a:p>
            <a:pPr>
              <a:spcAft>
                <a:spcPts val="400"/>
              </a:spcAft>
              <a:defRPr sz="1000">
                <a:solidFill>
                  <a:srgbClr val="B4BAAE"/>
                </a:solidFill>
                <a:latin typeface="Aptos"/>
              </a:defRPr>
            </a:pPr>
            <a:r>
              <a:t>Authorship: Angela López Mendoza is stamped visibly in the About-window story, generated PDF/PPTX metadata, build/package metadata, prompt rules, and source-file author banners; public builders must not scrub her name.</a:t>
            </a:r>
          </a:p>
          <a:p>
            <a:pPr>
              <a:spcAft>
                <a:spcPts val="400"/>
              </a:spcAft>
              <a:defRPr sz="1000">
                <a:solidFill>
                  <a:srgbClr val="B4BAAE"/>
                </a:solidFill>
                <a:latin typeface="Aptos"/>
              </a:defRPr>
            </a:pPr>
            <a:r>
              <a:t>Delegation and MCP expansion: skill-announcement hooks, `tlamatini_acpx.py`, `tlamatini_mcp_server.py`, and the updated `create_new_agent.md` workflow keep ACPX, Skills, and External MCP creation visible to both operators and agents.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`.claude/hooks/announce_skills.py` keeps skill/workflow reminders visible to agents.</a:t>
            </a:r>
          </a:p>
          <a:p>
            <a:pPr>
              <a:spcAft>
                <a:spcPts val="400"/>
              </a:spcAft>
              <a:defRPr sz="1200">
                <a:solidFill>
                  <a:srgbClr val="B4BAAE"/>
                </a:solidFill>
                <a:latin typeface="Aptos"/>
              </a:defRPr>
            </a:pPr>
            <a:r>
              <a:t>`tlamatini_acpx.py` and `tlamatini_mcp_server.py` expand external delegation/server behavior.</a:t>
            </a:r>
          </a:p>
          <a:p>
            <a:pPr>
              <a:spcAft>
                <a:spcPts val="400"/>
              </a:spcAft>
              <a:defRPr sz="1200">
                <a:solidFill>
                  <a:srgbClr val="B4BAAE"/>
                </a:solidFill>
                <a:latin typeface="Aptos"/>
              </a:defRPr>
            </a:pPr>
            <a:r>
              <a:t>`version.py`, `package.json`, and build metadata preserve Angela López Mendoza as creator.</a:t>
            </a:r>
          </a:p>
          <a:p>
            <a:pPr>
              <a:spcAft>
                <a:spcPts val="400"/>
              </a:spcAft>
              <a:defRPr sz="1200">
                <a:solidFill>
                  <a:srgbClr val="B4BAAE"/>
                </a:solidFill>
                <a:latin typeface="Aptos"/>
              </a:defRPr>
            </a:pPr>
            <a:r>
              <a:t>`Tlamatini/.agents/workflows/create_new_agent.md` now carries updated MCP/ACPX implementation guidance.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900">
                <a:solidFill>
                  <a:srgbClr val="B4BAAE"/>
                </a:solidFill>
                <a:latin typeface="Aptos"/>
              </a:defRPr>
            </a:pPr>
            <a:r>
              <a:t>The current `v1.32.0` wave adds or updates concrete assets too: `.claude/hooks/announce_skills.py`, `.github/workflows/name-guard.yml`, `Tlamatini/agent/version.py`, `package.json`, `tlamatini_acpx.py`, `tlamatini_mcp_server.py`, and `Tlamatini/.agents/workflows/create_new_agent.md` all carry new runtime, authorship, MCP, or workflow behavior.</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82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82</a:t>
            </a:r>
          </a:p>
          <a:p>
            <a:pPr>
              <a:spcAft>
                <a:spcPts val="400"/>
              </a:spcAft>
              <a:defRPr sz="1500">
                <a:solidFill>
                  <a:srgbClr val="B4BAAE"/>
                </a:solidFill>
                <a:latin typeface="Aptos"/>
              </a:defRPr>
            </a:pPr>
            <a:r>
              <a:t>Description rows in `agents_descriptions.md`: 83</a:t>
            </a:r>
          </a:p>
          <a:p>
            <a:pPr>
              <a:spcAft>
                <a:spcPts val="400"/>
              </a:spcAft>
              <a:defRPr sz="1500">
                <a:solidFill>
                  <a:srgbClr val="B4BAAE"/>
                </a:solidFill>
                <a:latin typeface="Aptos"/>
              </a:defRPr>
            </a:pPr>
            <a:r>
              <a:t>This dossier reconciles README and Book wording back to the same 82-agent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82 workflow agents, 91 Multi-Turn tools, 12 ACPX tools, and 27 skills.</a:t>
            </a:r>
          </a:p>
          <a:p>
            <a:pPr>
              <a:spcAft>
                <a:spcPts val="400"/>
              </a:spcAft>
              <a:defRPr sz="1000">
                <a:solidFill>
                  <a:srgbClr val="B4BAAE"/>
                </a:solidFill>
                <a:latin typeface="Aptos"/>
              </a:defRPr>
            </a:pPr>
            <a:r>
              <a:t>Source inspection confirms the total: 59 distinct wrapped chat-agent tools bound from `chat_agent_registry.py`, which combines with 20 core Python tools and 12 ACPX/Skill tools for 91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and the newer MCP Doctor onboarding specialist that accompanies the External MCP universal client release.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82-agent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2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200">
                <a:solidFill>
                  <a:srgbClr val="B4BAAE"/>
                </a:solidFill>
                <a:latin typeface="Aptos"/>
              </a:defRPr>
            </a:pPr>
            <a:r>
              <a:t>Those readability rules remain in force in the current documentation set, and the current `v1.32.0` release state keeps the version badge, runtime surfaces, self-knowledge wording, firmware/External-MCP demos, ACPX skills, and operator handbook aligned.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1.32.0 | build: 1.32.0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794</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158</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4f4ff66 - cmmit force</a:t>
            </a:r>
          </a:p>
          <a:p>
            <a:pPr>
              <a:spcAft>
                <a:spcPts val="400"/>
              </a:spcAft>
              <a:defRPr sz="1500">
                <a:solidFill>
                  <a:srgbClr val="B4BAAE"/>
                </a:solidFill>
                <a:latin typeface="Aptos"/>
              </a:defRPr>
            </a:pPr>
            <a:r>
              <a:t>Resolved version: 1.32.0 (git)</a:t>
            </a:r>
          </a:p>
          <a:p>
            <a:pPr>
              <a:spcAft>
                <a:spcPts val="400"/>
              </a:spcAft>
              <a:defRPr sz="1500">
                <a:solidFill>
                  <a:srgbClr val="B4BAAE"/>
                </a:solidFill>
                <a:latin typeface="Aptos"/>
              </a:defRPr>
            </a:pPr>
            <a:r>
              <a:t>Generated on June 29, 2026 07:14 AM UTC-0600</a:t>
            </a:r>
          </a:p>
          <a:p>
            <a:pPr>
              <a:spcAft>
                <a:spcPts val="400"/>
              </a:spcAft>
              <a:defRPr sz="1500">
                <a:solidFill>
                  <a:srgbClr val="B4BAAE"/>
                </a:solidFill>
                <a:latin typeface="Aptos"/>
              </a:defRPr>
            </a:pPr>
            <a:r>
              <a:t>Inventory scope: 794 files = 793 tracked + 1 git-unignored working-tree additions</a:t>
            </a:r>
          </a:p>
          <a:p>
            <a:pPr>
              <a:spcAft>
                <a:spcPts val="400"/>
              </a:spcAft>
              <a:defRPr sz="1500">
                <a:solidFill>
                  <a:srgbClr val="B4BAAE"/>
                </a:solidFill>
                <a:latin typeface="Aptos"/>
              </a:defRPr>
            </a:pPr>
            <a:r>
              <a:t>Multi-Turn tools: 91; wrapped chat-agent tools: 59; skills: 27</a:t>
            </a:r>
          </a:p>
          <a:p>
            <a:pPr>
              <a:spcAft>
                <a:spcPts val="400"/>
              </a:spcAft>
              <a:defRPr sz="1500">
                <a:solidFill>
                  <a:srgbClr val="B4BAAE"/>
                </a:solidFill>
                <a:latin typeface="Aptos"/>
              </a:defRPr>
            </a:pPr>
            <a:r>
              <a:t>Python requirements: 79; authoritative agent-description rows: 83</a:t>
            </a:r>
          </a:p>
          <a:p>
            <a:pPr>
              <a:spcAft>
                <a:spcPts val="400"/>
              </a:spcAft>
              <a:defRPr sz="1500">
                <a:solidFill>
                  <a:srgbClr val="B4BAAE"/>
                </a:solidFill>
                <a:latin typeface="Aptos"/>
              </a:defRPr>
            </a:pPr>
            <a:r>
              <a:t>Binary or asset inventory files skipped from line count: 38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3bef03f on 2026-06-29</a:t>
            </a:r>
          </a:p>
          <a:p>
            <a:pPr>
              <a:spcAft>
                <a:spcPts val="400"/>
              </a:spcAft>
              <a:defRPr sz="1300">
                <a:solidFill>
                  <a:srgbClr val="B4BAAE"/>
                </a:solidFill>
                <a:latin typeface="Aptos"/>
              </a:defRPr>
            </a:pPr>
            <a:r>
              <a:t>@ Stamp Angela López Mendoza as creator in the PDF + PPTX (visible + metadata)</a:t>
            </a:r>
          </a:p>
          <a:p>
            <a:pPr>
              <a:spcAft>
                <a:spcPts val="400"/>
              </a:spcAft>
              <a:defRPr sz="1300">
                <a:solidFill>
                  <a:srgbClr val="B4BAAE"/>
                </a:solidFill>
                <a:latin typeface="Aptos"/>
              </a:defRPr>
            </a:pPr>
            <a:r>
              <a:t>Commits since then: 5</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Since the last committed PDF/PPTX refresh, the repository advanced to `v1.32.0`: the handbook now summarizes the v1.27-v1.32.0 wave, README links the v1.32.0 release, and generated artifacts visibly preserve Angela López Mendoza as creator.</a:t>
            </a:r>
          </a:p>
          <a:p>
            <a:pPr>
              <a:spcAft>
                <a:spcPts val="400"/>
              </a:spcAft>
              <a:defRPr sz="1000">
                <a:solidFill>
                  <a:srgbClr val="B4BAAE"/>
                </a:solidFill>
                <a:latin typeface="Aptos"/>
              </a:defRPr>
            </a:pPr>
            <a:r>
              <a:t>The current visual-doc delta covers performance 3X work, forward-only private-data cleanup, public-release verifier hardening, package/build metadata authorship, `.claude/hooks/announce_skills.py`, ACPX/MCP server upgrades, media-agent config fixes, and the latest workflow instructions.</a:t>
            </a:r>
          </a:p>
          <a:p>
            <a:pPr>
              <a:spcAft>
                <a:spcPts val="400"/>
              </a:spcAft>
              <a:defRPr sz="10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10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FROM V1.17.X THROUGH V1.32.0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(prior firmware lane, now folded into v1.26.0):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(v1.32.0): README, BookOfTlamatini, package metadata, runtime version surfaces, and generated dossiers now resolve to the 1.32.0 product line.</a:t>
            </a:r>
          </a:p>
          <a:p>
            <a:pPr>
              <a:spcAft>
                <a:spcPts val="400"/>
              </a:spcAft>
              <a:defRPr sz="900">
                <a:solidFill>
                  <a:srgbClr val="B4BAAE"/>
                </a:solidFill>
                <a:latin typeface="Aptos"/>
              </a:defRPr>
            </a:pPr>
            <a:r>
              <a:t>Trust wave (v1.27-v1.32.0): performance 3X levers, forward-only private-data cleanup, public-release verifier hardening, and Angela López Mendoza creator/authorship stamping moved together.</a:t>
            </a:r>
          </a:p>
          <a:p>
            <a:pPr>
              <a:spcAft>
                <a:spcPts val="400"/>
              </a:spcAft>
              <a:defRPr sz="900">
                <a:solidFill>
                  <a:srgbClr val="B4BAAE"/>
                </a:solidFill>
                <a:latin typeface="Aptos"/>
              </a:defRPr>
            </a:pPr>
            <a:r>
              <a:t>Delegation wave: ACPX, Skills, External MCPs, MCP Doctor, `tlamatini_acpx.py`, and `tlamatini_mcp_server.py` keep external agents and external MCP servers in the documented operator surface.</a:t>
            </a:r>
          </a:p>
          <a:p>
            <a:pPr>
              <a:spcAft>
                <a:spcPts val="400"/>
              </a:spcAft>
              <a:defRPr sz="900">
                <a:solidFill>
                  <a:srgbClr val="B4BAAE"/>
                </a:solidFill>
                <a:latin typeface="Aptos"/>
              </a:defRPr>
            </a:pPr>
            <a:r>
              <a:t>Visual/media asset refresh (v1.26.0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still present in v1.32.0):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still present in v1.32.0):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82 workflow agents and 91 Multi-Turn tools (59 wrapped chat-agent + 12 ACPX/Skill + 20 core), with 27 skills.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163,539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229,681</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437     117,220    167,970  71.7%
Markdown                 154      18,991     25,309  11.6%
JavaScript                31      15,608     19,815   9.5%
CSS                        9       5,517      6,968   3.4%
YAML                      88       1,836      4,568   1.1%
HTML                       4       1,034      1,052   0.6%
Prompt template            2         937      1,052   0.6%
PowerShell                 6         672        987   0.4%
JSON                       8         538        538   0.3%
Other text                 8         487        585   0.3%
JavaScript module          1         413        494   0.3%
Text                       6         251        281   0.2%
Protocol Buffers           1          20         33   0.0%
Batch                      1          15         29   0.0%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8,136  11,837
Tlamatini/agent/tests.py                                Python         5,485   7,119
Tlamatini/agent/tools.py                                Python         3,011   4,380
Tlamatini/agent/doc_generation/complete_project_docs.py Python         2,897   3,250
BookOfTlamatini.md                                      Markdown       2,471   3,498
Tlamatini/agent/agents/flowcreator/agentic_skill.md     Markdown       2,223   2,459
...ini/agent/static/agent/css/agentic_control_panel.css CSS            2,011   2,678
Tlamatini/agent/external_mcp_manager.py                 Python         1,841   2,252
Tlamatini/agent/static/agent/css/agent_page.css         CSS            1,594   1,976
Tlamatini/agent/chat_agent_registry.py                  Python         1,587   1,624
Tlamatini/agent/static/agent/js/agent_page_chat.js      JavaScript     1,546   2,106
Tlamatini/agent/static/agent/js/acp-agent-connectors.js JavaScript     1,469   1,641
Tlamatini/agent/static/agent/js/agent_page_init.js      JavaScript     1,460   1,725
Tlamatini/agent/static/agent/js/acp-canvas-core.js      JavaScript     1,370   1,692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live Git window now lands on the `v1.32.0` line: README, BookOfTlamatini, package metadata, and runtime version surfaces identify the project as 1.32.0, while the source inventory tables confirm the current workflow-agent, Multi-Turn-tool, and skill totals.</a:t>
            </a:r>
          </a:p>
          <a:p>
            <a:pPr>
              <a:spcAft>
                <a:spcPts val="400"/>
              </a:spcAft>
              <a:defRPr sz="1200">
                <a:solidFill>
                  <a:srgbClr val="B4BAAE"/>
                </a:solidFill>
                <a:latin typeface="Aptos"/>
              </a:defRPr>
            </a:pPr>
            <a:r>
              <a:t>The v1.27-v1.32.0 release wave is broader than a badge bump: it adds performance-focused 3X levers, forward-only private-data guardrails, hardened public-release verification, Angela López Mendoza creator/authorship stamping, skill announcement hooks, and the newest ACPX/MCP server expansion.</a:t>
            </a:r>
          </a:p>
          <a:p>
            <a:pPr>
              <a:spcAft>
                <a:spcPts val="400"/>
              </a:spcAft>
              <a:defRPr sz="12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200">
                <a:solidFill>
                  <a:srgbClr val="B4BAAE"/>
                </a:solidFill>
                <a:latin typeface="Aptos"/>
              </a:defRPr>
            </a:pPr>
            <a:r>
              <a:t>The latest documentation pass aligns the handbook and source with the `v1.32.0` line, so this dossier now carries the current performance/privacy/build/authorship story, the External MCP and ACPX expansion, the live line-count inventory, and the Agent-directory responsibility boundary instead of stale v1.26.x prose.</a:t>
            </a:r>
          </a:p>
          <a:p>
            <a:pPr>
              <a:spcAft>
                <a:spcPts val="400"/>
              </a:spcAft>
              <a:defRPr sz="1200">
                <a:solidFill>
                  <a:srgbClr val="B4BAAE"/>
                </a:solidFill>
                <a:latin typeface="Aptos"/>
              </a:defRPr>
            </a:pPr>
            <a:r>
              <a:t>Playwrighter remains part of the broader platform story too: a real-browser automation surface for scripted Playwright flows from both Multi-Turn chat and the visual canvas.</a:t>
            </a:r>
          </a:p>
          <a:p>
            <a:pPr>
              <a:spcAft>
                <a:spcPts val="400"/>
              </a:spcAft>
              <a:defRPr sz="12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4f4ff66 | cmmit force</a:t>
            </a:r>
          </a:p>
          <a:p>
            <a:pPr>
              <a:spcAft>
                <a:spcPts val="400"/>
              </a:spcAft>
              <a:defRPr sz="1200">
                <a:solidFill>
                  <a:srgbClr val="B4BAAE"/>
                </a:solidFill>
                <a:latin typeface="Aptos"/>
              </a:defRPr>
            </a:pPr>
            <a:r>
              <a:t>2026-06-29 | d1aa399 | Upgrading and improving mcps to be used by external frmo Tlamatini.</a:t>
            </a:r>
          </a:p>
          <a:p>
            <a:pPr>
              <a:spcAft>
                <a:spcPts val="400"/>
              </a:spcAft>
              <a:defRPr sz="1200">
                <a:solidFill>
                  <a:srgbClr val="B4BAAE"/>
                </a:solidFill>
                <a:latin typeface="Aptos"/>
              </a:defRPr>
            </a:pPr>
            <a:r>
              <a:t>2026-06-29 | 31e41ce | Bump docs to v1.32.0 + add 1.27-1.32 changelog entry</a:t>
            </a:r>
          </a:p>
          <a:p>
            <a:pPr>
              <a:spcAft>
                <a:spcPts val="400"/>
              </a:spcAft>
              <a:defRPr sz="1200">
                <a:solidFill>
                  <a:srgbClr val="B4BAAE"/>
                </a:solidFill>
                <a:latin typeface="Aptos"/>
              </a:defRPr>
            </a:pPr>
            <a:r>
              <a:t>2026-06-29 | a5c4d2d | annouces skill by claude</a:t>
            </a:r>
          </a:p>
          <a:p>
            <a:pPr>
              <a:spcAft>
                <a:spcPts val="400"/>
              </a:spcAft>
              <a:defRPr sz="1200">
                <a:solidFill>
                  <a:srgbClr val="B4BAAE"/>
                </a:solidFill>
                <a:latin typeface="Aptos"/>
              </a:defRPr>
            </a:pPr>
            <a:r>
              <a:t>2026-06-29 | 0f8f3dd | @ Embed Angela López Mendoza in build + package metadata</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4f4ff66 | cmmit force</a:t>
            </a:r>
          </a:p>
          <a:p>
            <a:pPr>
              <a:spcAft>
                <a:spcPts val="400"/>
              </a:spcAft>
              <a:defRPr sz="1200">
                <a:solidFill>
                  <a:srgbClr val="B4BAAE"/>
                </a:solidFill>
                <a:latin typeface="Aptos"/>
              </a:defRPr>
            </a:pPr>
            <a:r>
              <a:t>2026-06-29 | d1aa399 | Upgrading and improving mcps to be used by external frmo Tlamatini.</a:t>
            </a:r>
          </a:p>
          <a:p>
            <a:pPr>
              <a:spcAft>
                <a:spcPts val="400"/>
              </a:spcAft>
              <a:defRPr sz="1200">
                <a:solidFill>
                  <a:srgbClr val="B4BAAE"/>
                </a:solidFill>
                <a:latin typeface="Aptos"/>
              </a:defRPr>
            </a:pPr>
            <a:r>
              <a:t>2026-06-29 | 31e41ce | Bump docs to v1.32.0 + add 1.27-1.32 changelog entry</a:t>
            </a:r>
          </a:p>
          <a:p>
            <a:pPr>
              <a:spcAft>
                <a:spcPts val="400"/>
              </a:spcAft>
              <a:defRPr sz="1200">
                <a:solidFill>
                  <a:srgbClr val="B4BAAE"/>
                </a:solidFill>
                <a:latin typeface="Aptos"/>
              </a:defRPr>
            </a:pPr>
            <a:r>
              <a:t>2026-06-29 | a5c4d2d | annouces skill by claude</a:t>
            </a:r>
          </a:p>
          <a:p>
            <a:pPr>
              <a:spcAft>
                <a:spcPts val="400"/>
              </a:spcAft>
              <a:defRPr sz="1200">
                <a:solidFill>
                  <a:srgbClr val="B4BAAE"/>
                </a:solidFill>
                <a:latin typeface="Aptos"/>
              </a:defRPr>
            </a:pPr>
            <a:r>
              <a:t>2026-06-29 | 0f8f3dd | @ Embed Angela López Mendoza in build + package metadata</a:t>
            </a:r>
          </a:p>
          <a:p>
            <a:pPr>
              <a:spcAft>
                <a:spcPts val="400"/>
              </a:spcAft>
              <a:defRPr sz="1200">
                <a:solidFill>
                  <a:srgbClr val="B4BAAE"/>
                </a:solidFill>
                <a:latin typeface="Aptos"/>
              </a:defRPr>
            </a:pPr>
            <a:r>
              <a:t>2026-06-29 | 3bef03f | @ Stamp Angela López Mendoza as creator in the PDF + PPTX (visible + metadata)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70ba4b8 | @ prompt.pmt: the LLM must always respect Angela López Mendoza as creator; add Playwright About-window test</a:t>
            </a:r>
          </a:p>
          <a:p>
            <a:pPr>
              <a:spcAft>
                <a:spcPts val="400"/>
              </a:spcAft>
              <a:defRPr sz="1200">
                <a:solidFill>
                  <a:srgbClr val="B4BAAE"/>
                </a:solidFill>
                <a:latin typeface="Aptos"/>
              </a:defRPr>
            </a:pPr>
            <a:r>
              <a:t>2026-06-29 | 8fd02d7 | @ About window credits ANGELA LÓPEZ MENDOZA (caps); add authorship guard tests</a:t>
            </a:r>
          </a:p>
          <a:p>
            <a:pPr>
              <a:spcAft>
                <a:spcPts val="400"/>
              </a:spcAft>
              <a:defRPr sz="1200">
                <a:solidFill>
                  <a:srgbClr val="B4BAAE"/>
                </a:solidFill>
                <a:latin typeface="Aptos"/>
              </a:defRPr>
            </a:pPr>
            <a:r>
              <a:t>2026-06-29 | fe782dc | @ Stamp Angela López Mendoza as creator everywhere; builder never scrubs her name</a:t>
            </a:r>
          </a:p>
          <a:p>
            <a:pPr>
              <a:spcAft>
                <a:spcPts val="400"/>
              </a:spcAft>
              <a:defRPr sz="1200">
                <a:solidFill>
                  <a:srgbClr val="B4BAAE"/>
                </a:solidFill>
                <a:latin typeface="Aptos"/>
              </a:defRPr>
            </a:pPr>
            <a:r>
              <a:t>2026-06-29 | d3430ff | @ Add Angela author banner to every source file (releases scrub it at build time)</a:t>
            </a:r>
          </a:p>
          <a:p>
            <a:pPr>
              <a:spcAft>
                <a:spcPts val="400"/>
              </a:spcAft>
              <a:defRPr sz="1200">
                <a:solidFill>
                  <a:srgbClr val="B4BAAE"/>
                </a:solidFill>
                <a:latin typeface="Aptos"/>
              </a:defRPr>
            </a:pPr>
            <a:r>
              <a:t>2026-06-29 | 0575ddb | @ Restore Angela as the developer name in the source (releases still scrub it)</a:t>
            </a:r>
          </a:p>
          <a:p>
            <a:pPr>
              <a:spcAft>
                <a:spcPts val="400"/>
              </a:spcAft>
              <a:defRPr sz="1200">
                <a:solidFill>
                  <a:srgbClr val="B4BAAE"/>
                </a:solidFill>
                <a:latin typeface="Aptos"/>
              </a:defRPr>
            </a:pPr>
            <a:r>
              <a:t>2026-06-29 | c564536 | @ Messaging rebuild, media-agent fixes, tests, and build/docs updates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2026-06-29 | 1e4c547 | rerasing</a:t>
            </a:r>
          </a:p>
          <a:p>
            <a:pPr>
              <a:spcAft>
                <a:spcPts val="400"/>
              </a:spcAft>
              <a:defRPr sz="1200">
                <a:solidFill>
                  <a:srgbClr val="B4BAAE"/>
                </a:solidFill>
                <a:latin typeface="Aptos"/>
              </a:defRPr>
            </a:pPr>
            <a:r>
              <a:t>2026-06-28 | 91ad7f1 | Public verify: block only on sensitive PII (emails/handles/phones), not common names</a:t>
            </a:r>
          </a:p>
          <a:p>
            <a:pPr>
              <a:spcAft>
                <a:spcPts val="400"/>
              </a:spcAft>
              <a:defRPr sz="1200">
                <a:solidFill>
                  <a:srgbClr val="B4BAAE"/>
                </a:solidFill>
                <a:latin typeface="Aptos"/>
              </a:defRPr>
            </a:pPr>
            <a:r>
              <a:t>2026-06-28 | c5ac6ac | Fix public build: never scrub the targets/keys files (.private_targets.json, data.keys)</a:t>
            </a:r>
          </a:p>
          <a:p>
            <a:pPr>
              <a:spcAft>
                <a:spcPts val="400"/>
              </a:spcAft>
              <a:defRPr sz="1200">
                <a:solidFill>
                  <a:srgbClr val="B4BAAE"/>
                </a:solidFill>
                <a:latin typeface="Aptos"/>
              </a:defRPr>
            </a:pPr>
            <a:r>
              <a:t>2026-06-28 | a0ac028 | Ignore transient build/run/scratch artifacts (*.out, output/, verify report, paste-duplicate images)</a:t>
            </a:r>
          </a:p>
          <a:p>
            <a:pPr>
              <a:spcAft>
                <a:spcPts val="400"/>
              </a:spcAft>
              <a:defRPr sz="1200">
                <a:solidFill>
                  <a:srgbClr val="B4BAAE"/>
                </a:solidFill>
                <a:latin typeface="Aptos"/>
              </a:defRPr>
            </a:pPr>
            <a:r>
              <a:t>2026-06-28 | 8c02040 | Add/commit build release scripts + verify skip-dirs so they cannot vanish</a:t>
            </a:r>
          </a:p>
          <a:p>
            <a:pPr>
              <a:spcAft>
                <a:spcPts val="400"/>
              </a:spcAft>
              <a:defRPr sz="1200">
                <a:solidFill>
                  <a:srgbClr val="B4BAAE"/>
                </a:solidFill>
                <a:latin typeface="Aptos"/>
              </a:defRPr>
            </a:pPr>
            <a:r>
              <a:t>2026-06-28 | 8a5d668 | Add test_perf_3x_visual.py — visual performance dashboard for the 3X levers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4/5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2026-06-28 | d202762 | Keep image.png and image copy 2.png (track screenshot assets)</a:t>
            </a:r>
          </a:p>
          <a:p>
            <a:pPr>
              <a:spcAft>
                <a:spcPts val="400"/>
              </a:spcAft>
              <a:defRPr sz="1200">
                <a:solidFill>
                  <a:srgbClr val="B4BAAE"/>
                </a:solidFill>
                <a:latin typeface="Aptos"/>
              </a:defRPr>
            </a:pPr>
            <a:r>
              <a:t>2026-06-28 | 256e9ac | Keep image copy.png (track screenshot asset so it is preserved)</a:t>
            </a:r>
          </a:p>
          <a:p>
            <a:pPr>
              <a:spcAft>
                <a:spcPts val="400"/>
              </a:spcAft>
              <a:defRPr sz="1200">
                <a:solidFill>
                  <a:srgbClr val="B4BAAE"/>
                </a:solidFill>
                <a:latin typeface="Aptos"/>
              </a:defRPr>
            </a:pPr>
            <a:r>
              <a:t>2026-06-28 | cb64329 | Speed L1+L2: Ollama serving-layer detector, warm embeddings handle, keep_alive on basic/retrieval chains; +140 tests; 3X plan doc</a:t>
            </a:r>
          </a:p>
          <a:p>
            <a:pPr>
              <a:spcAft>
                <a:spcPts val="400"/>
              </a:spcAft>
              <a:defRPr sz="1200">
                <a:solidFill>
                  <a:srgbClr val="B4BAAE"/>
                </a:solidFill>
                <a:latin typeface="Aptos"/>
              </a:defRPr>
            </a:pPr>
            <a:r>
              <a:t>2026-06-27 | 33c772d | Prepend loud CAPS PRIVATE DATA GUARD block to top of CLAUDE.md</a:t>
            </a:r>
          </a:p>
          <a:p>
            <a:pPr>
              <a:spcAft>
                <a:spcPts val="400"/>
              </a:spcAft>
              <a:defRPr sz="1200">
                <a:solidFill>
                  <a:srgbClr val="B4BAAE"/>
                </a:solidFill>
                <a:latin typeface="Aptos"/>
              </a:defRPr>
            </a:pPr>
            <a:r>
              <a:t>2026-06-27 | 02260c5 | Add private-data guard: automated tests + global CAPS SessionStart banner</a:t>
            </a:r>
          </a:p>
          <a:p>
            <a:pPr>
              <a:spcAft>
                <a:spcPts val="400"/>
              </a:spcAft>
              <a:defRPr sz="1200">
                <a:solidFill>
                  <a:srgbClr val="B4BAAE"/>
                </a:solidFill>
                <a:latin typeface="Aptos"/>
              </a:defRPr>
            </a:pPr>
            <a:r>
              <a:t>2026-06-27 | 1f0a39c | Scrub personal data from current tree (forward-only, no history rewrite)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5/5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2026-06-27 | ce8fc3f | Improving a little more the mechanics of Messaggin capabilities of Tlamatini now on the config.yaml files, by angelahack1</a:t>
            </a:r>
          </a:p>
          <a:p>
            <a:pPr>
              <a:spcAft>
                <a:spcPts val="400"/>
              </a:spcAft>
              <a:defRPr sz="1200">
                <a:solidFill>
                  <a:srgbClr val="B4BAAE"/>
                </a:solidFill>
                <a:latin typeface="Aptos"/>
              </a:defRPr>
            </a:pPr>
            <a:r>
              <a:t>2026-06-27 | 12f9ec9 | Improving a little more the mechanics of Messaggind capabilities of Tlamatini, by angelahack1</a:t>
            </a:r>
          </a:p>
          <a:p>
            <a:pPr>
              <a:spcAft>
                <a:spcPts val="400"/>
              </a:spcAft>
              <a:defRPr sz="1200">
                <a:solidFill>
                  <a:srgbClr val="B4BAAE"/>
                </a:solidFill>
                <a:latin typeface="Aptos"/>
              </a:defRPr>
            </a:pPr>
            <a:r>
              <a:t>2026-06-27 | 1777dc0 | Ignore Tlamatini/agent/.tlamatini/ runtime state (WhatsApp Web profile, Telegram session)</a:t>
            </a:r>
          </a:p>
          <a:p>
            <a:pPr>
              <a:spcAft>
                <a:spcPts val="400"/>
              </a:spcAft>
              <a:defRPr sz="1200">
                <a:solidFill>
                  <a:srgbClr val="B4BAAE"/>
                </a:solidFill>
                <a:latin typeface="Aptos"/>
              </a:defRPr>
            </a:pPr>
            <a:r>
              <a:t>2026-06-27 | 664144c | Adding a simple vd by Tlamaitni's-AutoBot.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GUION_VIDEO_PROMO_TLAMATINI.md
|-- image.png
|-- install.py
|-- KIMI.md
|-- LICENSE
|-- MessagingConnectorAssistant_Design.md
|-- OllamaPricing.png
|-- package.json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TlamatiniJudgementDay.md
|-- uninstall.py
|-- unregister_flw.ps1
|-- VERSIONING.md
|-- versioning.py
|-- .claude/
|   |-- settings.json
|   |-- hooks/
|   |   |-- announce_skills.py
|   |   `-- test_announce_skills.py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mcp_playwright_suite.py
|       |       |-- qualify.py
|       |       |-- questions.py
|       |       |-- README.md
|       |       |-- requirements.txt
|       |       |-- run_test.py
|       |       |-- talk_test.py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docs/
|   `-- claude/
|       |-- acpx.md
|       |-- agents.md
|       |-- architecture.md
|       |-- exec-report.md
|       |-- frontend.md
|       |-- gotchas.md
|       |-- INDEX.md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
    |   |-- __init__.py
    |   |-- access_key_wizard.py
    |   |-- admin.py
    |   |-- apps.py
    |   |-- capability_registry.py
    |   |-- chain_files_search_lcel.py
    |   |-- chain_system_lcel.py
    |   |-- chat_agent_registry.py
    |   |-- chat_agent_runtime.py
    |   |-- chat_history_loader.py
    |   |-- command_togen_pb2.txt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
    |   |-- orphan_reaper.py
    |   |-- path_guard.py
    |   |-- prompt.pmt
    |   |-- rag_enhancements.py
    |   |-- routing.py
    |   |-- self_update.py
    |   |-- test_access_key_wizard.py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test_globber_agent.py
    |   |-- test_googler_agent.py
    |   |-- test_grepper_agent.py
    |   |-- test_instant_messaging_doctor.py
    |   |-- test_j_decompiler_agent.py
    |   |-- test_kalier_agent.py
    |   |-- test_native_dialogs.py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test_orphan_reaper.py
    |   |-- test_parametrizer_mcp_doctor.py
    |   |-- test_password_quoting.py
    |   |-- test_playwrighter_agent.py
    |   |-- test_recorder_agent.py
    |   |-- test_self_update.py
    |   |-- test_step_by_step_mode.py
    |   |-- test_stm32er_agent.py
    |   |-- test_talker_agent.py
    |   |-- test_telegrammer_identity.py
    |   |-- test_temp_dir_policy.py
    |   |-- test_unrealer_agent.py
    |   |-- test_videoplayer_agent.py
    |   |-- test_watchdog_foreground_exemption.py
    |   |-- test_whatsapper_identity.py
    |   |-- test_whisperer_agent.py
    |   |-- test_windower_agent.py
    |   |-- test_windows_app_registration.py
    |   |-- tests.py
    |   |-- tests_perf_3x.py
    |   |-- Tlamatini.md
    |   |-- tools.py
    |   |-- urls.py
    |   |-- version.py
    |   |-- views.py
    |   |-- web_search_llm.py
    |   |-- window_flash.py
    |   |-- windows_app_registration.py
    |   |-- acpx/
    |   |   |-- __init__.py
    |   |   |-- agent_registry.py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
    |   |   |   |-- config.yaml
    |   |   |   |-- gatewayer.md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
    |   |   |   `-- mover.py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
    |   |   |-- recmailer/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videoplayer/
    |   |   |   |-- config.yaml
    |   |   |   `-- videoplayer.py
    |   |   |-- whatsapper/
    |   |   |   |-- config.yaml
    |   |   |   |-- HOW_TO_GET_YOUR_WHATSAPP_ASSETS.md
    |   |   |   |-- whatsapper.py
    |   |   |   `-- guide_assets/
    |   |   |       |-- whatsapp_01_meta_create_app.jpg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whatsapp_02_api_setup_keys.jpg
    |   |   |       |-- whatsapp_03_test_recipient_send.jpg
    |   |   |       |-- whatsapp_04_system_user_token.jpg
    |   |   |       `-- whatsapp_05_tlamatini_contacts.jpg
    |   |   |-- whisperer/
    |   |   |   |-- config.yaml
    |   |   |   `-- whisperer.py
    |   |   `-- windower/
    |   |       |-- config.yaml
    |   |       `-- windower.py
    |   |-- doc_generation/
    |   |   |-- complete_project_docs.py
    |   |   |-- mardown_to_pdf.py
    |   |   |-- refresh_project_docs.py
    |   |   `-- test_output.pdf
    |   |-- images/
    |   |   |-- ACPXKeysConfigureWizard.jpg
    |   |   |-- ConfigureModels.jpg
    |   |   |-- HiIamTlamatini.png
    |   |   |-- LOLAnalysis.jpg
    |   |   |-- MenuConfig.jpg
    |   |   |-- mockup.jpg
    |   |   |-- Modify_the_last_video_keepi.mp4
    |   |   |-- RealisticTlamatini.png
    |   |   |-- ShouldersUoTlamatini.png
    |   |   |-- Tlamatini AI Agentic Advisor Video.mp4
    |   |   |-- TlamatiniAbout.png
    |   |   |-- TlamatiniAndKyber.mp4
    |   |   |-- TlamatiniDrawings.png
    |   |   |-- TlammatiniLetsMakeSomeMagic.mp4
    |   |   |-- TorsoTlamatini.png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__init__.py
    |   |-- monitors/
    |   |   `-- monitor_sql.py
    |   |-- opus_client/
    |   |   |-- claude_opus_client.py
    |   |   |-- examples.py
    |   |   `-- README.md
    |   |-- rag/
    |   |   |-- __init__.py
    |   |   |-- config.py
    |   |   |-- factory.py
    |   |   |-- interaction.py
    |   |   |-- interface.py
    |   |   |-- loaders.py
    |   |   |-- prompts.py
    |   |   |-- retrieval.py
    |   |   |-- splitters.py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utils.py
    |   |   `-- chains/
    |   |       |-- base.py
    |   |       |-- basic.py
    |   |       |-- history_aware.py
    |   |       `-- unified.py
    |   |-- services/
    |   |   |-- __init__.py
    |   |   |-- agent_contracts.py
    |   |   |-- agent_paths.py
    |   |   |-- answer_analizer.py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security_audit/
    |   |   |   `-- SKILL.md
    |   |   |-- setup_new_acpx_key/
    |   |   |   `-- SKILL.md
    |   |   |-- skill_creator/
    |   |   |   |-- SKILL.md
    |   |   |   `-- scripts/
    |   |   |       `-- quick_validate.py
    |   |   |-- slack/
    |   |   |   `-- SKILL.md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contacts_dialog.css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agentic_control_panel.js
    |   |       |   |-- canvas_item_dialog.js
    |   |       |   |-- chat_page_runtime_poller.js
    |   |       |   |-- contacts_dialog.js
    |   |       |   |-- contextual_menus.js
    |   |       |   |-- external_mcps_dialog.js
    |   |       |   |-- shared-runtime-dialogs.js
    |   |       |   |-- skills_dialog.js
    |   |       |   `-- tools_dialog.js
    |   |       |-- sounds/
    |   |       |   |-- hypervisor_alert.wav
    |   |       |   `-- notification.wav
    |   |       `-- video/
    |   |           `-- XAIHT-Tlamatini.mp4
    |   |-- telegram/
    |   |   |-- AztecTlamatini.txt
    |   |   |-- config.yaml
    |   |   `-- telegram_receiver.py
    |   |-- templates/
    |   |   `-- agent/
    |   |       |-- agent_page.html
    |   |       |-- agentic_control_panel.html
    |   |       |-- login.html
    |   |       `-- welcome.html
    |   |-- test_fixtures/
    |   |   `-- talker_orpheus_tokens.txt
    |   `-- TlamatiniSourceCode/
    |       `-- README.md
    |-- DB/
    |   |-- Older/
    |   |   `-- README.md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32/32</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ToLoad/
    |       `-- README.md
    |-- jd-cli/
    |   |-- jd-cli.bat
    |   `-- jd-cli.jar
    `-- tlamatini/
        |-- __init__.py
        |-- asgi.py
        |-- context_processors.py
        |-- logging_filters.py
        |-- middleware.py
        |-- settings.py
        |-- urls.py
        `-- wsgi.py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