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80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709</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80</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146,531</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15, 2026 11:44 AM UTC-0600 at HEAD 1e7bb36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both STM32F4 and ESP32-class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Answers codebase questions with loaded file or directory context.</a:t>
            </a:r>
          </a:p>
          <a:p>
            <a:pPr>
              <a:spcAft>
                <a:spcPts val="400"/>
              </a:spcAft>
              <a:defRPr sz="1100">
                <a:solidFill>
                  <a:srgbClr val="B4BAAE"/>
                </a:solidFill>
                <a:latin typeface="Aptos"/>
              </a:defRPr>
            </a:pPr>
            <a:r>
              <a:t>Uses hybrid retrieval to extract metadata, split content, rank source chunks, and respect context budgets.</a:t>
            </a:r>
          </a:p>
          <a:p>
            <a:pPr>
              <a:spcAft>
                <a:spcPts val="400"/>
              </a:spcAft>
              <a:defRPr sz="11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100">
                <a:solidFill>
                  <a:srgbClr val="B4BAAE"/>
                </a:solidFill>
                <a:latin typeface="Aptos"/>
              </a:defRPr>
            </a:pPr>
            <a:r>
              <a:t>Gives operators GUI-first database maintenance through the new DB dropdown for backup and staged database replacement.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9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Warns GPU-host operators before a directory-context load is likely to saturate VRAM and degrade embedding throughput.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900">
                <a:solidFill>
                  <a:srgbClr val="B4BAAE"/>
                </a:solidFill>
                <a:latin typeface="Aptos"/>
              </a:defRPr>
            </a:pPr>
            <a:r>
              <a:t>Runs checked Multi-Turn requests through request-scoped planning, capability selection, tool calls, observations, monitoring, and final synthesis.</a:t>
            </a:r>
          </a:p>
          <a:p>
            <a:pPr>
              <a:spcAft>
                <a:spcPts val="400"/>
              </a:spcAft>
              <a:defRPr sz="9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9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`v1.23.0`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`v1.23.0`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V1.23.0 DATA-PRESERVING SELF-UPDATE AND NUMPY/OPENCV EMBEDDING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current documented release is `v1.23.0`, whose headline is operational robustness: the in-app self-update is now data-preserving, and numpy plus OpenCV are embedded in both bundled Pythons so the media agents work in a frozen install. It builds directly on the `v1.22.0` file-navigation/file-edit wave and the `v1.20.x` Blenderer + self-update foundation.</a:t>
            </a:r>
          </a:p>
          <a:p>
            <a:pPr>
              <a:spcAft>
                <a:spcPts val="400"/>
              </a:spcAft>
              <a:defRPr sz="900">
                <a:solidFill>
                  <a:srgbClr val="B4BAAE"/>
                </a:solidFill>
                <a:latin typeface="Aptos"/>
              </a:defRPr>
            </a:pPr>
            <a:r>
              <a:t>Data-preserving update is the key fix: the live database sits inside the PyInstaller `_internal/` folder, which an update replaces wholesale, so a naive swap would wipe chat history and custom toggles. `apply_update.ps1` now stages the user's database through `DB/ToLoad/` and drops a `post_update_migrate.flag`; on the next launch `manage.py` swaps that database back over the freshly shipped one and runs `migrate` in a child process, so the user keeps their history and toggles and still receives new agent / tool / prompt rows.</a:t>
            </a:r>
          </a:p>
          <a:p>
            <a:pPr>
              <a:spcAft>
                <a:spcPts val="400"/>
              </a:spcAft>
              <a:defRPr sz="900">
                <a:solidFill>
                  <a:srgbClr val="B4BAAE"/>
                </a:solidFill>
                <a:latin typeface="Aptos"/>
              </a:defRPr>
            </a:pPr>
            <a:r>
              <a:t>The second pillar is media-agent reliability: numpy and OpenCV (`cv2`) are now embedded in both the carried Python that runs the pool agents and the frozen `_internal`, with `build.py` asserting both imports so the build aborts loudly rather than shipping a Recorder, Camcorder, AudioPlayer, VideoPlayer, or Whisperer that would crash at runtime for a missing native library.</a:t>
            </a:r>
          </a:p>
          <a:p>
            <a:pPr>
              <a:spcAft>
                <a:spcPts val="400"/>
              </a:spcAft>
              <a:defRPr sz="900">
                <a:solidFill>
                  <a:srgbClr val="B4BAAE"/>
                </a:solidFill>
                <a:latin typeface="Aptos"/>
              </a:defRPr>
            </a:pPr>
            <a:r>
              <a:t>The broader operator surface around this release is larger too: Globber, Grepper, and Editor now give Tlamatini deterministic file discovery, regex search, and surgical in-place editing as first-class agents/tools instead of forcing operators back to a shell.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release is about trust in the update path: a packaged install can now refresh itself without losing the user's chat history or custom toggles, so an update behaves like a real product upgrade rather than a reset.</a:t>
            </a:r>
          </a:p>
          <a:p>
            <a:pPr>
              <a:spcAft>
                <a:spcPts val="400"/>
              </a:spcAft>
              <a:defRPr sz="1300">
                <a:solidFill>
                  <a:srgbClr val="B4BAAE"/>
                </a:solidFill>
                <a:latin typeface="Aptos"/>
              </a:defRPr>
            </a:pPr>
            <a:r>
              <a:t>It also closes a frozen-build gap by shipping the numpy/OpenCV native libraries the media agents depend on inside the carried Python, so screen, camera, microphone, and playback agents behave the same in an installed build as from source.</a:t>
            </a:r>
          </a:p>
          <a:p>
            <a:pPr>
              <a:spcAft>
                <a:spcPts val="400"/>
              </a:spcAft>
              <a:defRPr sz="1300">
                <a:solidFill>
                  <a:srgbClr val="B4BAAE"/>
                </a:solidFill>
                <a:latin typeface="Aptos"/>
              </a:defRPr>
            </a:pPr>
            <a:r>
              <a:t>The resulting narrative matches the current README, Book, Git history, and source tree more honestly than the older milestone-only framing.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Recent tracked assets worth calling out explicitly now span several release waves: `agent/self_update.py` plus `apply_update.ps1` for the data-preserving updater, `build.py` for numpy/OpenCV embedding checks, and the new `agent/agents/{editor,grepper,globber}/` directories plus their migrations/tests for deterministic file discovery, regex search, and surgical in-place edits.</a:t>
            </a:r>
          </a:p>
          <a:p>
            <a:pPr>
              <a:spcAft>
                <a:spcPts val="400"/>
              </a:spcAft>
              <a:defRPr sz="10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10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1000">
                <a:solidFill>
                  <a:srgbClr val="B4BAAE"/>
                </a:solidFill>
                <a:latin typeface="Aptos"/>
              </a:defRPr>
            </a:pPr>
            <a:r>
              <a:t>Because the dossier already includes the full tracked tree and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and Python, which the dossier’s language tables and complete tracked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80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80</a:t>
            </a:r>
          </a:p>
          <a:p>
            <a:pPr>
              <a:spcAft>
                <a:spcPts val="400"/>
              </a:spcAft>
              <a:defRPr sz="1500">
                <a:solidFill>
                  <a:srgbClr val="B4BAAE"/>
                </a:solidFill>
                <a:latin typeface="Aptos"/>
              </a:defRPr>
            </a:pPr>
            <a:r>
              <a:t>Description rows in `agents_descriptions.md`: 80</a:t>
            </a:r>
          </a:p>
          <a:p>
            <a:pPr>
              <a:spcAft>
                <a:spcPts val="400"/>
              </a:spcAft>
              <a:defRPr sz="1500">
                <a:solidFill>
                  <a:srgbClr val="B4BAAE"/>
                </a:solidFill>
                <a:latin typeface="Aptos"/>
              </a:defRPr>
            </a:pPr>
            <a:r>
              <a:t>This dossier reconciles README and Book wording back to the same 80-agent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live operator surface now stands at 80 workflow agents, 87 Multi-Turn tools, 12 ACPX tools, and 27 skills.</a:t>
            </a:r>
          </a:p>
          <a:p>
            <a:pPr>
              <a:spcAft>
                <a:spcPts val="400"/>
              </a:spcAft>
              <a:defRPr sz="1100">
                <a:solidFill>
                  <a:srgbClr val="B4BAAE"/>
                </a:solidFill>
                <a:latin typeface="Aptos"/>
              </a:defRPr>
            </a:pPr>
            <a:r>
              <a:t>Source inspection confirms the total: 55 distinct wrapped chat-agent tools bound from `chat_agent_registry.py`, which combines with 20 core Python tools and 12 ACPX/Skill tools for 87 Multi-Turn tools overall.</a:t>
            </a:r>
          </a:p>
          <a:p>
            <a:pPr>
              <a:spcAft>
                <a:spcPts val="400"/>
              </a:spcAft>
              <a:defRPr sz="1100">
                <a:solidFill>
                  <a:srgbClr val="B4BAAE"/>
                </a:solidFill>
                <a:latin typeface="Aptos"/>
              </a:defRPr>
            </a:pPr>
            <a:r>
              <a:t>The count increase over the older 77/84 story comes from the new deterministic file-navigation/file-edit trio — Globber, Grepper, and Editor — which exists both on the visual canvas and as wrapped chat-agent tools.</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80-agent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Run from source: create a virtual environment, install requirements, migrate, create a superuser, collect static files, and start Django.</a:t>
            </a:r>
          </a:p>
          <a:p>
            <a:pPr>
              <a:spcAft>
                <a:spcPts val="400"/>
              </a:spcAft>
              <a:defRPr sz="1200">
                <a:solidFill>
                  <a:srgbClr val="B4BAAE"/>
                </a:solidFill>
                <a:latin typeface="Aptos"/>
              </a:defRPr>
            </a:pPr>
            <a:r>
              <a:t>Open `/agent/` for chat. Load a file or directory context before asking codebase-specific questions.</a:t>
            </a:r>
          </a:p>
          <a:p>
            <a:pPr>
              <a:spcAft>
                <a:spcPts val="400"/>
              </a:spcAft>
              <a:defRPr sz="1200">
                <a:solidFill>
                  <a:srgbClr val="B4BAAE"/>
                </a:solidFill>
                <a:latin typeface="Aptos"/>
              </a:defRPr>
            </a:pPr>
            <a:r>
              <a:t>Keep Multi-Turn unchecked for direct Q&amp;A; enable Multi-Turn for tasks that need tools, wrapped agents, monitoring, or workflow seeding.</a:t>
            </a:r>
          </a:p>
          <a:p>
            <a:pPr>
              <a:spcAft>
                <a:spcPts val="400"/>
              </a:spcAft>
              <a:defRPr sz="12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200">
                <a:solidFill>
                  <a:srgbClr val="B4BAAE"/>
                </a:solidFill>
                <a:latin typeface="Aptos"/>
              </a:defRPr>
            </a:pPr>
            <a:r>
              <a:t>Use Config -&gt; Access Keys Wizard when you need to wire or update provider credentials without editing `config.json` manually.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Python 3.12.10 is the strongly recommended source-mode version in the README, and the codebase has been tested most deeply there.</a:t>
            </a:r>
          </a:p>
          <a:p>
            <a:pPr>
              <a:spcAft>
                <a:spcPts val="400"/>
              </a:spcAft>
              <a:defRPr sz="1400">
                <a:solidFill>
                  <a:srgbClr val="B4BAAE"/>
                </a:solidFill>
                <a:latin typeface="Aptos"/>
              </a:defRPr>
            </a:pPr>
            <a:r>
              <a:t>Source installs require a clone, virtual environment, dependency install from `requirements.txt`, migrations, a superuser, static collection, and then the web server.</a:t>
            </a:r>
          </a:p>
          <a:p>
            <a:pPr>
              <a:spcAft>
                <a:spcPts val="400"/>
              </a:spcAft>
              <a:defRPr sz="1400">
                <a:solidFill>
                  <a:srgbClr val="B4BAAE"/>
                </a:solidFill>
                <a:latin typeface="Aptos"/>
              </a:defRPr>
            </a:pPr>
            <a:r>
              <a:t>You can run either the checked-in cloud/back-end defaults from `Tlamatini/agent/config.json` or a local Ollama-backed configuration with matching model names.</a:t>
            </a:r>
          </a:p>
          <a:p>
            <a:pPr>
              <a:spcAft>
                <a:spcPts val="400"/>
              </a:spcAft>
              <a:defRPr sz="1400">
                <a:solidFill>
                  <a:srgbClr val="B4BAAE"/>
                </a:solidFill>
                <a:latin typeface="Aptos"/>
              </a:defRPr>
            </a:pPr>
            <a:r>
              <a:t>Packaged Windows installs create a default `user / changeme` account; manual source installs use your own `createsuperuser` account instead.</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`v1.23.0` release state keeps the version badge, runtime surfaces, self-knowledge wording, STM32er/ESP32er demo prompts, and operator handbook aligned.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1.23.0 | build: 1.23.0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500">
                <a:solidFill>
                  <a:srgbClr val="B4BAAE"/>
                </a:solidFill>
                <a:latin typeface="Aptos"/>
              </a:defRPr>
            </a:pPr>
            <a:r>
              <a:t>Pull the default repository model tags exactly as written if you want the shipped config and agent templates to work unchanged.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TRACKED</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709</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80</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137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29</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7</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1e7bb36 - Handling source code recommendations from Claude to Tlamatini in tool calling process, by Tlamatini's-AutoBot.</a:t>
            </a:r>
          </a:p>
          <a:p>
            <a:pPr>
              <a:spcAft>
                <a:spcPts val="400"/>
              </a:spcAft>
              <a:defRPr sz="1500">
                <a:solidFill>
                  <a:srgbClr val="B4BAAE"/>
                </a:solidFill>
                <a:latin typeface="Aptos"/>
              </a:defRPr>
            </a:pPr>
            <a:r>
              <a:t>Resolved version: 1.23.0 (git)</a:t>
            </a:r>
          </a:p>
          <a:p>
            <a:pPr>
              <a:spcAft>
                <a:spcPts val="400"/>
              </a:spcAft>
              <a:defRPr sz="1500">
                <a:solidFill>
                  <a:srgbClr val="B4BAAE"/>
                </a:solidFill>
                <a:latin typeface="Aptos"/>
              </a:defRPr>
            </a:pPr>
            <a:r>
              <a:t>Generated on June 15, 2026 11:44 AM UTC-0600</a:t>
            </a:r>
          </a:p>
          <a:p>
            <a:pPr>
              <a:spcAft>
                <a:spcPts val="400"/>
              </a:spcAft>
              <a:defRPr sz="1500">
                <a:solidFill>
                  <a:srgbClr val="B4BAAE"/>
                </a:solidFill>
                <a:latin typeface="Aptos"/>
              </a:defRPr>
            </a:pPr>
            <a:r>
              <a:t>Multi-Turn tools: 87; wrapped chat-agent tools: 55; skills: 27</a:t>
            </a:r>
          </a:p>
          <a:p>
            <a:pPr>
              <a:spcAft>
                <a:spcPts val="400"/>
              </a:spcAft>
              <a:defRPr sz="1500">
                <a:solidFill>
                  <a:srgbClr val="B4BAAE"/>
                </a:solidFill>
                <a:latin typeface="Aptos"/>
              </a:defRPr>
            </a:pPr>
            <a:r>
              <a:t>Python requirements: 79; authoritative agent-description rows: 80</a:t>
            </a:r>
          </a:p>
          <a:p>
            <a:pPr>
              <a:spcAft>
                <a:spcPts val="400"/>
              </a:spcAft>
              <a:defRPr sz="1500">
                <a:solidFill>
                  <a:srgbClr val="B4BAAE"/>
                </a:solidFill>
                <a:latin typeface="Aptos"/>
              </a:defRPr>
            </a:pPr>
            <a:r>
              <a:t>Binary or asset tracked files skipped from line count: 22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5b0354d on 2026-06-14</a:t>
            </a:r>
          </a:p>
          <a:p>
            <a:pPr>
              <a:spcAft>
                <a:spcPts val="400"/>
              </a:spcAft>
              <a:defRPr sz="1300">
                <a:solidFill>
                  <a:srgbClr val="B4BAAE"/>
                </a:solidFill>
                <a:latin typeface="Aptos"/>
              </a:defRPr>
            </a:pPr>
            <a:r>
              <a:t>Updating visual documentation to 1.20.0, by angelahack1</a:t>
            </a:r>
          </a:p>
          <a:p>
            <a:pPr>
              <a:spcAft>
                <a:spcPts val="400"/>
              </a:spcAft>
              <a:defRPr sz="1300">
                <a:solidFill>
                  <a:srgbClr val="B4BAAE"/>
                </a:solidFill>
                <a:latin typeface="Aptos"/>
              </a:defRPr>
            </a:pPr>
            <a:r>
              <a:t>Commits since then: 10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`v1.23.0` made packaged self-update data-preserving: the user's database is staged through `DB/ToLoad/`, restored into the new build, and migrated on next launch so chat history and custom toggles survive the upgrade.</a:t>
            </a:r>
          </a:p>
          <a:p>
            <a:pPr>
              <a:spcAft>
                <a:spcPts val="400"/>
              </a:spcAft>
              <a:defRPr sz="900">
                <a:solidFill>
                  <a:srgbClr val="B4BAAE"/>
                </a:solidFill>
                <a:latin typeface="Aptos"/>
              </a:defRPr>
            </a:pPr>
            <a:r>
              <a:t>The same window also embedded numpy and OpenCV into both shipped Python runtimes, closing the frozen-build dependency gap for Recorder, Camcorder, AudioPlayer, VideoPlayer, and Whisperer.</a:t>
            </a:r>
          </a:p>
          <a:p>
            <a:pPr>
              <a:spcAft>
                <a:spcPts val="400"/>
              </a:spcAft>
              <a:defRPr sz="900">
                <a:solidFill>
                  <a:srgbClr val="B4BAAE"/>
                </a:solidFill>
                <a:latin typeface="Aptos"/>
              </a:defRPr>
            </a:pPr>
            <a:r>
              <a:t>The operator surface also expanded with the file-navigation/file-edit trio: Globber, Grepper, and Editor now exist as workflow agents and wrapped chat tools, giving Tlamatini deterministic file discovery, regex search, and surgical in-place edit steps.</a:t>
            </a:r>
          </a:p>
          <a:p>
            <a:pPr>
              <a:spcAft>
                <a:spcPts val="400"/>
              </a:spcAft>
              <a:defRPr sz="900">
                <a:solidFill>
                  <a:srgbClr val="B4BAAE"/>
                </a:solidFill>
                <a:latin typeface="Aptos"/>
              </a:defRPr>
            </a:pPr>
            <a:r>
              <a:t>Since the last committed PDF/PPTX refresh, Blenderer entered the platform: a live Blender bridge over the official MCP add-on socket, available both on the canvas and as `chat_agent_blenderer`.</a:t>
            </a:r>
          </a:p>
          <a:p>
            <a:pPr>
              <a:spcAft>
                <a:spcPts val="400"/>
              </a:spcAft>
              <a:defRPr sz="900">
                <a:solidFill>
                  <a:srgbClr val="B4BAAE"/>
                </a:solidFill>
                <a:latin typeface="Aptos"/>
              </a:defRPr>
            </a:pPr>
            <a:r>
              <a:t>The same refresh window also delivered the in-app self-update path: `self_update.py`, new update endpoints, staged release downloads, and the external `apply_update.ps1` swap helper that preserves operator state during upgrade.</a:t>
            </a:r>
          </a:p>
          <a:p>
            <a:pPr>
              <a:spcAft>
                <a:spcPts val="400"/>
              </a:spcAft>
              <a:defRPr sz="900">
                <a:solidFill>
                  <a:srgbClr val="B4BAAE"/>
                </a:solidFill>
                <a:latin typeface="Aptos"/>
              </a:defRPr>
            </a:pPr>
            <a:r>
              <a:t>The latest versioning/documentation commits move the source-of-truth product story to `v1.23.0`, which is why this dossier refresh reconciles the visible docs with the live 80-agent / 87-tool runtime surface.</a:t>
            </a:r>
          </a:p>
          <a:p>
            <a:pPr>
              <a:spcAft>
                <a:spcPts val="400"/>
              </a:spcAft>
              <a:defRPr sz="9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with zero-config bootstrap and a serial preflight.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Self-update (v1.23.0): packaged installs now preserve the user's DB across the swap — `apply_update.ps1` stages it through `DB/ToLoad/` and the next launch migrates it back into the new build, so chat history and custom toggles survive the upgrade.</a:t>
            </a:r>
          </a:p>
          <a:p>
            <a:pPr>
              <a:spcAft>
                <a:spcPts val="400"/>
              </a:spcAft>
              <a:defRPr sz="900">
                <a:solidFill>
                  <a:srgbClr val="B4BAAE"/>
                </a:solidFill>
                <a:latin typeface="Aptos"/>
              </a:defRPr>
            </a:pPr>
            <a:r>
              <a:t>Frozen-build hardening (v1.23.0):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Camcorder, and Recorder were added to its categorization, timing, startup markers, and do-not-flag rules, with a first-build-downloads-a-large-toolchain caveat.</a:t>
            </a:r>
          </a:p>
          <a:p>
            <a:pPr>
              <a:spcAft>
                <a:spcPts val="400"/>
              </a:spcAft>
              <a:defRPr sz="900">
                <a:solidFill>
                  <a:srgbClr val="B4BAAE"/>
                </a:solidFill>
                <a:latin typeface="Aptos"/>
              </a:defRPr>
            </a:pPr>
            <a:r>
              <a:t>Catalog now stands at 80 workflow agents and 87 Multi-Turn tools (55 wrapped chat-agent + 12 ACPX/Skill + 20 core), with 27 skills.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146,531</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201,622</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383     103,371    145,434  70.5%
Markdown                 146      18,045     22,912  12.3%
JavaScript                29      14,599     18,258  10.0%
CSS                        7       4,239      5,367   2.9%
YAML                      85       1,730      4,339   1.2%
Other text                 7         906      1,101   0.6%
HTML                       4         906        924   0.6%
Prompt template            2         842        953   0.6%
PowerShell                 6         672        987   0.5%
JSON                       8         522        522   0.4%
JavaScript module          1         412        481   0.3%
Text                       7         252        282   0.2%
Protocol Buffers           1          20         33   0.0%
Batch                      1          15         29   0.0%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7,989  11,623
Tlamatini/agent/tests.py                                Python         5,315   6,874
Tlamatini/agent/tools.py                                Python         2,743   4,010
Tlamatini/agent/doc_generation/complete_project_docs.py Python         2,538   2,859
BookOfTlamatini.md                                      Markdown       2,219   3,137
Tlamatini/agent/agents/flowcreator/agentic_skill.md     Markdown       2,202   2,431
...ini/agent/static/agent/css/agentic_control_panel.css CSS            1,871   2,507
Tlamatini/agent/static/agent/css/agent_page.css         CSS            1,493   1,841
Tlamatini/agent/static/agent/js/agent_page_init.js      JavaScript     1,447   1,700
Tlamatini/agent/static/agent/js/agent_page_chat.js      JavaScript     1,434   1,944
Tlamatini/agent/static/agent/js/acp-agent-connectors.js JavaScript     1,433   1,591
Tlamatini/agent/chat_agent_registry.py                  Python         1,430   1,455
README.md                                               Markdown       1,407   2,003
Tlamatini/agent/static/agent/js/acp-canvas-core.js      JavaScript     1,354   1,664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current Git window includes the `v1.23.0` release from June 15, 2026: the in-app updater now preserves the user's database and migrates it back into the new build on first launch, so chat history and custom Tool/Mcp/Agent toggles survive a packaged update.</a:t>
            </a:r>
          </a:p>
          <a:p>
            <a:pPr>
              <a:spcAft>
                <a:spcPts val="400"/>
              </a:spcAft>
              <a:defRPr sz="900">
                <a:solidFill>
                  <a:srgbClr val="B4BAAE"/>
                </a:solidFill>
                <a:latin typeface="Aptos"/>
              </a:defRPr>
            </a:pPr>
            <a:r>
              <a:t>The same `v1.23.0` wave hardens frozen builds for the media family: numpy and OpenCV are now embedded in both the carried Python and the frozen `_internal`, and `build.py` fails loudly if either import is missing instead of shipping a broken Recorder / Camcorder / AudioPlayer / VideoPlayer / Whisperer path.</a:t>
            </a:r>
          </a:p>
          <a:p>
            <a:pPr>
              <a:spcAft>
                <a:spcPts val="400"/>
              </a:spcAft>
              <a:defRPr sz="900">
                <a:solidFill>
                  <a:srgbClr val="B4BAAE"/>
                </a:solidFill>
                <a:latin typeface="Aptos"/>
              </a:defRPr>
            </a:pPr>
            <a:r>
              <a:t>The working tree also advances the file-navigation and file-editing operator surface: the new Globber, Grepper, and Editor agents/tools let Tlamatini discover files by pattern, search contents by regex, and make surgical in-place edits without falling back to a shell command.</a:t>
            </a:r>
          </a:p>
          <a:p>
            <a:pPr>
              <a:spcAft>
                <a:spcPts val="400"/>
              </a:spcAft>
              <a:defRPr sz="900">
                <a:solidFill>
                  <a:srgbClr val="B4BAAE"/>
                </a:solidFill>
                <a:latin typeface="Aptos"/>
              </a:defRPr>
            </a:pPr>
            <a:r>
              <a:t>The same recent release span still includes the Blenderer foundation: Tlamatini reaches a live Blender session through the official Blender MCP add-on socket (`localhost:9876`), both as the wrapped `chat_agent_blenderer` tool and as a visual workflow node.</a:t>
            </a:r>
          </a:p>
          <a:p>
            <a:pPr>
              <a:spcAft>
                <a:spcPts val="400"/>
              </a:spcAft>
              <a:defRPr sz="9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900">
                <a:solidFill>
                  <a:srgbClr val="B4BAAE"/>
                </a:solidFill>
                <a:latin typeface="Aptos"/>
              </a:defRPr>
            </a:pPr>
            <a:r>
              <a:t>The latest documentation pass aligns the handbook and source with `v1.23.0`, which matters here because some older badges or prose lines still lag behind the live 80-agent / 87-tool inventory.</a:t>
            </a:r>
          </a:p>
          <a:p>
            <a:pPr>
              <a:spcAft>
                <a:spcPts val="400"/>
              </a:spcAft>
              <a:defRPr sz="900">
                <a:solidFill>
                  <a:srgbClr val="B4BAAE"/>
                </a:solidFill>
                <a:latin typeface="Aptos"/>
              </a:defRPr>
            </a:pPr>
            <a:r>
              <a:t>The `v1.19.5` File-Creator hardening pass now writes content byte-for-byte: plain `content` is re-extracted verbatim, and heavy escape/binary payloads can travel through `content_b64`, eliminating the wrong-symbol corruption that broke backslash-dense Java, JSON, and regex files.</a:t>
            </a:r>
          </a:p>
          <a:p>
            <a:pPr>
              <a:spcAft>
                <a:spcPts val="400"/>
              </a:spcAft>
              <a:defRPr sz="900">
                <a:solidFill>
                  <a:srgbClr val="B4BAAE"/>
                </a:solidFill>
                <a:latin typeface="Aptos"/>
              </a:defRPr>
            </a:pPr>
            <a:r>
              <a:t>The same release completes the self-modify story: `build.py --self-modify` now generates a rebuildable `TlamatiniSourceCode/` snapshot through `copy_source_assets.py`, so a self-able-modify build carries her own source tree, rebuild instructions, and redacted secrets in one honest package.</a:t>
            </a:r>
          </a:p>
          <a:p>
            <a:pPr>
              <a:spcAft>
                <a:spcPts val="400"/>
              </a:spcAft>
              <a:defRPr sz="9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1e7bb36 | Handling source code recommendations from Claude to Tlamatini in tool calling process, by Tlamatini's-AutoBot.</a:t>
            </a:r>
          </a:p>
          <a:p>
            <a:pPr>
              <a:spcAft>
                <a:spcPts val="400"/>
              </a:spcAft>
              <a:defRPr sz="1200">
                <a:solidFill>
                  <a:srgbClr val="B4BAAE"/>
                </a:solidFill>
                <a:latin typeface="Aptos"/>
              </a:defRPr>
            </a:pPr>
            <a:r>
              <a:t>2026-06-15 | 5400c83 | File-reading &amp; file-modification workflow + tool-order rule recommandation from Claude to Tlamatini in tool calling process, by Tlamatini's-AutoBot.</a:t>
            </a:r>
          </a:p>
          <a:p>
            <a:pPr>
              <a:spcAft>
                <a:spcPts val="400"/>
              </a:spcAft>
              <a:defRPr sz="1200">
                <a:solidFill>
                  <a:srgbClr val="B4BAAE"/>
                </a:solidFill>
                <a:latin typeface="Aptos"/>
              </a:defRPr>
            </a:pPr>
            <a:r>
              <a:t>2026-06-15 | cba89d9 | fix(gitter): honor quoted args in custom_command (shlex) so a quoted -m no longer fails</a:t>
            </a:r>
          </a:p>
          <a:p>
            <a:pPr>
              <a:spcAft>
                <a:spcPts val="400"/>
              </a:spcAft>
              <a:defRPr sz="1200">
                <a:solidFill>
                  <a:srgbClr val="B4BAAE"/>
                </a:solidFill>
                <a:latin typeface="Aptos"/>
              </a:defRPr>
            </a:pPr>
            <a:r>
              <a:t>2026-06-15 | 91ad7d3 | docs: release v1.23.0 — data-preserving self-update + numpy/opencv embedding</a:t>
            </a:r>
          </a:p>
          <a:p>
            <a:pPr>
              <a:spcAft>
                <a:spcPts val="400"/>
              </a:spcAft>
              <a:defRPr sz="1200">
                <a:solidFill>
                  <a:srgbClr val="B4BAAE"/>
                </a:solidFill>
                <a:latin typeface="Aptos"/>
              </a:defRPr>
            </a:pPr>
            <a:r>
              <a:t>2026-06-15 | 00b85a2 | Embed numpy/opencv in both Pythons; migrate users' DB on self-update; doc agent-carriage rules</a:t>
            </a:r>
          </a:p>
          <a:p>
            <a:pPr>
              <a:spcAft>
                <a:spcPts val="400"/>
              </a:spcAft>
              <a:defRPr sz="1200">
                <a:solidFill>
                  <a:srgbClr val="B4BAAE"/>
                </a:solidFill>
                <a:latin typeface="Aptos"/>
              </a:defRPr>
            </a:pPr>
            <a:r>
              <a:t>2026-06-14 | cf4e67a | COmmiting the pairing og Claude's tools vs. Tlamatini's tools, by angelahack1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277951c | Bump version to 1.20.2 across docs/config; fix flaky Executer output capture</a:t>
            </a:r>
          </a:p>
          <a:p>
            <a:pPr>
              <a:spcAft>
                <a:spcPts val="400"/>
              </a:spcAft>
              <a:defRPr sz="1200">
                <a:solidFill>
                  <a:srgbClr val="B4BAAE"/>
                </a:solidFill>
                <a:latin typeface="Aptos"/>
              </a:defRPr>
            </a:pPr>
            <a:r>
              <a:t>2026-06-14 | 8778c52 | Fix Gitter agent: custom command now prepends 'git' (was rc=1, no-op)</a:t>
            </a:r>
          </a:p>
          <a:p>
            <a:pPr>
              <a:spcAft>
                <a:spcPts val="400"/>
              </a:spcAft>
              <a:defRPr sz="1200">
                <a:solidFill>
                  <a:srgbClr val="B4BAAE"/>
                </a:solidFill>
                <a:latin typeface="Aptos"/>
              </a:defRPr>
            </a:pPr>
            <a:r>
              <a:t>2026-06-14 | b669477 | Fix Blenderer params.code false-required gate; add Tlamatini-tools-only directive</a:t>
            </a:r>
          </a:p>
          <a:p>
            <a:pPr>
              <a:spcAft>
                <a:spcPts val="400"/>
              </a:spcAft>
              <a:defRPr sz="1200">
                <a:solidFill>
                  <a:srgbClr val="B4BAAE"/>
                </a:solidFill>
                <a:latin typeface="Aptos"/>
              </a:defRPr>
            </a:pPr>
            <a:r>
              <a:t>2026-06-14 | 7dcc3e8 | Release 1.20.1: fix self-update updater self-kill; preserve Uninstaller.exe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1e7bb36 | Handling source code recommendations from Claude to Tlamatini in tool calling process, by Tlamatini's-AutoBot.</a:t>
            </a:r>
          </a:p>
          <a:p>
            <a:pPr>
              <a:spcAft>
                <a:spcPts val="400"/>
              </a:spcAft>
              <a:defRPr sz="1200">
                <a:solidFill>
                  <a:srgbClr val="B4BAAE"/>
                </a:solidFill>
                <a:latin typeface="Aptos"/>
              </a:defRPr>
            </a:pPr>
            <a:r>
              <a:t>2026-06-15 | 5400c83 | File-reading &amp; file-modification workflow + tool-order rule recommandation from Claude to Tlamatini in tool calling process, by Tlamatini's-AutoBot.</a:t>
            </a:r>
          </a:p>
          <a:p>
            <a:pPr>
              <a:spcAft>
                <a:spcPts val="400"/>
              </a:spcAft>
              <a:defRPr sz="1200">
                <a:solidFill>
                  <a:srgbClr val="B4BAAE"/>
                </a:solidFill>
                <a:latin typeface="Aptos"/>
              </a:defRPr>
            </a:pPr>
            <a:r>
              <a:t>2026-06-15 | cba89d9 | fix(gitter): honor quoted args in custom_command (shlex) so a quoted -m no longer fails</a:t>
            </a:r>
          </a:p>
          <a:p>
            <a:pPr>
              <a:spcAft>
                <a:spcPts val="400"/>
              </a:spcAft>
              <a:defRPr sz="1200">
                <a:solidFill>
                  <a:srgbClr val="B4BAAE"/>
                </a:solidFill>
                <a:latin typeface="Aptos"/>
              </a:defRPr>
            </a:pPr>
            <a:r>
              <a:t>2026-06-15 | 91ad7d3 | docs: release v1.23.0 — data-preserving self-update + numpy/opencv embedding</a:t>
            </a:r>
          </a:p>
          <a:p>
            <a:pPr>
              <a:spcAft>
                <a:spcPts val="400"/>
              </a:spcAft>
              <a:defRPr sz="1200">
                <a:solidFill>
                  <a:srgbClr val="B4BAAE"/>
                </a:solidFill>
                <a:latin typeface="Aptos"/>
              </a:defRPr>
            </a:pPr>
            <a:r>
              <a:t>2026-06-15 | 00b85a2 | Embed numpy/opencv in both Pythons; migrate users' DB on self-update; doc agent-carriage rules</a:t>
            </a:r>
          </a:p>
          <a:p>
            <a:pPr>
              <a:spcAft>
                <a:spcPts val="400"/>
              </a:spcAft>
              <a:defRPr sz="1200">
                <a:solidFill>
                  <a:srgbClr val="B4BAAE"/>
                </a:solidFill>
                <a:latin typeface="Aptos"/>
              </a:defRPr>
            </a:pPr>
            <a:r>
              <a:t>2026-06-14 | cf4e67a | COmmiting the pairing og Claude's tools vs. Tlamatini's tools, by angelahack1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277951c | Bump version to 1.20.2 across docs/config; fix flaky Executer output capture</a:t>
            </a:r>
          </a:p>
          <a:p>
            <a:pPr>
              <a:spcAft>
                <a:spcPts val="400"/>
              </a:spcAft>
              <a:defRPr sz="1200">
                <a:solidFill>
                  <a:srgbClr val="B4BAAE"/>
                </a:solidFill>
                <a:latin typeface="Aptos"/>
              </a:defRPr>
            </a:pPr>
            <a:r>
              <a:t>2026-06-14 | 8778c52 | Fix Gitter agent: custom command now prepends 'git' (was rc=1, no-op)</a:t>
            </a:r>
          </a:p>
          <a:p>
            <a:pPr>
              <a:spcAft>
                <a:spcPts val="400"/>
              </a:spcAft>
              <a:defRPr sz="1200">
                <a:solidFill>
                  <a:srgbClr val="B4BAAE"/>
                </a:solidFill>
                <a:latin typeface="Aptos"/>
              </a:defRPr>
            </a:pPr>
            <a:r>
              <a:t>2026-06-14 | b669477 | Fix Blenderer params.code false-required gate; add Tlamatini-tools-only directive</a:t>
            </a:r>
          </a:p>
          <a:p>
            <a:pPr>
              <a:spcAft>
                <a:spcPts val="400"/>
              </a:spcAft>
              <a:defRPr sz="1200">
                <a:solidFill>
                  <a:srgbClr val="B4BAAE"/>
                </a:solidFill>
                <a:latin typeface="Aptos"/>
              </a:defRPr>
            </a:pPr>
            <a:r>
              <a:t>2026-06-14 | 7dcc3e8 | Release 1.20.1: fix self-update updater self-kill; preserve Uninstaller.exe</a:t>
            </a:r>
          </a:p>
          <a:p>
            <a:pPr>
              <a:spcAft>
                <a:spcPts val="400"/>
              </a:spcAft>
              <a:defRPr sz="1200">
                <a:solidFill>
                  <a:srgbClr val="B4BAAE"/>
                </a:solidFill>
                <a:latin typeface="Aptos"/>
              </a:defRPr>
            </a:pPr>
            <a:r>
              <a:t>2026-06-14 | 5b0354d | Updating visual documentation to 1.20.0, by angelahack1</a:t>
            </a:r>
          </a:p>
          <a:p>
            <a:pPr>
              <a:spcAft>
                <a:spcPts val="400"/>
              </a:spcAft>
              <a:defRPr sz="1200">
                <a:solidFill>
                  <a:srgbClr val="B4BAAE"/>
                </a:solidFill>
                <a:latin typeface="Aptos"/>
              </a:defRPr>
            </a:pPr>
            <a:r>
              <a:t>2026-06-14 | 1034cc1 | Implemeting skill to Claude make self sweeping of the entire source code in ordet to have complete both the sel-update assets and the self-modiffy assets, by angelahack1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ea3ed85 | Making all md. documentation ans source code to point to 1.20.0 as the latest version, by Tlamatini's-AutoBot.</a:t>
            </a:r>
          </a:p>
          <a:p>
            <a:pPr>
              <a:spcAft>
                <a:spcPts val="400"/>
              </a:spcAft>
              <a:defRPr sz="1200">
                <a:solidFill>
                  <a:srgbClr val="B4BAAE"/>
                </a:solidFill>
                <a:latin typeface="Aptos"/>
              </a:defRPr>
            </a:pPr>
            <a:r>
              <a:t>2026-06-14 | 8badaaf | Implemented the source copying to autoupdate in the self-modify source code in order to Tlamatini count with all the recents implementations, by angelahack1</a:t>
            </a:r>
          </a:p>
          <a:p>
            <a:pPr>
              <a:spcAft>
                <a:spcPts val="400"/>
              </a:spcAft>
              <a:defRPr sz="1200">
                <a:solidFill>
                  <a:srgbClr val="B4BAAE"/>
                </a:solidFill>
                <a:latin typeface="Aptos"/>
              </a:defRPr>
            </a:pPr>
            <a:r>
              <a:t>2026-06-14 | 72619c0 | Implemented the self-update capability, and the new agent Blenderer, by angelahack1</a:t>
            </a:r>
          </a:p>
          <a:p>
            <a:pPr>
              <a:spcAft>
                <a:spcPts val="400"/>
              </a:spcAft>
              <a:defRPr sz="1200">
                <a:solidFill>
                  <a:srgbClr val="B4BAAE"/>
                </a:solidFill>
                <a:latin typeface="Aptos"/>
              </a:defRPr>
            </a:pPr>
            <a:r>
              <a:t>2026-06-13 | 583ec34 | Just erasing trash, by angelahack1</a:t>
            </a:r>
          </a:p>
          <a:p>
            <a:pPr>
              <a:spcAft>
                <a:spcPts val="400"/>
              </a:spcAft>
              <a:defRPr sz="1200">
                <a:solidFill>
                  <a:srgbClr val="B4BAAE"/>
                </a:solidFill>
                <a:latin typeface="Aptos"/>
              </a:defRPr>
            </a:pPr>
            <a:r>
              <a:t>2026-06-13 | da60150 | Post PR check and testing stage re-checked, by angelahack1</a:t>
            </a:r>
          </a:p>
          <a:p>
            <a:pPr>
              <a:spcAft>
                <a:spcPts val="400"/>
              </a:spcAft>
              <a:defRPr sz="1200">
                <a:solidFill>
                  <a:srgbClr val="B4BAAE"/>
                </a:solidFill>
                <a:latin typeface="Aptos"/>
              </a:defRPr>
            </a:pPr>
            <a:r>
              <a:t>2026-06-13 | 176dd0c | Merge pull request #1 from fr4iser90/security/deps-and-hardening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2026-06-13 | 9b71525 | Updating visual documentation to Tlamatini v1.19.5, by Tlamatini's-AutoBot.</a:t>
            </a:r>
          </a:p>
          <a:p>
            <a:pPr>
              <a:spcAft>
                <a:spcPts val="400"/>
              </a:spcAft>
              <a:defRPr sz="1200">
                <a:solidFill>
                  <a:srgbClr val="B4BAAE"/>
                </a:solidFill>
                <a:latin typeface="Aptos"/>
              </a:defRPr>
            </a:pPr>
            <a:r>
              <a:t>2026-06-13 | 5579391 | Updating documentation to Tlamatini v1.19.5, by Tlamatini's-AutoBot.</a:t>
            </a:r>
          </a:p>
          <a:p>
            <a:pPr>
              <a:spcAft>
                <a:spcPts val="400"/>
              </a:spcAft>
              <a:defRPr sz="1200">
                <a:solidFill>
                  <a:srgbClr val="B4BAAE"/>
                </a:solidFill>
                <a:latin typeface="Aptos"/>
              </a:defRPr>
            </a:pPr>
            <a:r>
              <a:t>2026-06-12 | 563ae27 | Fixing the FileCreator bulk-down to avoid wrong symbols files, by Tlamatini's-AutoBot.</a:t>
            </a:r>
          </a:p>
          <a:p>
            <a:pPr>
              <a:spcAft>
                <a:spcPts val="400"/>
              </a:spcAft>
              <a:defRPr sz="1200">
                <a:solidFill>
                  <a:srgbClr val="B4BAAE"/>
                </a:solidFill>
                <a:latin typeface="Aptos"/>
              </a:defRPr>
            </a:pPr>
            <a:r>
              <a:t>2026-06-12 | acf1a35 | Updating visual documentation to Tlamatini v1.19.4, by Tlamatini's-AutoBot.</a:t>
            </a:r>
          </a:p>
          <a:p>
            <a:pPr>
              <a:spcAft>
                <a:spcPts val="400"/>
              </a:spcAft>
              <a:defRPr sz="1200">
                <a:solidFill>
                  <a:srgbClr val="B4BAAE"/>
                </a:solidFill>
                <a:latin typeface="Aptos"/>
              </a:defRPr>
            </a:pPr>
            <a:r>
              <a:t>2026-06-12 | 2a963c8 | Updating documentation to Tlamatini v1.19.4, by Tlamatini's-AutoBot.</a:t>
            </a:r>
          </a:p>
          <a:p>
            <a:pPr>
              <a:spcAft>
                <a:spcPts val="400"/>
              </a:spcAft>
              <a:defRPr sz="1200">
                <a:solidFill>
                  <a:srgbClr val="B4BAAE"/>
                </a:solidFill>
                <a:latin typeface="Aptos"/>
              </a:defRPr>
            </a:pPr>
            <a:r>
              <a:t>2026-06-12 | fe0cee2 | Fixing the FileCreator bulk-down to avoid truncated files, by Tlamatini's-AutoBot.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2026-06-12 | 5a04129 | Now Implemented the complete source code as the codebase Tlamatini will work with in Auto-self modify, by Tlamatini's-AutoBot.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tlamatini-agent-creation/
|       |   `-- SKILL.md
|       |-- tlamatini-agent-naming/
|       |   `-- SKILL.md
|       |-- tlamatini-daily-chat-test/
|       |   |-- .gitignore
|       |   |-- SKILL.md
|       |   `-- harness/
|       |       |-- config.py
|       |       |-- cyber_watchdog_test.py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.github/
|   `-- workflows/
|       `-- name-guard.yml
|-- .scanning/
|   `-- finding-policy.json
|-- AuxTests/
|   `-- mypdf2.py
|-- docs/
|   `-- claude/
|       |-- acpx.md
|       |-- agents.md
|       |-- architecture.md
|       |-- exec-report.md
|       |-- frontend.md
|       |-- gotchas.md
|       |-- INDEX.md
|       |-- mcp-tools.md
|       |-- multi-turn.md
|       `-- recent-fixes.md
|-- pyinstaller_hooks/
|   `-- hook-numpy.py
`-- Tlamatini/
    |-- cat_art.py
    |-- manage.py
    |-- .agents/
    |   `-- workflows/
    |       `-- create_new_agent.md
    |-- .mcps/
    |   `-- create_new_mcp.md
    |-- .skills/
    |   `-- create_new_skill.md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filesearch.proto
    |   |-- filesearch_pb2.py
    |   |-- filesearch_pb2_grpc.py
    |   |-- global_execution_planner.py
    |   |-- global_state.py
    |   |-- gpu_perf.py
    |   |-- inet_determiner.py
    |   |-- mcp_agent.py
    |   |-- mcp_files_search_client.py
    |   |-- mcp_files_search_server.py
    |   |-- mcp_system_client.py
    |   |-- mcp_system_server.py</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test_command_watchdog.py
    |   |-- test_crawler_agent.py
    |   |-- test_de_compresser.py
    |   |-- test_editor_agent.py
    |   |-- test_embedding_memory_guard.py
    |   |-- test_esp32er_agent.py
    |   |-- test_execute_command_bounded.py
    |   |-- test_file_extractor_reader.py
    |   |-- test_flow_contracts.py
    |   |-- test_globber_agent.py
    |   |-- test_googler_agent.py
    |   |-- test_grepper_agent.py
    |   |-- test_j_decompiler_agent.py
    |   |-- test_kalier_agent.py
    |   |-- test_native_dialogs.py
    |   |-- test_orphan_reaper.py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test_password_quoting.py
    |   |-- test_playwrighter_agent.py
    |   |-- test_recorder_agent.py
    |   |-- test_self_update.py
    |   |-- test_stm32er_agent.py
    |   |-- test_talker_agent.py
    |   |-- test_temp_dir_policy.py
    |   |-- test_unrealer_agent.py
    |   |-- test_videoplayer_agent.py
    |   |-- test_whisperer_agent.py
    |   |-- test_windower_agent.py
    |   |-- test_windows_app_registration.py
    |   |-- tests.py
    |   |-- Tlamatini.md
    |   |-- tools.py
    |   |-- urls.py
    |   |-- version.py
    |   |-- views.py
    |   |-- web_search_llm.py
    |   |-- window_flash.py
    |   |-- windows_app_registration.py
    |   |-- acpx/
    |   |   |-- __init__.py
    |   |   |-- agent_registry.py
    |   |   |-- config.py
    |   |   |-- permissions.py
    |   |   |-- runtime.py
    |   |   |-- service.py
    |   |   |-- session_store.py
    |   |   |-- tests.py
    |   |   |-- tools.py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10/29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dockerer/
    |   |   |   |-- config.yaml
    |   |   |   `-- dockerer.py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editor/
    |   |   |   |-- config.yaml
    |   |   |   `-- editor.py
    |   |   |-- emailer/
    |   |   |   |-- config.yaml
    |   |   |   `-- emailer.py
    |   |   |-- ender/
    |   |   |   |-- config.yaml
    |   |   |   `-- ender.py
    |   |   |-- esp32er/
    |   |   |   |-- config.yaml
    |   |   |   `-- esp32er.py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image_interpreter.py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mongoxer/
    |   |   |   |-- config.yaml
    |   |   |   `-- mongoxer.py
    |   |   |-- monitor_log/
    |   |   |   |-- config.yaml
    |   |   |   `-- monitor_log.py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monitor_netstat/
    |   |   |   |-- config.yaml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ssher.py
    |   |   |-- starter/
    |   |   |   |-- config.yaml
    |   |   |   `-- starter.py
    |   |   |-- stm32er/
    |   |   |   |-- config.yaml
    |   |   |   `-- stm32er.py
    |   |   |-- stopper/
    |   |   |   |-- config.yaml
    |   |   |   `-- stopper.py
    |   |   |-- summarizer/
    |   |   |   |-- config.yaml
    |   |   |   `-- summarizer.py
    |   |   |-- talker/
    |   |   |   |-- config.yaml
    |   |   |   `-- talker.py
    |   |   |-- telegramer/
    |   |   |   |-- config.yaml
    |   |   |   `-- telegramer.py
    |   |   |-- telegramrx/
    |   |   |   |-- config.yaml
    |   |   |   `-- telegramrx.py
    |   |   |-- teletlamatini/
    |   |   |   |-- config.yaml
    |   |   |   `-- teletlamatini.py
    |   |   |-- unrealer/
    |   |   |   |-- config.yaml
    |   |   |   `-- unrealer.py
    |   |   |-- videoplayer/
    |   |   |   |-- config.yaml
    |   |   |   `-- videoplayer.py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whatsapper/
    |   |   |   |-- config.yaml
    |   |   |   `-- whatsapper.py
    |   |   |-- whatstlamatini/
    |   |   |   |-- config.yaml
    |   |   |   `-- whatstlamatini.py
    |   |   |-- whisperer/
    |   |   |   |-- config.yaml
    |   |   |   `-- whisperer.py
    |   |   `-- windower/
    |   |       |-- config.yaml
    |   |       `-- windower.py
    |   |-- doc_generation/
    |   |   |-- complete_project_docs.py
    |   |   |-- mardown_to_pdf.py
    |   |   |-- refresh_project_docs.py
    |   |   `-- test_output.pdf
    |   |-- images/
    |   |   |-- HiIamTlamatini.png
    |   |   |-- mockup.jpg
    |   |   |-- RealisticTlamatini.png
    |   |   |-- ShouldersUoTlamatini.png
    |   |   |-- Tlamatini AI Agentic Advisor Video.mp4
    |   |   |-- TlamatiniAbout.jpg
    |   |   |-- TlamatiniDrawings.png
    |   |   |-- TlammatiniLetsMakeSomeMagic.mp4
    |   |   |-- TorsoTlamatini.png
    |   |   `-- XAIHT-Tlamatini.mp4
    |   |-- imaging/
    |   |   |-- converter.py
    |   |   |-- image_interpreter.py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20/29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__init__.py
    |   |-- monitors/
    |   |   `-- monitor_sql.py
    |   |-- opus_client/
    |   |   |-- claude_opus_client.py
    |   |   |-- examples.py
    |   |   `-- README.md
    |   |-- rag/
    |   |   |-- __init__.py
    |   |   |-- config.py
    |   |   |-- factory.py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
    |   |   `-- registry.py
    |   |-- skills_pkg/
    |   |   |-- _meta/
    |   |   |   |-- lint.py
    |   |   |   `-- schema.json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
    |   |   |-- setup_new_acpx_key/
    |   |   |   `-- SKILL.md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agent/
    |   |       |-- css/
    |   |       |   |-- access_keys_wizard.css
    |   |       |   |-- agent_page.css
    |   |       |   |-- agentic_control_panel.css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agent_page_init.js
    |   |       |   |-- agent_page_layout.js
    |   |       |   |-- agent_page_state.js
    |   |       |   |-- agent_page_ui.js
    |   |       |   |-- agentic_control_panel.js
    |   |       |   |-- canvas_item_dialog.js
    |   |       |   |-- chat_page_runtime_poller.js
    |   |       |   |-- contextual_menus.js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
    |   |       |-- login.html
    |   |       `-- welcome.html
    |   |-- test_fixtures/
    |   |   `-- talker_orpheus_tokens.txt
    |   `-- TlamatiniSourceCode/
    |       `-- README.md
    |-- DB/</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