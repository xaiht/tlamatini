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83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796</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83</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164,646</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June 29, 2026 03:41 PM UTC-0600 at HEAD a8aa27c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2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2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local model operation, Windows packaging and uninstall registration, first-person self-knowledge about her own runtime, and embedded-firmware control for STM32F4,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workflow agents in `Tlamatini/agent/agents/` are plain-Python programs on purpose: they are readable, editable, auditable operating code under the user's control.</a:t>
            </a:r>
          </a:p>
          <a:p>
            <a:pPr>
              <a:spcAft>
                <a:spcPts val="400"/>
              </a:spcAft>
              <a:defRPr sz="1200">
                <a:solidFill>
                  <a:srgbClr val="B4BAAE"/>
                </a:solidFill>
                <a:latin typeface="Aptos"/>
              </a:defRPr>
            </a:pPr>
            <a:r>
              <a:t>When a user enables, configures, modifies, chains, or runs those agents, the actions of those agents fall under that user's jurisdiction. The prompts, config files, secrets, credentials, files, folders, network targets, browsers, shells, APIs, external MCP servers, hardware devices, and downstream systems they touch are selected and authorized by the user.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provides orchestration, documentation, and guardrails, but she cannot guarantee that every user-edited agent, workflow, external service, credential scope, target machine, or local environment is safe.</a:t>
            </a:r>
          </a:p>
          <a:p>
            <a:pPr>
              <a:spcAft>
                <a:spcPts val="400"/>
              </a:spcAft>
              <a:defRPr sz="1200">
                <a:solidFill>
                  <a:srgbClr val="B4BAAE"/>
                </a:solidFill>
                <a:latin typeface="Aptos"/>
              </a:defRPr>
            </a:pPr>
            <a:r>
              <a:t>Any security breach, data exposure, unauthorized action, credential leak, unsafe automation, policy violation, device damage, or other harm caused by running agents or agent workflows is the responsibility of the user who runs them.</a:t>
            </a:r>
          </a:p>
          <a:p>
            <a:pPr>
              <a:spcAft>
                <a:spcPts val="400"/>
              </a:spcAft>
              <a:defRPr sz="1200">
                <a:solidFill>
                  <a:srgbClr val="B4BAAE"/>
                </a:solidFill>
                <a:latin typeface="Aptos"/>
              </a:defRPr>
            </a:pPr>
            <a:r>
              <a:t>Operators should audit agents before use, restrict credentials and permissions, and operate them only on systems where they have explicit authorization.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Answers codebase questions with loaded file or directory context.</a:t>
            </a:r>
          </a:p>
          <a:p>
            <a:pPr>
              <a:spcAft>
                <a:spcPts val="400"/>
              </a:spcAft>
              <a:defRPr sz="1000">
                <a:solidFill>
                  <a:srgbClr val="B4BAAE"/>
                </a:solidFill>
                <a:latin typeface="Aptos"/>
              </a:defRPr>
            </a:pPr>
            <a:r>
              <a:t>Uses hybrid retrieval to extract metadata, split content, rank source chunks, and respect context budgets.</a:t>
            </a:r>
          </a:p>
          <a:p>
            <a:pPr>
              <a:spcAft>
                <a:spcPts val="400"/>
              </a:spcAft>
              <a:defRPr sz="10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Warns GPU-host operators before a directory-context load is likely to saturate VRAM and degrade embedding throughput.</a:t>
            </a:r>
          </a:p>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9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0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000">
                <a:solidFill>
                  <a:srgbClr val="B4BAAE"/>
                </a:solidFill>
                <a:latin typeface="Aptos"/>
              </a:defRPr>
            </a:pPr>
            <a:r>
              <a:t>Launches wrapped copies of selected workflow agents in isolated runtime folders without mutating templates.</a:t>
            </a:r>
          </a:p>
          <a:p>
            <a:pPr>
              <a:spcAft>
                <a:spcPts val="400"/>
              </a:spcAft>
              <a:defRPr sz="1000">
                <a:solidFill>
                  <a:srgbClr val="B4BAAE"/>
                </a:solidFill>
                <a:latin typeface="Aptos"/>
              </a:defRPr>
            </a:pPr>
            <a:r>
              <a:t>Lets users design, validate, save, pause, resume, and stop visual workflows through the Agentic Control Panel.</a:t>
            </a:r>
          </a:p>
          <a:p>
            <a:pPr>
              <a:spcAft>
                <a:spcPts val="400"/>
              </a:spcAft>
              <a:defRPr sz="10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4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4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Answer Analizer classifies success so the UI can expose Create Flow only when useful.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V1.32.0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V1.32.0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V1.32.0 PERFORMANCE, PRIVACY, BUILD, AND DELEGATION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repository currently resolves to the `v1.32.0` release line and the live docs identify Tlamatini as 1.32.0, with source inspection confirming the current workflow-agent, Multi-Turn-tool, and skill totals in the generated inventory tables.</a:t>
            </a:r>
          </a:p>
          <a:p>
            <a:pPr>
              <a:spcAft>
                <a:spcPts val="400"/>
              </a:spcAft>
              <a:defRPr sz="900">
                <a:solidFill>
                  <a:srgbClr val="B4BAAE"/>
                </a:solidFill>
                <a:latin typeface="Aptos"/>
              </a:defRPr>
            </a:pPr>
            <a:r>
              <a:t>The current working tree extends that release line with Zavuerer, the new Zavu unified-messaging workflow agent that adds SMS, WhatsApp, Telegram, Email, and Voice delivery through one configured API key.</a:t>
            </a:r>
          </a:p>
          <a:p>
            <a:pPr>
              <a:spcAft>
                <a:spcPts val="400"/>
              </a:spcAft>
              <a:defRPr sz="900">
                <a:solidFill>
                  <a:srgbClr val="B4BAAE"/>
                </a:solidFill>
                <a:latin typeface="Aptos"/>
              </a:defRPr>
            </a:pPr>
            <a:r>
              <a:t>The v1.27-v1.32.0 span is a quality-and-trust wave: performance 3X levers, forward-only private-data discipline, public-release verifier hardening, and explicit Angela López Mendoza creator/authorship stamping moved together.</a:t>
            </a:r>
          </a:p>
          <a:p>
            <a:pPr>
              <a:spcAft>
                <a:spcPts val="400"/>
              </a:spcAft>
              <a:defRPr sz="900">
                <a:solidFill>
                  <a:srgbClr val="B4BAAE"/>
                </a:solidFill>
                <a:latin typeface="Aptos"/>
              </a:defRPr>
            </a:pPr>
            <a:r>
              <a:t>The runtime surface also grew around delegation: ACPX remains the external coding-agent CLI bridge, External MCP remains the universal MCP client, and the newest server-side assets add `tlamatini_acpx.py`, stronger `tlamatini_mcp_server.py` behavior, and refreshed MCP workflow guidance.</a:t>
            </a:r>
          </a:p>
          <a:p>
            <a:pPr>
              <a:spcAft>
                <a:spcPts val="400"/>
              </a:spcAft>
              <a:defRPr sz="900">
                <a:solidFill>
                  <a:srgbClr val="B4BAAE"/>
                </a:solidFill>
                <a:latin typeface="Aptos"/>
              </a:defRPr>
            </a:pPr>
            <a:r>
              <a:t>README.md and BookOfTlamatini.md continue to present the MIT-licensed project, the Agent-directory responsibility disclaimer, the easy-start installation path, Ollama setup guidance, and the full operator story instead of a narrow changelog summary.</a:t>
            </a:r>
          </a:p>
          <a:p>
            <a:pPr>
              <a:spcAft>
                <a:spcPts val="400"/>
              </a:spcAft>
              <a:defRPr sz="900">
                <a:solidFill>
                  <a:srgbClr val="B4BAAE"/>
                </a:solidFill>
                <a:latin typeface="Aptos"/>
              </a:defRPr>
            </a:pPr>
            <a:r>
              <a:t>The resulting PDF/PPTX refresh treats `v1.32.0` as the current product snapshot while preserving the historical context for self-update, media-agent dependency hardening, deterministic file tools, firmware agents, External MCPs, and ACPX skills.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docs now explain the whole 1.32.0 product state, not only the newest badge or a local markdown edit.</a:t>
            </a:r>
          </a:p>
          <a:p>
            <a:pPr>
              <a:spcAft>
                <a:spcPts val="400"/>
              </a:spcAft>
              <a:defRPr sz="1300">
                <a:solidFill>
                  <a:srgbClr val="B4BAAE"/>
                </a:solidFill>
                <a:latin typeface="Aptos"/>
              </a:defRPr>
            </a:pPr>
            <a:r>
              <a:t>Operators get clearer trust signals: private-data guardrails, public-release verification, creator attribution, and the Agent-directory responsibility boundary are all visible.</a:t>
            </a:r>
          </a:p>
          <a:p>
            <a:pPr>
              <a:spcAft>
                <a:spcPts val="400"/>
              </a:spcAft>
              <a:defRPr sz="1300">
                <a:solidFill>
                  <a:srgbClr val="B4BAAE"/>
                </a:solidFill>
                <a:latin typeface="Aptos"/>
              </a:defRPr>
            </a:pPr>
            <a:r>
              <a:t>The deck also names the live delegation surfaces: ACPX, Skills, External MCPs, MCP Doctor, and the newest server/workflow assets.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PERFORMANCE, PRIVACY, PUBLIC BUILDS, AUTHORSHIP, AND MCP/ACPX</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v1.32.0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Release identity: latest reachable public tag `v1.32.0`; README.md, BookOfTlamatini.md, package metadata, runtime version surfaces, and generated artifacts now point at the 1.32.0 product line.</a:t>
            </a:r>
          </a:p>
          <a:p>
            <a:pPr>
              <a:spcAft>
                <a:spcPts val="400"/>
              </a:spcAft>
              <a:defRPr sz="1000">
                <a:solidFill>
                  <a:srgbClr val="B4BAAE"/>
                </a:solidFill>
                <a:latin typeface="Aptos"/>
              </a:defRPr>
            </a:pPr>
            <a:r>
              <a:t>Performance: the release notes carry the 3X optimization family — Ollama serving-layer detection, warmed embeddings handles, `keep_alive` prompt-prefix cache reuse in basic/retrieval chains, and an orphan-process reaper rewrite from O(N^2) scanning to O(N).</a:t>
            </a:r>
          </a:p>
          <a:p>
            <a:pPr>
              <a:spcAft>
                <a:spcPts val="400"/>
              </a:spcAft>
              <a:defRPr sz="1000">
                <a:solidFill>
                  <a:srgbClr val="B4BAAE"/>
                </a:solidFill>
                <a:latin typeface="Aptos"/>
              </a:defRPr>
            </a:pPr>
            <a:r>
              <a:t>Privacy and release safety: the docs describe forward-only private-data cleanup, `test_private_data_guard.py`, and public-release verification that blocks real sensitive PII while preserving legitimate creator attribution.</a:t>
            </a:r>
          </a:p>
          <a:p>
            <a:pPr>
              <a:spcAft>
                <a:spcPts val="400"/>
              </a:spcAft>
              <a:defRPr sz="1000">
                <a:solidFill>
                  <a:srgbClr val="B4BAAE"/>
                </a:solidFill>
                <a:latin typeface="Aptos"/>
              </a:defRPr>
            </a:pPr>
            <a:r>
              <a:t>Authorship: Angela López Mendoza is stamped visibly in the About-window story, generated PDF/PPTX metadata, build/package metadata, prompt rules, and source-file author banners; public builders must not scrub her name.</a:t>
            </a:r>
          </a:p>
          <a:p>
            <a:pPr>
              <a:spcAft>
                <a:spcPts val="400"/>
              </a:spcAft>
              <a:defRPr sz="1000">
                <a:solidFill>
                  <a:srgbClr val="B4BAAE"/>
                </a:solidFill>
                <a:latin typeface="Aptos"/>
              </a:defRPr>
            </a:pPr>
            <a:r>
              <a:t>Delegation and MCP expansion: skill-announcement hooks, `tlamatini_acpx.py`, `tlamatini_mcp_server.py`, and the updated `create_new_agent.md` workflow keep ACPX, Skills, and External MCP creation visible to both operators and agents.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`.claude/hooks/announce_skills.py` keeps skill/workflow reminders visible to agents.</a:t>
            </a:r>
          </a:p>
          <a:p>
            <a:pPr>
              <a:spcAft>
                <a:spcPts val="400"/>
              </a:spcAft>
              <a:defRPr sz="1200">
                <a:solidFill>
                  <a:srgbClr val="B4BAAE"/>
                </a:solidFill>
                <a:latin typeface="Aptos"/>
              </a:defRPr>
            </a:pPr>
            <a:r>
              <a:t>`tlamatini_acpx.py` and `tlamatini_mcp_server.py` expand external delegation/server behavior.</a:t>
            </a:r>
          </a:p>
          <a:p>
            <a:pPr>
              <a:spcAft>
                <a:spcPts val="400"/>
              </a:spcAft>
              <a:defRPr sz="1200">
                <a:solidFill>
                  <a:srgbClr val="B4BAAE"/>
                </a:solidFill>
                <a:latin typeface="Aptos"/>
              </a:defRPr>
            </a:pPr>
            <a:r>
              <a:t>`version.py`, `package.json`, and build metadata preserve Angela López Mendoza as creator.</a:t>
            </a:r>
          </a:p>
          <a:p>
            <a:pPr>
              <a:spcAft>
                <a:spcPts val="400"/>
              </a:spcAft>
              <a:defRPr sz="1200">
                <a:solidFill>
                  <a:srgbClr val="B4BAAE"/>
                </a:solidFill>
                <a:latin typeface="Aptos"/>
              </a:defRPr>
            </a:pPr>
            <a:r>
              <a:t>`Tlamatini/.agents/workflows/create_new_agent.md` now carries updated MCP/ACPX implementation guidance.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`0159`-`0162` seed the Agent, Tool, and demo/catalog prompts.</a:t>
            </a:r>
          </a:p>
          <a:p>
            <a:pPr>
              <a:spcAft>
                <a:spcPts val="400"/>
              </a:spcAft>
              <a:defRPr sz="1200">
                <a:solidFill>
                  <a:srgbClr val="B4BAAE"/>
                </a:solidFill>
                <a:latin typeface="Aptos"/>
              </a:defRPr>
            </a:pPr>
            <a:r>
              <a:t>Safety boundary: Zavuerer must only message authorized, opted-in recipients; the docs call out A2P, WhatsApp 24-hour-window, consent, and GDPR-style responsibilities instead of treating messaging as a blind automation channel.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--noreload`.</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Recent assets worth calling out explicitly now span several release waves: onboarding screenshots `agent/images/MenuConfig.jpg`, `agent/images/ConfigureModels.jpg`, and `agent/images/ACPXKeysConfigureWizard.jpg`; the External MCP + MCP Doctor implementation files; data-preserving updater files; numpy/OpenCV build checks; deterministic file-agent directories; and the ESPHomer smart-home firmware tree.</a:t>
            </a:r>
          </a:p>
          <a:p>
            <a:pPr>
              <a:spcAft>
                <a:spcPts val="400"/>
              </a:spcAft>
              <a:defRPr sz="900">
                <a:solidFill>
                  <a:srgbClr val="B4BAAE"/>
                </a:solidFill>
                <a:latin typeface="Aptos"/>
              </a:defRPr>
            </a:pPr>
            <a:r>
              <a:t>The current `v1.32.0` wave adds or updates concrete assets too: `.claude/hooks/announce_skills.py`, `.github/workflows/name-guard.yml`, `Tlamatini/agent/version.py`, `package.json`, `tlamatini_acpx.py`, `tlamatini_mcp_server.py`, and `Tlamatini/.agents/workflows/create_new_agent.md` all carry new runtime, authorship, MCP, or workflow behavior.</a:t>
            </a:r>
          </a:p>
          <a:p>
            <a:pPr>
              <a:spcAft>
                <a:spcPts val="400"/>
              </a:spcAft>
              <a:defRPr sz="900">
                <a:solidFill>
                  <a:srgbClr val="B4BAAE"/>
                </a:solidFill>
                <a:latin typeface="Aptos"/>
              </a:defRPr>
            </a:pPr>
            <a:r>
              <a:t>The newest agent assets are concrete: `agent/agents/zavuerer/`, migrations `0159_add_zavuerer.py` through `0162_add_zavuerer_catalog_prompts.py`, `test_zavuerer_agent.py`, Access Keys Wizard Zavu fields, planner capability hints, wrapped-tool registration, and ACP canvas styling/connection support.</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they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These files are the concrete proof behind the release narrative: build-time self-snapshotting, a graphical credentials setup surface, and a safer File-Creator transport are all implemented in tracked source, not merely described in markdown.</a:t>
            </a:r>
          </a:p>
          <a:p>
            <a:pPr>
              <a:spcAft>
                <a:spcPts val="400"/>
              </a:spcAft>
              <a:defRPr sz="1200">
                <a:solidFill>
                  <a:srgbClr val="B4BAAE"/>
                </a:solidFill>
                <a:latin typeface="Aptos"/>
              </a:defRPr>
            </a:pPr>
            <a:r>
              <a:t>They also increase the line inventory in JavaScript, CSS, HTML, Markdown, YAML, and Python, which the dossier’s language tables and complete repository tree now pick up automatically.</a:t>
            </a:r>
          </a:p>
          <a:p>
            <a:pPr>
              <a:spcAft>
                <a:spcPts val="400"/>
              </a:spcAft>
              <a:defRPr sz="1200">
                <a:solidFill>
                  <a:srgbClr val="B4BAAE"/>
                </a:solidFill>
                <a:latin typeface="Aptos"/>
              </a:defRPr>
            </a:pPr>
            <a:r>
              <a:t>For operators and maintainers, this makes the PDF/PPTX useful as both a product overview and a change-orientation map after a busy sprint.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83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83</a:t>
            </a:r>
          </a:p>
          <a:p>
            <a:pPr>
              <a:spcAft>
                <a:spcPts val="400"/>
              </a:spcAft>
              <a:defRPr sz="1500">
                <a:solidFill>
                  <a:srgbClr val="B4BAAE"/>
                </a:solidFill>
                <a:latin typeface="Aptos"/>
              </a:defRPr>
            </a:pPr>
            <a:r>
              <a:t>Description rows in `agents_descriptions.md`: 84</a:t>
            </a:r>
          </a:p>
          <a:p>
            <a:pPr>
              <a:spcAft>
                <a:spcPts val="400"/>
              </a:spcAft>
              <a:defRPr sz="1500">
                <a:solidFill>
                  <a:srgbClr val="B4BAAE"/>
                </a:solidFill>
                <a:latin typeface="Aptos"/>
              </a:defRPr>
            </a:pPr>
            <a:r>
              <a:t>This dossier reconciles README and Book wording back to the same 83-agent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83 workflow agents, 92 Multi-Turn tools, 12 ACPX tools, and 27 skills.</a:t>
            </a:r>
          </a:p>
          <a:p>
            <a:pPr>
              <a:spcAft>
                <a:spcPts val="400"/>
              </a:spcAft>
              <a:defRPr sz="1000">
                <a:solidFill>
                  <a:srgbClr val="B4BAAE"/>
                </a:solidFill>
                <a:latin typeface="Aptos"/>
              </a:defRPr>
            </a:pPr>
            <a:r>
              <a:t>Source inspection confirms the total: 60 distinct wrapped chat-agent tools bound from `chat_agent_registry.py`, which combines with 20 core Python tools and 12 ACPX/Skill tools for 92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and the newer MCP Doctor onboarding specialist that accompanies the External MCP universal client release.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83-agent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10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10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0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0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1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1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100">
                <a:solidFill>
                  <a:srgbClr val="B4BAAE"/>
                </a:solidFill>
                <a:latin typeface="Aptos"/>
              </a:defRPr>
            </a:pPr>
            <a:r>
              <a:t>When a newer packaged release exists, the intended upgrade path is in-app: `About -&gt; Check for updates`, not manual folder replacement.</a:t>
            </a:r>
          </a:p>
          <a:p>
            <a:pPr>
              <a:spcAft>
                <a:spcPts val="400"/>
              </a:spcAft>
              <a:defRPr sz="11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`kimi-k2.6:cloud`,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Credential configuration is no longer hand-edit-only: Config -&gt; Access Keys Wizard provides a browser-side path for ACPX and provider secrets while preserving masked status in the UI.</a:t>
            </a:r>
          </a:p>
          <a:p>
            <a:pPr>
              <a:spcAft>
                <a:spcPts val="400"/>
              </a:spcAft>
              <a:defRPr sz="15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5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5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500">
                <a:solidFill>
                  <a:srgbClr val="B4BAAE"/>
                </a:solidFill>
                <a:latin typeface="Aptos"/>
              </a:defRPr>
            </a:pPr>
            <a:r>
              <a:t>Image interpretation can run through Claude-backed cloud paths or Qwen/Ollama-backed local paths, and remote Ollama can be protected with a bearer token.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2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200">
                <a:solidFill>
                  <a:srgbClr val="B4BAAE"/>
                </a:solidFill>
                <a:latin typeface="Aptos"/>
              </a:defRPr>
            </a:pPr>
            <a:r>
              <a:t>Those readability rules remain in force in the current documentation set, and the current `v1.32.0` release state keeps the version badge, runtime surfaces, self-knowledge wording, firmware/External-MCP demos, ACPX skills, and operator handbook aligned.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1.32.0 | build: 1.32.0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kimi-k2.6:cloud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kimi-k2.6:cloud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--noreload`.</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796</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83</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162</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31</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9</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a8aa27c - Cleaningn garbage</a:t>
            </a:r>
          </a:p>
          <a:p>
            <a:pPr>
              <a:spcAft>
                <a:spcPts val="400"/>
              </a:spcAft>
              <a:defRPr sz="1500">
                <a:solidFill>
                  <a:srgbClr val="B4BAAE"/>
                </a:solidFill>
                <a:latin typeface="Aptos"/>
              </a:defRPr>
            </a:pPr>
            <a:r>
              <a:t>Resolved version: 1.32.0 (git)</a:t>
            </a:r>
          </a:p>
          <a:p>
            <a:pPr>
              <a:spcAft>
                <a:spcPts val="400"/>
              </a:spcAft>
              <a:defRPr sz="1500">
                <a:solidFill>
                  <a:srgbClr val="B4BAAE"/>
                </a:solidFill>
                <a:latin typeface="Aptos"/>
              </a:defRPr>
            </a:pPr>
            <a:r>
              <a:t>Generated on June 29, 2026 03:41 PM UTC-0600</a:t>
            </a:r>
          </a:p>
          <a:p>
            <a:pPr>
              <a:spcAft>
                <a:spcPts val="400"/>
              </a:spcAft>
              <a:defRPr sz="1500">
                <a:solidFill>
                  <a:srgbClr val="B4BAAE"/>
                </a:solidFill>
                <a:latin typeface="Aptos"/>
              </a:defRPr>
            </a:pPr>
            <a:r>
              <a:t>Inventory scope: 796 files = 788 tracked + 8 git-unignored working-tree additions</a:t>
            </a:r>
          </a:p>
          <a:p>
            <a:pPr>
              <a:spcAft>
                <a:spcPts val="400"/>
              </a:spcAft>
              <a:defRPr sz="1500">
                <a:solidFill>
                  <a:srgbClr val="B4BAAE"/>
                </a:solidFill>
                <a:latin typeface="Aptos"/>
              </a:defRPr>
            </a:pPr>
            <a:r>
              <a:t>Multi-Turn tools: 92; wrapped chat-agent tools: 60; skills: 27</a:t>
            </a:r>
          </a:p>
          <a:p>
            <a:pPr>
              <a:spcAft>
                <a:spcPts val="400"/>
              </a:spcAft>
              <a:defRPr sz="1500">
                <a:solidFill>
                  <a:srgbClr val="B4BAAE"/>
                </a:solidFill>
                <a:latin typeface="Aptos"/>
              </a:defRPr>
            </a:pPr>
            <a:r>
              <a:t>Python requirements: 79; authoritative agent-description rows: 84</a:t>
            </a:r>
          </a:p>
          <a:p>
            <a:pPr>
              <a:spcAft>
                <a:spcPts val="400"/>
              </a:spcAft>
              <a:defRPr sz="1500">
                <a:solidFill>
                  <a:srgbClr val="B4BAAE"/>
                </a:solidFill>
                <a:latin typeface="Aptos"/>
              </a:defRPr>
            </a:pPr>
            <a:r>
              <a:t>Binary or asset inventory files skipped from line count: 32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5afde8f on 2026-06-29</a:t>
            </a:r>
          </a:p>
          <a:p>
            <a:pPr>
              <a:spcAft>
                <a:spcPts val="400"/>
              </a:spcAft>
              <a:defRPr sz="1300">
                <a:solidFill>
                  <a:srgbClr val="B4BAAE"/>
                </a:solidFill>
                <a:latin typeface="Aptos"/>
              </a:defRPr>
            </a:pPr>
            <a:r>
              <a:t>updating visual docs</a:t>
            </a:r>
          </a:p>
          <a:p>
            <a:pPr>
              <a:spcAft>
                <a:spcPts val="400"/>
              </a:spcAft>
              <a:defRPr sz="1300">
                <a:solidFill>
                  <a:srgbClr val="B4BAAE"/>
                </a:solidFill>
                <a:latin typeface="Aptos"/>
              </a:defRPr>
            </a:pPr>
            <a:r>
              <a:t>Commits since then: 2</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live workspace now includes the untagged ESPHomer wave: a new ESPHome firmware agent, wrapped `chat_agent_esphomer` tool, sample YAML project, migrations, tests, and handbook chapters that extend Tlamatini into smart-home device provisioning.</a:t>
            </a:r>
          </a:p>
          <a:p>
            <a:pPr>
              <a:spcAft>
                <a:spcPts val="400"/>
              </a:spcAft>
              <a:defRPr sz="1300">
                <a:solidFill>
                  <a:srgbClr val="B4BAAE"/>
                </a:solidFill>
                <a:latin typeface="Aptos"/>
              </a:defRPr>
            </a:pPr>
            <a:r>
              <a:t>The markdown handbooks themselves were revised during that span, so this dossier refresh is carrying forward not only code/runtime changes but also the corrected operator-language and release-story wording.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RELEASE WAVES THROUGH V1.32.0 PLUS ZAVUERER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Globber / Grepper / Editor (v1.22.0 wave): a deterministic file-discovery/search/edit trio — find files by pattern, search them by regex, and make exact in-place replacements without dropping to shell `dir` / `findstr` / `sed` workflows.</a:t>
            </a:r>
          </a:p>
          <a:p>
            <a:pPr>
              <a:spcAft>
                <a:spcPts val="400"/>
              </a:spcAft>
              <a:defRPr sz="900">
                <a:solidFill>
                  <a:srgbClr val="B4BAAE"/>
                </a:solidFill>
                <a:latin typeface="Aptos"/>
              </a:defRPr>
            </a:pPr>
            <a:r>
              <a:t>ESPHomer (prior firmware lane, now folded into v1.26.0): the ESPHome bridge for YAML-authored smart-home devices — zero-config bootstrap, `new_config`, validation, compile, USB/OTA upload, bounded logs, and a bundled sample `tlamatini-light.yaml` baseline.</a:t>
            </a:r>
          </a:p>
          <a:p>
            <a:pPr>
              <a:spcAft>
                <a:spcPts val="400"/>
              </a:spcAft>
              <a:defRPr sz="900">
                <a:solidFill>
                  <a:srgbClr val="B4BAAE"/>
                </a:solidFill>
                <a:latin typeface="Aptos"/>
              </a:defRPr>
            </a:pPr>
            <a:r>
              <a:t>Blenderer (introduced in v1.20.0): the live Blender bridge over the official MCP add-on socket, so Tlamatini can inspect scenes, mutate geometry/materials, run raw code, and trigger renders from chat or canvas.</a:t>
            </a:r>
          </a:p>
          <a:p>
            <a:pPr>
              <a:spcAft>
                <a:spcPts val="400"/>
              </a:spcAft>
              <a:defRPr sz="900">
                <a:solidFill>
                  <a:srgbClr val="B4BAAE"/>
                </a:solidFill>
                <a:latin typeface="Aptos"/>
              </a:defRPr>
            </a:pPr>
            <a:r>
              <a:t>Talker (text-to-speech): SPEAKS input_text aloud via an Ollama neural TTS model (default Orpheus-3b-FT), SNAC-decoded to a 24 kHz WAV — FEMALE-VOICE-ONLY by design (a male voice is refused, never substituted); needs snac+torch (CPU is fine) else degrades to tokens_only.</a:t>
            </a:r>
          </a:p>
          <a:p>
            <a:pPr>
              <a:spcAft>
                <a:spcPts val="400"/>
              </a:spcAft>
              <a:defRPr sz="900">
                <a:solidFill>
                  <a:srgbClr val="B4BAAE"/>
                </a:solidFill>
                <a:latin typeface="Aptos"/>
              </a:defRPr>
            </a:pPr>
            <a:r>
              <a:t>Whisperer (speech-to-text): records the mic ITSELF (no Recorder dep, 30 s default) or transcribes a file, via faster-whisper LOCALLY — NVIDIA-GPU auto-detect with an ALWAYS-present CPU fallback — or cloud Groq/OpenAI; Ollama can only tidy the finished transcript.</a:t>
            </a:r>
          </a:p>
          <a:p>
            <a:pPr>
              <a:spcAft>
                <a:spcPts val="400"/>
              </a:spcAft>
              <a:defRPr sz="900">
                <a:solidFill>
                  <a:srgbClr val="B4BAAE"/>
                </a:solidFill>
                <a:latin typeface="Aptos"/>
              </a:defRPr>
            </a:pPr>
            <a:r>
              <a:t>Both audio agents now light a zero-latency console REC indicator (blinking dot + live VU bar) driven by the audio-stream callback — ON within ~20 ms of real samples, OFF the instant the stream stops; the agent reveals its own console even when spawned headless.</a:t>
            </a:r>
          </a:p>
          <a:p>
            <a:pPr>
              <a:spcAft>
                <a:spcPts val="400"/>
              </a:spcAft>
              <a:defRPr sz="900">
                <a:solidFill>
                  <a:srgbClr val="B4BAAE"/>
                </a:solidFill>
                <a:latin typeface="Aptos"/>
              </a:defRPr>
            </a:pPr>
            <a:r>
              <a:t>Camcorder + Recorder (capture): webcam photo/video via OpenCV and microphone WAV via sounddevice; AudioPlayer + VideoPlayer (playback): file to speakers / to a chosen display — the media-I/O family (screen / camera-in / mic-in / speakers-out / screen-out).</a:t>
            </a:r>
          </a:p>
          <a:p>
            <a:pPr>
              <a:spcAft>
                <a:spcPts val="400"/>
              </a:spcAft>
              <a:defRPr sz="900">
                <a:solidFill>
                  <a:srgbClr val="B4BAAE"/>
                </a:solidFill>
                <a:latin typeface="Aptos"/>
              </a:defRPr>
            </a:pPr>
            <a:r>
              <a:t>The capture/playback/voice family is observational/output, so it stays out of the Exec Report; each ships on the canvas and as a wrapped Multi-Turn tool. Arduiner adds a direct arduino-cli firmware bridge, and ESPHomer now adds the smart-home YAML/device lane on top of STM32er and ESP32er.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Version identity (v1.32.0): README, BookOfTlamatini, package metadata, runtime version surfaces, and generated dossiers now resolve to the 1.32.0 product line.</a:t>
            </a:r>
          </a:p>
          <a:p>
            <a:pPr>
              <a:spcAft>
                <a:spcPts val="400"/>
              </a:spcAft>
              <a:defRPr sz="900">
                <a:solidFill>
                  <a:srgbClr val="B4BAAE"/>
                </a:solidFill>
                <a:latin typeface="Aptos"/>
              </a:defRPr>
            </a:pPr>
            <a:r>
              <a:t>Zavuerer working-tree addition: the catalog now includes a Zavu unified-messaging node and wrapped chat tool for SMS / WhatsApp / Telegram / Email / Voice with one configured key.</a:t>
            </a:r>
          </a:p>
          <a:p>
            <a:pPr>
              <a:spcAft>
                <a:spcPts val="400"/>
              </a:spcAft>
              <a:defRPr sz="900">
                <a:solidFill>
                  <a:srgbClr val="B4BAAE"/>
                </a:solidFill>
                <a:latin typeface="Aptos"/>
              </a:defRPr>
            </a:pPr>
            <a:r>
              <a:t>Trust wave (v1.27-v1.32.0): performance 3X levers, forward-only private-data cleanup, public-release verifier hardening, and Angela López Mendoza creator/authorship stamping moved together.</a:t>
            </a:r>
          </a:p>
          <a:p>
            <a:pPr>
              <a:spcAft>
                <a:spcPts val="400"/>
              </a:spcAft>
              <a:defRPr sz="900">
                <a:solidFill>
                  <a:srgbClr val="B4BAAE"/>
                </a:solidFill>
                <a:latin typeface="Aptos"/>
              </a:defRPr>
            </a:pPr>
            <a:r>
              <a:t>Delegation wave: ACPX, Skills, External MCPs, MCP Doctor, `tlamatini_acpx.py`, and `tlamatini_mcp_server.py` keep external agents and external MCP servers in the documented operator surface.</a:t>
            </a:r>
          </a:p>
          <a:p>
            <a:pPr>
              <a:spcAft>
                <a:spcPts val="400"/>
              </a:spcAft>
              <a:defRPr sz="900">
                <a:solidFill>
                  <a:srgbClr val="B4BAAE"/>
                </a:solidFill>
                <a:latin typeface="Aptos"/>
              </a:defRPr>
            </a:pPr>
            <a:r>
              <a:t>Visual/media asset refresh (v1.26.0 window): `TlamatiniAbout.png` replaces the earlier JPEG and `TlamatiniAndKyber.mp4` is now part of the shipped repository assets, so the dossier inventory and appendices need to count those new binaries.</a:t>
            </a:r>
          </a:p>
          <a:p>
            <a:pPr>
              <a:spcAft>
                <a:spcPts val="400"/>
              </a:spcAft>
              <a:defRPr sz="900">
                <a:solidFill>
                  <a:srgbClr val="B4BAAE"/>
                </a:solidFill>
                <a:latin typeface="Aptos"/>
              </a:defRPr>
            </a:pPr>
            <a:r>
              <a:t>Self-update foundation (v1.23.0, still present in v1.32.0): packaged installs preserve the user's DB across the swap — `apply_update.ps1` stages it through `DB/ToLoad/` and the next launch migrates it back into the new build.</a:t>
            </a:r>
          </a:p>
          <a:p>
            <a:pPr>
              <a:spcAft>
                <a:spcPts val="400"/>
              </a:spcAft>
              <a:defRPr sz="900">
                <a:solidFill>
                  <a:srgbClr val="B4BAAE"/>
                </a:solidFill>
                <a:latin typeface="Aptos"/>
              </a:defRPr>
            </a:pPr>
            <a:r>
              <a:t>Frozen-build hardening (v1.23.0, still present in v1.32.0): numpy and OpenCV are embedded in both bundled Python runtimes and `build.py` aborts if either import is missing, closing the last media-agent dependency gap in installed builds.</a:t>
            </a:r>
          </a:p>
          <a:p>
            <a:pPr>
              <a:spcAft>
                <a:spcPts val="400"/>
              </a:spcAft>
              <a:defRPr sz="900">
                <a:solidFill>
                  <a:srgbClr val="B4BAAE"/>
                </a:solidFill>
                <a:latin typeface="Aptos"/>
              </a:defRPr>
            </a:pPr>
            <a:r>
              <a:t>flow-making skill: turns a plain objective into a canvas-loadable .flw by driving the FlowCreator engine, so chat can build runnable flows without opening the designer.</a:t>
            </a:r>
          </a:p>
          <a:p>
            <a:pPr>
              <a:spcAft>
                <a:spcPts val="400"/>
              </a:spcAft>
              <a:defRPr sz="900">
                <a:solidFill>
                  <a:srgbClr val="B4BAAE"/>
                </a:solidFill>
                <a:latin typeface="Aptos"/>
              </a:defRPr>
            </a:pPr>
            <a:r>
              <a:t>Temp/Templates policy: every transient file stays under &lt;app&gt;/Temp and every scaffolded firmware/engine project under &lt;app&gt;/Templates (never C:/Temp or %TEMP%), pinned before Django starts and taught to the LLM as Rules 15/16.</a:t>
            </a:r>
          </a:p>
          <a:p>
            <a:pPr>
              <a:spcAft>
                <a:spcPts val="400"/>
              </a:spcAft>
              <a:defRPr sz="900">
                <a:solidFill>
                  <a:srgbClr val="B4BAAE"/>
                </a:solidFill>
                <a:latin typeface="Aptos"/>
              </a:defRPr>
            </a:pPr>
            <a:r>
              <a:t>FlowHypervisor monitoring now covers every agent — ESP32er, Arduiner, ESPHomer, Camcorder, and Recorder were added to its categorization, timing, startup markers, and do-not-flag rules, with first-build-downloads-a-large-toolchain caveats where needed.</a:t>
            </a:r>
          </a:p>
          <a:p>
            <a:pPr>
              <a:spcAft>
                <a:spcPts val="400"/>
              </a:spcAft>
              <a:defRPr sz="900">
                <a:solidFill>
                  <a:srgbClr val="B4BAAE"/>
                </a:solidFill>
                <a:latin typeface="Aptos"/>
              </a:defRPr>
            </a:pPr>
            <a:r>
              <a:t>Catalog now stands at 83 workflow agents and 92 Multi-Turn tools (60 wrapped chat-agent + 12 ACPX/Skill + 20 core), with 27 skills.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164,646</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231,311</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443     118,211    169,421  71.8%
Markdown                 154      19,014     25,333  11.5%
JavaScript                31      15,653     19,861   9.5%
CSS                        9       5,533      6,996   3.4%
YAML                      89       1,848      4,628   1.1%
HTML                       4       1,034      1,052   0.6%
Prompt template            2         954      1,070   0.6%
PowerShell                 6         672        987   0.4%
JSON                       8         540        540   0.3%
Other text                 8         487        585   0.3%
JavaScript module          1         414        495   0.3%
Text                       6         251        281   0.2%
Protocol Buffers           1          20         33   0.0%
Batch                      1          15         29   0.0%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8,190  11,925
Tlamatini/agent/tests.py                                Python         5,485   7,119
Tlamatini/agent/tools.py                                Python         3,023   4,399
Tlamatini/agent/doc_generation/complete_project_docs.py Python         2,928   3,283
BookOfTlamatini.md                                      Markdown       2,472   3,499
Tlamatini/agent/agents/flowcreator/agentic_skill.md     Markdown       2,240   2,477
...ini/agent/static/agent/css/agentic_control_panel.css CSS            2,021   2,695
Tlamatini/agent/external_mcp_manager.py                 Python         1,841   2,252
Tlamatini/agent/chat_agent_registry.py                  Python         1,637   1,674
Tlamatini/agent/static/agent/css/agent_page.css         CSS            1,600   1,987
Tlamatini/agent/static/agent/js/agent_page_chat.js      JavaScript     1,562   2,122
Tlamatini/agent/static/agent/js/acp-agent-connectors.js JavaScript     1,487   1,660
Tlamatini/agent/static/agent/js/agent_page_init.js      JavaScript     1,460   1,725
Tlamatini/agent/static/agent/js/acp-canvas-core.js      JavaScript     1,374   1,696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live Git window now lands on the `v1.32.0` line: README, BookOfTlamatini, package metadata, and runtime version surfaces identify the project as 1.32.0, while the source inventory tables confirm the current workflow-agent, Multi-Turn-tool, and skill totals.</a:t>
            </a:r>
          </a:p>
          <a:p>
            <a:pPr>
              <a:spcAft>
                <a:spcPts val="400"/>
              </a:spcAft>
              <a:defRPr sz="1200">
                <a:solidFill>
                  <a:srgbClr val="B4BAAE"/>
                </a:solidFill>
                <a:latin typeface="Aptos"/>
              </a:defRPr>
            </a:pPr>
            <a:r>
              <a:t>The v1.27-v1.32.0 release wave is broader than a badge bump: it adds performance-focused 3X levers, forward-only private-data guardrails, hardened public-release verification, Angela López Mendoza creator/authorship stamping, skill announcement hooks, and the newest ACPX/MCP server expansion.</a:t>
            </a:r>
          </a:p>
          <a:p>
            <a:pPr>
              <a:spcAft>
                <a:spcPts val="400"/>
              </a:spcAft>
              <a:defRPr sz="12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200">
                <a:solidFill>
                  <a:srgbClr val="B4BAAE"/>
                </a:solidFill>
                <a:latin typeface="Aptos"/>
              </a:defRPr>
            </a:pPr>
            <a:r>
              <a:t>The latest documentation pass aligns the handbook and source with the `v1.32.0` line, so this dossier now carries the current performance/privacy/build/authorship story, the External MCP and ACPX expansion, the live line-count inventory, and the Agent-directory responsibility boundary instead of stale v1.26.x prose.</a:t>
            </a:r>
          </a:p>
          <a:p>
            <a:pPr>
              <a:spcAft>
                <a:spcPts val="400"/>
              </a:spcAft>
              <a:defRPr sz="1200">
                <a:solidFill>
                  <a:srgbClr val="B4BAAE"/>
                </a:solidFill>
                <a:latin typeface="Aptos"/>
              </a:defRPr>
            </a:pPr>
            <a:r>
              <a:t>Playwrighter remains part of the broader platform story too: a real-browser automation surface for scripted Playwright flows from both Multi-Turn chat and the visual canvas.</a:t>
            </a:r>
          </a:p>
          <a:p>
            <a:pPr>
              <a:spcAft>
                <a:spcPts val="400"/>
              </a:spcAft>
              <a:defRPr sz="12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2026-06-29 | a8aa27c | Cleaningn garbage</a:t>
            </a:r>
          </a:p>
          <a:p>
            <a:pPr>
              <a:spcAft>
                <a:spcPts val="400"/>
              </a:spcAft>
              <a:defRPr sz="1200">
                <a:solidFill>
                  <a:srgbClr val="B4BAAE"/>
                </a:solidFill>
                <a:latin typeface="Aptos"/>
              </a:defRPr>
            </a:pPr>
            <a:r>
              <a:t>2026-06-29 | d9c732c | updating visual docs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1/6</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2026-06-29 | a8aa27c | Cleaningn garbage</a:t>
            </a:r>
          </a:p>
          <a:p>
            <a:pPr>
              <a:spcAft>
                <a:spcPts val="400"/>
              </a:spcAft>
              <a:defRPr sz="1200">
                <a:solidFill>
                  <a:srgbClr val="B4BAAE"/>
                </a:solidFill>
                <a:latin typeface="Aptos"/>
              </a:defRPr>
            </a:pPr>
            <a:r>
              <a:t>2026-06-29 | d9c732c | updating visual docs</a:t>
            </a:r>
          </a:p>
          <a:p>
            <a:pPr>
              <a:spcAft>
                <a:spcPts val="400"/>
              </a:spcAft>
              <a:defRPr sz="1200">
                <a:solidFill>
                  <a:srgbClr val="B4BAAE"/>
                </a:solidFill>
                <a:latin typeface="Aptos"/>
              </a:defRPr>
            </a:pPr>
            <a:r>
              <a:t>2026-06-29 | 5afde8f | updating visual docs</a:t>
            </a:r>
          </a:p>
          <a:p>
            <a:pPr>
              <a:spcAft>
                <a:spcPts val="400"/>
              </a:spcAft>
              <a:defRPr sz="1200">
                <a:solidFill>
                  <a:srgbClr val="B4BAAE"/>
                </a:solidFill>
                <a:latin typeface="Aptos"/>
              </a:defRPr>
            </a:pPr>
            <a:r>
              <a:t>2026-06-29 | 4f4ff66 | cmmit force</a:t>
            </a:r>
          </a:p>
          <a:p>
            <a:pPr>
              <a:spcAft>
                <a:spcPts val="400"/>
              </a:spcAft>
              <a:defRPr sz="1200">
                <a:solidFill>
                  <a:srgbClr val="B4BAAE"/>
                </a:solidFill>
                <a:latin typeface="Aptos"/>
              </a:defRPr>
            </a:pPr>
            <a:r>
              <a:t>2026-06-29 | d1aa399 | Upgrading and improving mcps to be used by external frmo Tlamatini.</a:t>
            </a:r>
          </a:p>
          <a:p>
            <a:pPr>
              <a:spcAft>
                <a:spcPts val="400"/>
              </a:spcAft>
              <a:defRPr sz="1200">
                <a:solidFill>
                  <a:srgbClr val="B4BAAE"/>
                </a:solidFill>
                <a:latin typeface="Aptos"/>
              </a:defRPr>
            </a:pPr>
            <a:r>
              <a:t>2026-06-29 | 31e41ce | Bump docs to v1.32.0 + add 1.27-1.32 changelog entry</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2/6</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2026-06-29 | a5c4d2d | annouces skill by claude</a:t>
            </a:r>
          </a:p>
          <a:p>
            <a:pPr>
              <a:spcAft>
                <a:spcPts val="400"/>
              </a:spcAft>
              <a:defRPr sz="1200">
                <a:solidFill>
                  <a:srgbClr val="B4BAAE"/>
                </a:solidFill>
                <a:latin typeface="Aptos"/>
              </a:defRPr>
            </a:pPr>
            <a:r>
              <a:t>2026-06-29 | 0f8f3dd | @ Embed Angela López Mendoza in build + package metadata</a:t>
            </a:r>
          </a:p>
          <a:p>
            <a:pPr>
              <a:spcAft>
                <a:spcPts val="400"/>
              </a:spcAft>
              <a:defRPr sz="1200">
                <a:solidFill>
                  <a:srgbClr val="B4BAAE"/>
                </a:solidFill>
                <a:latin typeface="Aptos"/>
              </a:defRPr>
            </a:pPr>
            <a:r>
              <a:t>2026-06-29 | 3bef03f | @ Stamp Angela López Mendoza as creator in the PDF + PPTX (visible + metadata)</a:t>
            </a:r>
          </a:p>
          <a:p>
            <a:pPr>
              <a:spcAft>
                <a:spcPts val="400"/>
              </a:spcAft>
              <a:defRPr sz="1200">
                <a:solidFill>
                  <a:srgbClr val="B4BAAE"/>
                </a:solidFill>
                <a:latin typeface="Aptos"/>
              </a:defRPr>
            </a:pPr>
            <a:r>
              <a:t>2026-06-29 | 70ba4b8 | @ prompt.pmt: the LLM must always respect Angela López Mendoza as creator; add Playwright About-window test</a:t>
            </a:r>
          </a:p>
          <a:p>
            <a:pPr>
              <a:spcAft>
                <a:spcPts val="400"/>
              </a:spcAft>
              <a:defRPr sz="1200">
                <a:solidFill>
                  <a:srgbClr val="B4BAAE"/>
                </a:solidFill>
                <a:latin typeface="Aptos"/>
              </a:defRPr>
            </a:pPr>
            <a:r>
              <a:t>2026-06-29 | 8fd02d7 | @ About window credits ANGELA LÓPEZ MENDOZA (caps); add authorship guard tests</a:t>
            </a:r>
          </a:p>
          <a:p>
            <a:pPr>
              <a:spcAft>
                <a:spcPts val="400"/>
              </a:spcAft>
              <a:defRPr sz="1200">
                <a:solidFill>
                  <a:srgbClr val="B4BAAE"/>
                </a:solidFill>
                <a:latin typeface="Aptos"/>
              </a:defRPr>
            </a:pPr>
            <a:r>
              <a:t>2026-06-29 | fe782dc | @ Stamp Angela López Mendoza as creator everywhere; builder never scrubs her name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3/6</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2026-06-29 | d3430ff | @ Add Angela author banner to every source file (releases scrub it at build time)</a:t>
            </a:r>
          </a:p>
          <a:p>
            <a:pPr>
              <a:spcAft>
                <a:spcPts val="400"/>
              </a:spcAft>
              <a:defRPr sz="1200">
                <a:solidFill>
                  <a:srgbClr val="B4BAAE"/>
                </a:solidFill>
                <a:latin typeface="Aptos"/>
              </a:defRPr>
            </a:pPr>
            <a:r>
              <a:t>2026-06-29 | 0575ddb | @ Restore Angela as the developer name in the source (releases still scrub it)</a:t>
            </a:r>
          </a:p>
          <a:p>
            <a:pPr>
              <a:spcAft>
                <a:spcPts val="400"/>
              </a:spcAft>
              <a:defRPr sz="1200">
                <a:solidFill>
                  <a:srgbClr val="B4BAAE"/>
                </a:solidFill>
                <a:latin typeface="Aptos"/>
              </a:defRPr>
            </a:pPr>
            <a:r>
              <a:t>2026-06-29 | c564536 | @ Messaging rebuild, media-agent fixes, tests, and build/docs updates</a:t>
            </a:r>
          </a:p>
          <a:p>
            <a:pPr>
              <a:spcAft>
                <a:spcPts val="400"/>
              </a:spcAft>
              <a:defRPr sz="1200">
                <a:solidFill>
                  <a:srgbClr val="B4BAAE"/>
                </a:solidFill>
                <a:latin typeface="Aptos"/>
              </a:defRPr>
            </a:pPr>
            <a:r>
              <a:t>2026-06-29 | 1e4c547 | rerasing</a:t>
            </a:r>
          </a:p>
          <a:p>
            <a:pPr>
              <a:spcAft>
                <a:spcPts val="400"/>
              </a:spcAft>
              <a:defRPr sz="1200">
                <a:solidFill>
                  <a:srgbClr val="B4BAAE"/>
                </a:solidFill>
                <a:latin typeface="Aptos"/>
              </a:defRPr>
            </a:pPr>
            <a:r>
              <a:t>2026-06-28 | 91ad7f1 | Public verify: block only on sensitive PII (emails/handles/phones), not common names</a:t>
            </a:r>
          </a:p>
          <a:p>
            <a:pPr>
              <a:spcAft>
                <a:spcPts val="400"/>
              </a:spcAft>
              <a:defRPr sz="1200">
                <a:solidFill>
                  <a:srgbClr val="B4BAAE"/>
                </a:solidFill>
                <a:latin typeface="Aptos"/>
              </a:defRPr>
            </a:pPr>
            <a:r>
              <a:t>2026-06-28 | c5ac6ac | Fix public build: never scrub the targets/keys files (.private_targets.json, data.keys)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4/6</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2026-06-28 | a0ac028 | Ignore transient build/run/scratch artifacts (*.out, output/, verify report, paste-duplicate images)</a:t>
            </a:r>
          </a:p>
          <a:p>
            <a:pPr>
              <a:spcAft>
                <a:spcPts val="400"/>
              </a:spcAft>
              <a:defRPr sz="1200">
                <a:solidFill>
                  <a:srgbClr val="B4BAAE"/>
                </a:solidFill>
                <a:latin typeface="Aptos"/>
              </a:defRPr>
            </a:pPr>
            <a:r>
              <a:t>2026-06-28 | 8c02040 | Add/commit build release scripts + verify skip-dirs so they cannot vanish</a:t>
            </a:r>
          </a:p>
          <a:p>
            <a:pPr>
              <a:spcAft>
                <a:spcPts val="400"/>
              </a:spcAft>
              <a:defRPr sz="1200">
                <a:solidFill>
                  <a:srgbClr val="B4BAAE"/>
                </a:solidFill>
                <a:latin typeface="Aptos"/>
              </a:defRPr>
            </a:pPr>
            <a:r>
              <a:t>2026-06-28 | 8a5d668 | Add test_perf_3x_visual.py — visual performance dashboard for the 3X levers</a:t>
            </a:r>
          </a:p>
          <a:p>
            <a:pPr>
              <a:spcAft>
                <a:spcPts val="400"/>
              </a:spcAft>
              <a:defRPr sz="1200">
                <a:solidFill>
                  <a:srgbClr val="B4BAAE"/>
                </a:solidFill>
                <a:latin typeface="Aptos"/>
              </a:defRPr>
            </a:pPr>
            <a:r>
              <a:t>2026-06-28 | d202762 | Keep image.png and image copy 2.png (track screenshot assets)</a:t>
            </a:r>
          </a:p>
          <a:p>
            <a:pPr>
              <a:spcAft>
                <a:spcPts val="400"/>
              </a:spcAft>
              <a:defRPr sz="1200">
                <a:solidFill>
                  <a:srgbClr val="B4BAAE"/>
                </a:solidFill>
                <a:latin typeface="Aptos"/>
              </a:defRPr>
            </a:pPr>
            <a:r>
              <a:t>2026-06-28 | 256e9ac | Keep image copy.png (track screenshot asset so it is preserved)</a:t>
            </a:r>
          </a:p>
          <a:p>
            <a:pPr>
              <a:spcAft>
                <a:spcPts val="400"/>
              </a:spcAft>
              <a:defRPr sz="1200">
                <a:solidFill>
                  <a:srgbClr val="B4BAAE"/>
                </a:solidFill>
                <a:latin typeface="Aptos"/>
              </a:defRPr>
            </a:pPr>
            <a:r>
              <a:t>2026-06-28 | cb64329 | Speed L1+L2: Ollama serving-layer detector, warm embeddings handle, keep_alive on basic/retrieval chains; +140 tests; 3X plan doc</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5/6</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2026-06-27 | 33c772d | Prepend loud CAPS PRIVATE DATA GUARD block to top of CLAUDE.md</a:t>
            </a:r>
          </a:p>
          <a:p>
            <a:pPr>
              <a:spcAft>
                <a:spcPts val="400"/>
              </a:spcAft>
              <a:defRPr sz="1200">
                <a:solidFill>
                  <a:srgbClr val="B4BAAE"/>
                </a:solidFill>
                <a:latin typeface="Aptos"/>
              </a:defRPr>
            </a:pPr>
            <a:r>
              <a:t>2026-06-27 | 02260c5 | Add private-data guard: automated tests + global CAPS SessionStart banner</a:t>
            </a:r>
          </a:p>
          <a:p>
            <a:pPr>
              <a:spcAft>
                <a:spcPts val="400"/>
              </a:spcAft>
              <a:defRPr sz="1200">
                <a:solidFill>
                  <a:srgbClr val="B4BAAE"/>
                </a:solidFill>
                <a:latin typeface="Aptos"/>
              </a:defRPr>
            </a:pPr>
            <a:r>
              <a:t>2026-06-27 | 1f0a39c | Scrub personal data from current tree (forward-only, no history rewrite)</a:t>
            </a:r>
          </a:p>
          <a:p>
            <a:pPr>
              <a:spcAft>
                <a:spcPts val="400"/>
              </a:spcAft>
              <a:defRPr sz="1200">
                <a:solidFill>
                  <a:srgbClr val="B4BAAE"/>
                </a:solidFill>
                <a:latin typeface="Aptos"/>
              </a:defRPr>
            </a:pPr>
            <a:r>
              <a:t>2026-06-27 | ce8fc3f | Improving a little more the mechanics of Messaggin capabilities of Tlamatini now on the config.yaml files, by angelahack1</a:t>
            </a:r>
          </a:p>
          <a:p>
            <a:pPr>
              <a:spcAft>
                <a:spcPts val="400"/>
              </a:spcAft>
              <a:defRPr sz="1200">
                <a:solidFill>
                  <a:srgbClr val="B4BAAE"/>
                </a:solidFill>
                <a:latin typeface="Aptos"/>
              </a:defRPr>
            </a:pPr>
            <a:r>
              <a:t>2026-06-27 | 12f9ec9 | Improving a little more the mechanics of Messaggind capabilities of Tlamatini, by angelahack1</a:t>
            </a:r>
          </a:p>
          <a:p>
            <a:pPr>
              <a:spcAft>
                <a:spcPts val="400"/>
              </a:spcAft>
              <a:defRPr sz="1200">
                <a:solidFill>
                  <a:srgbClr val="B4BAAE"/>
                </a:solidFill>
                <a:latin typeface="Aptos"/>
              </a:defRPr>
            </a:pPr>
            <a:r>
              <a:t>2026-06-27 | 1777dc0 | Ignore Tlamatini/agent/.tlamatini/ runtime state (WhatsApp Web profile, Telegram session)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6/6</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2026-06-27 | 664144c | Adding a simple vd by Tlamaitni's-AutoBot.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GUION_VIDEO_PROMO_TLAMATINI.md
|-- install.py
|-- KIMI.md
|-- LICENSE
|-- MessagingConnectorAssistant_Design.md
|-- OllamaPricing.png
|-- package.json
|-- PIVOT_CHANGES.md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
|-- tlamatini_mcp_server.py
|-- TlamatiniJudgementDay.md
|-- uninstall.py
|-- unregister_flw.ps1
|-- VERSIONING.md
|-- versioning.py
|-- .claude/
|   |-- settings.json
|   |-- hooks/
|   |   |-- announce_skills.py
|   |   `-- test_announce_skills.py
|   |-- memory/</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
|       |   |-- SKILL.md
|       |   `-- harness/
|       |       |-- config.py
|       |       |-- cyber_watchdog_test.py
|       |       |-- mcp_playwright_suite.py
|       |       |-- qualify.py
|       |       |-- questions.py
|       |       |-- README.md
|       |       |-- requirements.txt
|       |       |-- run_test.py
|       |       |-- talk_test.py
|       |       `-- wrapped_questions.py</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
|   `-- mypdf2.py
|-- docs/
|   `-- claude/
|       |-- acpx.md
|       |-- agents.md
|       |-- architecture.md
|       |-- exec-report.md
|       |-- frontend.md
|       |-- gotchas.md
|       |-- INDEX.md
|       |-- mcp-tools.md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multi-turn.md
|       `-- recent-fixes.md
|-- pyinstaller_hooks/
|   |-- hook-numpy.py
|   `-- hook-torch.py
|-- Tests/
|   |-- test_about_window_name_visible.py
|   `-- test_perf_3x_visual.py
`-- Tlamatini/
    |-- cat_art.py
    |-- db.sqlite3.bak-prereseat
    |-- manage.py
    |-- .agents/
    |   `-- workflows/
    |       `-- create_new_agent.md
    |-- .mcps/
    |   `-- create_new_mcp.md
    |-- .skills/
    |   `-- create_new_skill.md
    |-- agent/
    |   |-- __init__.py
    |   |-- access_key_wizard.py
    |   |-- admin.py
    |   |-- apps.py
    |   |-- capability_registry.py
    |   |-- chain_files_search_lcel.py
    |   |-- chain_system_lcel.py
    |   |-- chat_agent_registry.py
    |   |-- chat_agent_runtime.py
    |   |-- chat_history_loader.py
    |   |-- command_togen_pb2.txt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command_watchdog.py
    |   |-- config.json
    |   |-- config_loader.py
    |   |-- constants.py
    |   |-- consumers.py
    |   |-- contacts.py
    |   |-- embedding_memory_guard.py
    |   |-- exec_permission.py
    |   |-- external_mcp_manager.py
    |   |-- filesearch.proto
    |   |-- filesearch_pb2.py
    |   |-- filesearch_pb2_grpc.py
    |   |-- global_execution_planner.py
    |   |-- global_state.py
    |   |-- gpu_perf.py
    |   |-- inet_determiner.py
    |   |-- llm_timing.py
    |   |-- mcp_agent.py
    |   |-- mcp_files_search_client.py
    |   |-- mcp_files_search_server.py
    |   |-- mcp_system_client.py
    |   |-- mcp_system_server.py
    |   |-- models.py
    |   |-- native_dialogs.py
    |   |-- orphan_reaper.py
    |   |-- path_guard.py
    |   |-- prompt.pmt
    |   |-- rag_enhancements.py
    |   |-- routing.py
    |   |-- self_update.py
    |   |-- test_access_key_wizard.py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test_arduiner_agent.py
    |   |-- test_audioplayer_agent.py
    |   |-- test_blenderer_agent.py
    |   |-- test_build_scripts.py
    |   |-- test_camcorder_agent.py
    |   |-- test_chat_bridge_bots.py
    |   |-- test_chat_history_window.py
    |   |-- test_command_watchdog.py
    |   |-- test_contacts.py
    |   |-- test_crawler_agent.py
    |   |-- test_createsuperuser_wizard.py
    |   |-- test_de_compresser.py
    |   |-- test_discoverer_agent.py
    |   |-- test_editor_agent.py
    |   |-- test_embedding_memory_guard.py
    |   |-- test_esp32er_agent.py
    |   |-- test_esphomer_agent.py
    |   |-- test_execute_command_bounded.py
    |   |-- test_external_mcp_add_flow.py
    |   |-- test_external_mcp_e2e.py
    |   |-- test_external_mcp_transports.py
    |   |-- test_external_mcp_universal.py
    |   |-- test_file_extractor_reader.py
    |   |-- test_flow_contracts.py
    |   |-- test_globber_agent.py
    |   |-- test_googler_agent.py
    |   |-- test_grepper_agent.py
    |   |-- test_instant_messaging_doctor.py
    |   |-- test_j_decompiler_agent.py
    |   |-- test_kalier_agent.py
    |   |-- test_native_dialogs.py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test_orphan_reaper.py
    |   |-- test_parametrizer_mcp_doctor.py
    |   |-- test_password_quoting.py
    |   |-- test_playwrighter_agent.py
    |   |-- test_recorder_agent.py
    |   |-- test_self_update.py
    |   |-- test_step_by_step_mode.py
    |   |-- test_stm32er_agent.py
    |   |-- test_talker_agent.py
    |   |-- test_telegrammer_identity.py
    |   |-- test_temp_dir_policy.py
    |   |-- test_unrealer_agent.py
    |   |-- test_videoplayer_agent.py
    |   |-- test_watchdog_foreground_exemption.py
    |   |-- test_whatsapper_identity.py
    |   |-- test_whisperer_agent.py
    |   |-- test_windower_agent.py
    |   |-- test_windows_app_registration.py
    |   |-- test_zavuerer_agent.py
    |   |-- tests.py
    |   |-- tests_perf_3x.py
    |   |-- Tlamatini.md
    |   |-- tools.py
    |   |-- urls.py
    |   |-- version.py
    |   |-- views.py
    |   |-- web_search_llm.py
    |   |-- window_flash.py
    |   |-- windows_app_registration.py
    |   |-- acpx/
    |   |   |-- __init__.py</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agent_registry.py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
    |   |   |-- de_compresser/</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de_compresser.py
    |   |   |-- deleter/
    |   |   |   |-- config.yaml
    |   |   |   `-- deleter.py
    |   |   |-- discoverer/
    |   |   |   |-- config.yaml
    |   |   |   `-- discoverer.py
    |   |   |-- dockerer/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
    |   |   |   |-- config.yaml</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flowhypervisor/
    |   |   |   |-- config.yaml
    |   |   |   |-- flowhypervisor.py
    |   |   |   |-- hypervisor_alert.wav
    |   |   |   `-- monitoring-prompt.pmt
    |   |   |-- forker/
    |   |   |   |-- config.yaml
    |   |   |   `-- forker.py
    |   |   |-- gateway_relayer/
    |   |   |   |-- config.yaml
    |   |   |   |-- gateway_relayer.md
    |   |   |   `-- gateway_relayer.py
    |   |   |-- gatewayer/
    |   |   |   |-- config.yaml</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keyboarder.py
    |   |   |-- kuberneter/
    |   |   |   |-- config.yaml
    |   |   |   `-- kuberneter.py
    |   |   |-- kyber_cipher/
    |   |   |   |-- config.yaml
    |   |   |   `-- kyber_cipher.py
    |   |   |-- kyber_decipher/
    |   |   |   |-- config.yaml
    |   |   |   `-- kyber_decipher.py
    |   |   |-- kyber_keygen/
    |   |   |   |-- config.yaml
    |   |   |   `-- kyber_keygen.py
    |   |   |-- mcp_doctor/
    |   |   |   |-- config.yaml
    |   |   |   `-- mcp_doctor.py
    |   |   |-- mongoxer/
    |   |   |   |-- config.yaml
    |   |   |   `-- mongoxer.py
    |   |   |-- monitor_log/
    |   |   |   |-- config.yaml
    |   |   |   `-- monitor_log.py
    |   |   |-- monitor_netstat/
    |   |   |   |-- config.yaml
    |   |   |   `-- monitor_netstat.py
    |   |   |-- mouser/
    |   |   |   |-- config.yaml
    |   |   |   `-- mouser.py
    |   |   |-- mover/
    |   |   |   |-- config.yaml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mover.py
    |   |   |-- node_manager/
    |   |   |   |-- config.yaml
    |   |   |   |-- node_manager.md
    |   |   |   |-- node_manager.py
    |   |   |   |-- nodes_example.json
    |   |   |   `-- nodes_example.yaml
    |   |   |-- notifier/
    |   |   |   |-- config.yaml
    |   |   |   `-- notifier.py
    |   |   |-- or/
    |   |   |   |-- config.yaml
    |   |   |   `-- or.py
    |   |   |-- parametrizer/
    |   |   |   |-- config.yaml
    |   |   |   `-- parametrizer.py
    |   |   |-- playwrighter/
    |   |   |   |-- config.yaml
    |   |   |   `-- playwrighter.py
    |   |   |-- prompter/
    |   |   |   |-- config.yaml
    |   |   |   `-- prompter.py
    |   |   |-- pser/
    |   |   |   |-- config.yaml
    |   |   |   `-- pser.py
    |   |   |-- pythonxer/
    |   |   |   |-- config.yaml
    |   |   |   `-- pythonxer.py
    |   |   |-- raiser/
    |   |   |   |-- config.yaml
    |   |   |   `-- raiser.py</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recmailer/
    |   |   |   |-- config.yaml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videoplayer/
    |   |   |   |-- config.yaml
    |   |   |   `-- videoplayer.py
    |   |   |-- whatsapper/
    |   |   |   |-- config.yaml
    |   |   |   |-- HOW_TO_GET_YOUR_WHATSAPP_ASSETS.md
    |   |   |   |-- whatsapper.py
    |   |   |   `-- guide_assets/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HiIamTlamatini.png
    |   |   |-- mockup.jpg
    |   |   |-- Modify_the_last_video_keepi.mp4
    |   |   |-- RealisticTlamatini.png
    |   |   |-- ShouldersUoTlamatini.png
    |   |   |-- Tlamatini AI Agentic Advisor Video.mp4
    |   |   |-- TlamatiniAndKyber.mp4
    |   |   |-- TlamatiniDrawings.png
    |   |   |-- TlammatiniLetsMakeSomeMagic.mp4
    |   |   |-- TorsoTlamatini.png
    |   |   `-- XAIHT-Tlamatini.mp4</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__init__.py
    |   |-- monitors/
    |   |   `-- monitor_sql.py
    |   |-- opus_client/
    |   |   |-- claude_opus_client.py
    |   |   |-- examples.py
    |   |   `-- README.md
    |   |-- rag/
    |   |   |-- __init__.py
    |   |   |-- config.py
    |   |   |-- factory.py
    |   |   |-- interaction.py
    |   |   |-- interface.py
    |   |   |-- loaders.py</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prompts.py
    |   |   |-- retrieval.py
    |   |   |-- splitters.py
    |   |   |-- utils.py
    |   |   `-- chains/
    |   |       |-- base.py
    |   |       |-- basic.py
    |   |       |-- history_aware.py
    |   |       `-- unified.py
    |   |-- services/
    |   |   |-- __init__.py
    |   |   |-- agent_contracts.py
    |   |   |-- agent_paths.py
    |   |   |-- answer_analizer.py
    |   |   |-- filesystem.py
    |   |   |-- flow_compiler.py
    |   |   |-- flow_spec.py
    |   |   `-- response_parser.py
    |   |-- skills/
    |   |   |-- __init__.py
    |   |   |-- frontmatter.py
    |   |   |-- harness.py
    |   |   |-- io_contract.py
    |   |   `-- registry.py
    |   |-- skills_pkg/
    |   |   |-- _meta/
    |   |   |   |-- lint.py
    |   |   |   `-- schema.json
    |   |   |-- acp_router/
    |   |   |   `-- SKILL.md
    |   |   |-- code_review/</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create_new_agent/
    |   |   |   `-- SKILL.md
    |   |   |-- create_new_mcp/
    |   |   |   `-- SKILL.md
    |   |   |-- flow_making/
    |   |   |   |-- SKILL.md
    |   |   |   |-- references/
    |   |   |   |   `-- flw_schema.md
    |   |   |   `-- scripts/
    |   |   |       |-- make_flow.py
    |   |   |       `-- result_to_flw.py
    |   |   |-- github/
    |   |   |   `-- SKILL.md
    |   |   |-- gmail/
    |   |   |   `-- SKILL.md
    |   |   |-- hello_world/
    |   |   |   `-- SKILL.md
    |   |   |-- jira/
    |   |   |   `-- SKILL.md
    |   |   |-- kali_pentest/
    |   |   |   `-- SKILL.md
    |   |   |-- notion/
    |   |   |   `-- SKILL.md
    |   |   |-- security_audit/
    |   |   |   `-- SKILL.md
    |   |   |-- setup_new_acpx_key/
    |   |   |   `-- SKILL.md
    |   |   |-- skill_creator/
    |   |   |   |-- SKILL.md
    |   |   |   `-- scripts/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agent_page.css
    |   |       |   |-- agentic_control_panel.css
    |   |       |   |-- contacts_dialog.css
    |   |       |   |-- external_mcps_dialog.css
    |   |       |   |-- login.css
    |   |       |   |-- skills_dialog.css
    |   |       |   |-- tools_dialog.css
    |   |       |   `-- welcome.css
    |   |       |-- img/
    |   |       |   |-- spinner.svg
    |   |       |   `-- Tlamatini.ico
    |   |       |-- js/
    |   |       |   |-- access_keys_wizard.js
    |   |       |   |-- acp-agent-connectors.js
    |   |       |   |-- acp-canvas-core.js
    |   |       |   |-- acp-canvas-undo.js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agent_page_layout.js
    |   |       |   |-- agent_page_state.js
    |   |       |   |-- agent_page_ui.js
    |   |       |   |-- agentic_control_panel.js
    |   |       |   |-- canvas_item_dialog.js
    |   |       |   |-- chat_page_runtime_poller.js
    |   |       |   |-- contacts_dialog.js
    |   |       |   |-- contextual_menus.js
    |   |       |   |-- external_mcps_dialog.js
    |   |       |   |-- shared-runtime-dialogs.js
    |   |       |   |-- skills_dialog.js
    |   |       |   `-- tools_dialog.js
    |   |       |-- sounds/
    |   |       |   |-- hypervisor_alert.wav
    |   |       |   `-- notification.wav
    |   |       `-- video/
    |   |           `-- XAIHT-Tlamatini.mp4
    |   |-- telegram/
    |   |   |-- AztecTlamatini.txt
    |   |   |-- config.yaml
    |   |   `-- telegram_receiver.py
    |   |-- templates/
    |   |   `-- agent/
    |   |       |-- agent_page.html
    |   |       |-- agentic_control_panel.html
    |   |       |-- login.html
    |   |       `-- welcome.html
    |   |-- test_fixtures/
    |   |   `-- talker_orpheus_tokens.txt
    |   `-- TlamatiniSourceCode/
    |       `-- README.md</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DB/
    |   |-- Older/
    |   |   `-- README.md
    |   `-- ToLoad/
    |       `-- README.md
    |-- jd-cli/
    |   |-- jd-cli.bat
    |   `-- jd-cli.jar
    `-- tlamatini/
        |-- __init__.py
        |-- asgi.py
        |-- context_processors.py
        |-- logging_filters.py
        |-- middleware.py
        |-- settings.py
        |-- urls.py
        `-- wsgi.py</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