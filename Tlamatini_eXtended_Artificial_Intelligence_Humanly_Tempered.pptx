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867</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180,422</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20, 2026 06:02 PM UTC-0600 at HEAD 32990fe9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V1.43.5</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V1.43.5</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V1.43.5 - PUBLISHED TAG PLUS ONE ALIGNED PROMPT-CATALOG COMMIT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published product to `v1.43.5` at `d9118236`; local `main` and `origin/main` are aligned one prompt-catalog commit ahead at `32990fe9`, while the live source tree remains authoritative for generated counts and capability claims.</a:t>
            </a:r>
          </a:p>
          <a:p>
            <a:pPr>
              <a:spcAft>
                <a:spcPts val="400"/>
              </a:spcAft>
              <a:defRPr sz="1000">
                <a:solidFill>
                  <a:srgbClr val="B4BAAE"/>
                </a:solidFill>
                <a:latin typeface="Aptos"/>
              </a:defRPr>
            </a:pPr>
            <a:r>
              <a:t>`v1.42.0` releases STM32er's PlatformIO backend and device-aware routing for supported boards from Blue Pill/F1 through mainstream F/G/L/H7/U5/WB families.</a:t>
            </a:r>
          </a:p>
          <a:p>
            <a:pPr>
              <a:spcAft>
                <a:spcPts val="400"/>
              </a:spcAft>
              <a:defRPr sz="1000">
                <a:solidFill>
                  <a:srgbClr val="B4BAAE"/>
                </a:solidFill>
                <a:latin typeface="Aptos"/>
              </a:defRPr>
            </a:pPr>
            <a:r>
              <a:t>`v1.41.4` fixes External-MCP structured-output consumption: stdio and network clients now provide both text `content` blocks and `structuredContent` to the LLM instead of handing it only a short pointer.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shared formatter unwraps a sole `result` envelope, preserves errors and plain text, safely serializes structured data, caps oversized payloads, and is pinned by seven focused tests.</a:t>
            </a:r>
          </a:p>
          <a:p>
            <a:pPr>
              <a:spcAft>
                <a:spcPts val="400"/>
              </a:spcAft>
              <a:defRPr sz="1000">
                <a:solidFill>
                  <a:srgbClr val="B4BAAE"/>
                </a:solidFill>
                <a:latin typeface="Aptos"/>
              </a:defRPr>
            </a:pPr>
            <a:r>
              <a:t>`v1.41.3` keeps the Catalog of Prompts grouped into 13 categories with stable surviving ids, physical duplicate removal, gap-tolerant loading, and ranked fuzzy search.</a:t>
            </a:r>
          </a:p>
          <a:p>
            <a:pPr>
              <a:spcAft>
                <a:spcPts val="400"/>
              </a:spcAft>
              <a:defRPr sz="1000">
                <a:solidFill>
                  <a:srgbClr val="B4BAAE"/>
                </a:solidFill>
                <a:latin typeface="Aptos"/>
              </a:defRPr>
            </a:pPr>
            <a:r>
              <a:t>`v1.41.2` keeps Cancel latched to a per-user run epoch across RAG rebuilds, executor, retry, self-healing, Ask Execs, late answers, and frontend state without poisoning the next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`v1.41.0` keeps screenshot paste/drop path-native: validated images are re-encoded in guarded Temp storage, inserted at the remembered caret, and handed to Image-Interpreter through removable chips.</a:t>
            </a:r>
          </a:p>
          <a:p>
            <a:pPr>
              <a:spcAft>
                <a:spcPts val="400"/>
              </a:spcAft>
              <a:defRPr sz="1000">
                <a:solidFill>
                  <a:srgbClr val="B4BAAE"/>
                </a:solidFill>
                <a:latin typeface="Aptos"/>
              </a:defRPr>
            </a:pPr>
            <a:r>
              <a:t>That Phase 1 path covers supported PlatformIO `ststm32` boards from Blue Pill/F1 through mainstream F/G/L/H7/U5/WB families, shares zero-config PlatformIO bootstrap with ESP32er, and adds ST-LINK-aware upload safeguards.</a:t>
            </a:r>
          </a:p>
          <a:p>
            <a:pPr>
              <a:spcAft>
                <a:spcPts val="400"/>
              </a:spcAft>
              <a:defRPr sz="1000">
                <a:solidFill>
                  <a:srgbClr val="B4BAAE"/>
                </a:solidFill>
                <a:latin typeface="Aptos"/>
              </a:defRPr>
            </a:pPr>
            <a:r>
              <a:t>The existing STM32F407 Template-MCP route remains the automatic default for blank/STM32F4 requests, while C0/H5/WBA/N6 stay explicitly unsupported until the planned ST-native CubeCLT backend exists; released migrations add camera-verified stepwise demos and a one-time contiguous catalog renumber.</a:t>
            </a:r>
          </a:p>
          <a:p>
            <a:pPr>
              <a:spcAft>
                <a:spcPts val="400"/>
              </a:spcAft>
              <a:defRPr sz="1000">
                <a:solidFill>
                  <a:srgbClr val="B4BAAE"/>
                </a:solidFill>
                <a:latin typeface="Aptos"/>
              </a:defRPr>
            </a:pPr>
            <a:r>
              <a:t>README.md and BookOfTlamatini.md now carry a clearer plain-Python agent disclaimer: transparency enables user control but is not a security warranty, and execution remains under the user's jurisdiction and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README static badge and some Book release prose lag Git, so version identity comes from the live tag/commit graph rather than those historical text surfaces.</a:t>
            </a:r>
          </a:p>
          <a:p>
            <a:pPr>
              <a:spcAft>
                <a:spcPts val="400"/>
              </a:spcAft>
              <a:defRPr sz="1100">
                <a:solidFill>
                  <a:srgbClr val="B4BAAE"/>
                </a:solidFill>
                <a:latin typeface="Aptos"/>
              </a:defRPr>
            </a:pPr>
            <a:r>
              <a:t>The dirty worktree is counted without reproducing private values, credentials, endpoints, or machine-specific paths; this dossier does not stage, commit, or push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`v1.40.x` configurable-port and FlowPills work,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No new workflow agent type landed in this delta; live agent/tool totals are derived from the registry and repository rather than inferred from release numbers.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still supply the complete MIT-licensed project, easy-start installation, Ollama setup, architecture, usage, agent, and responsibility narrative rather than a narrow changelog.</a:t>
            </a:r>
          </a:p>
          <a:p>
            <a:pPr>
              <a:spcAft>
                <a:spcPts val="400"/>
              </a:spcAft>
              <a:defRPr sz="1100">
                <a:solidFill>
                  <a:srgbClr val="B4BAAE"/>
                </a:solidFill>
                <a:latin typeface="Aptos"/>
              </a:defRPr>
            </a:pPr>
            <a:r>
              <a:t>The regenerated PDF/PPTX treats tagged behavior and local configuration-only changes separately while preserving the full system, history, file tree, and effective-line inventory.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`v1.43.5`.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`v1.43.5` at `d9118236`, with local and remote main one prompt-catalog commit ahead at `32990fe9`; v1.42.0 STM32er PlatformIO, v1.41.4 External-MCP structured output,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28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`v1.43.5` carries faithful External-MCP structured-output delivery on top of v1.41.3 category grouping, physical duplicate removal, gap-tolerant loading, and ranked fuzzy search while preserving the broader operator context.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1.43.5 | build: 1.43.5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867</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182</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33</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10</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32990fe9 - Improving even more the catalog of Prompts, by angelahack1</a:t>
            </a:r>
          </a:p>
          <a:p>
            <a:pPr>
              <a:spcAft>
                <a:spcPts val="400"/>
              </a:spcAft>
              <a:defRPr sz="1500">
                <a:solidFill>
                  <a:srgbClr val="B4BAAE"/>
                </a:solidFill>
                <a:latin typeface="Aptos"/>
              </a:defRPr>
            </a:pPr>
            <a:r>
              <a:t>Resolved version: 1.43.5 (git)</a:t>
            </a:r>
          </a:p>
          <a:p>
            <a:pPr>
              <a:spcAft>
                <a:spcPts val="400"/>
              </a:spcAft>
              <a:defRPr sz="1500">
                <a:solidFill>
                  <a:srgbClr val="B4BAAE"/>
                </a:solidFill>
                <a:latin typeface="Aptos"/>
              </a:defRPr>
            </a:pPr>
            <a:r>
              <a:t>Generated on July 20, 2026 06:02 PM UTC-0600</a:t>
            </a:r>
          </a:p>
          <a:p>
            <a:pPr>
              <a:spcAft>
                <a:spcPts val="400"/>
              </a:spcAft>
              <a:defRPr sz="1500">
                <a:solidFill>
                  <a:srgbClr val="B4BAAE"/>
                </a:solidFill>
                <a:latin typeface="Aptos"/>
              </a:defRPr>
            </a:pPr>
            <a:r>
              <a:t>Inventory scope: 867 files = 867 tracked + 0 git-unignored working-tree additions</a:t>
            </a:r>
          </a:p>
          <a:p>
            <a:pPr>
              <a:spcAft>
                <a:spcPts val="400"/>
              </a:spcAft>
              <a:defRPr sz="1500">
                <a:solidFill>
                  <a:srgbClr val="B4BAAE"/>
                </a:solidFill>
                <a:latin typeface="Aptos"/>
              </a:defRPr>
            </a:pPr>
            <a:r>
              <a:t>Multi-Turn tools: 94; wrapped chat-agent tools: 62; skills: 28</a:t>
            </a:r>
          </a:p>
          <a:p>
            <a:pPr>
              <a:spcAft>
                <a:spcPts val="400"/>
              </a:spcAft>
              <a:defRPr sz="1500">
                <a:solidFill>
                  <a:srgbClr val="B4BAAE"/>
                </a:solidFill>
                <a:latin typeface="Aptos"/>
              </a:defRPr>
            </a:pPr>
            <a:r>
              <a:t>Python requirements: 79; authoritative agent-description rows: 86</a:t>
            </a:r>
          </a:p>
          <a:p>
            <a:pPr>
              <a:spcAft>
                <a:spcPts val="400"/>
              </a:spcAft>
              <a:defRPr sz="1500">
                <a:solidFill>
                  <a:srgbClr val="B4BAAE"/>
                </a:solidFill>
                <a:latin typeface="Aptos"/>
              </a:defRPr>
            </a:pPr>
            <a:r>
              <a:t>Binary or asset inventory files skipped from line count: 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773f66fd on 2026-07-15</a:t>
            </a:r>
          </a:p>
          <a:p>
            <a:pPr>
              <a:spcAft>
                <a:spcPts val="400"/>
              </a:spcAft>
              <a:defRPr sz="1300">
                <a:solidFill>
                  <a:srgbClr val="B4BAAE"/>
                </a:solidFill>
                <a:latin typeface="Aptos"/>
              </a:defRPr>
            </a:pPr>
            <a:r>
              <a:t>Bumping to version 1.42.0, by angelahack1</a:t>
            </a:r>
          </a:p>
          <a:p>
            <a:pPr>
              <a:spcAft>
                <a:spcPts val="400"/>
              </a:spcAft>
              <a:defRPr sz="1300">
                <a:solidFill>
                  <a:srgbClr val="B4BAAE"/>
                </a:solidFill>
                <a:latin typeface="Aptos"/>
              </a:defRPr>
            </a:pPr>
            <a:r>
              <a:t>Commits since then: 11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published release is `v1.43.5` at `d9118236`; local `main` and `origin/main` are aligned one prompt-catalog commit ahead at `32990fe9`, and the git-derived version correctly remains `1.43.5`.</a:t>
            </a:r>
          </a:p>
          <a:p>
            <a:pPr>
              <a:spcAft>
                <a:spcPts val="400"/>
              </a:spcAft>
              <a:defRPr sz="1000">
                <a:solidFill>
                  <a:srgbClr val="B4BAAE"/>
                </a:solidFill>
                <a:latin typeface="Aptos"/>
              </a:defRPr>
            </a:pPr>
            <a:r>
              <a:t>The release delta expands `stm32er.py`, config, registry, contracts, tools, tests, descriptions, migrations, and proposal assets together; the existing local configuration-only worktree changes remain private and are neither reproduced nor modified by dossier generation.</a:t>
            </a:r>
          </a:p>
          <a:p>
            <a:pPr>
              <a:spcAft>
                <a:spcPts val="400"/>
              </a:spcAft>
              <a:defRPr sz="1000">
                <a:solidFill>
                  <a:srgbClr val="B4BAAE"/>
                </a:solidFill>
                <a:latin typeface="Aptos"/>
              </a:defRPr>
            </a:pPr>
            <a:r>
              <a:t>Prompt-catalog migrations group the historical catalog into 13 categories and delete 13 redundant ACPX variants while keeping surviving ids stable; the UI renders category sections, supports numeric/acronym/subsequence search, highlights matches, and restores grouped order when the query clears.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VERIFIED IMPLEMENTATION CHANGES 4-4</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a:sp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also matured during the same span: `v1.7.1` made Tlamatini the embedded MCP-Kali-Server client for chat-side runs, so operators configure the Kali box once in `Config -&gt; URLs` instead of repeating it in every prompt.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V1.43.5 RELEASE LINEAGE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External MCP results (v1.41.4): stdio and network clients surface text plus structuredContent, unwrap common envelopes, cap payloads, and preserve errors.</a:t>
            </a:r>
          </a:p>
          <a:p>
            <a:pPr>
              <a:spcAft>
                <a:spcPts val="400"/>
              </a:spcAft>
              <a:defRPr sz="10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10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Screenshot chat, configurable port, FlowPills discovery, and Unreal 5.8 scaffolding remain carried foundations; no new workflow-agent type landed.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tag v1.43.5 points to `d9118236`; `origin/main` and local `main` align one prompt-catalog commit ahead at `32990fe9`; local configuration values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85 workflow agents and 94 Multi-Turn tools (62 wrapped chat-agent + 12 ACPX/Skill + 20 core), with 28 skills.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180,422</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254,188</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489     129,760    186,479  71.9%
Markdown                 162      21,335     28,380  11.8%
JavaScript                33      16,859     21,520   9.3%
CSS                       10       5,902      7,463   3.3%
YAML                      90       1,998      5,074   1.1%
HTML                       4       1,087      1,111   0.6%
Prompt template            2       1,037      1,158   0.6%
PowerShell                 7         712      1,034   0.4%
JSON                       8         547        547   0.3%
Other text                 8         515        617   0.3%
JavaScript module          1         420        501   0.2%
Text                       5         215        242   0.1%
Protocol Buffers           1          20         33   0.0%
Batch                      1          15         29   0.0%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8,438  12,296
Tlamatini/agent/tests.py                                Python         5,550   7,230
Tlamatini/agent/doc_generation/complete_project_docs.py Python         3,654   4,068
Tlamatini/agent/tools.py                                Python         3,088   4,504
BookOfTlamatini.md                                      Markdown       2,506   3,554
Tlamatini/agent/agents/flowcreator/agentic_skill.md     Markdown       2,281   2,520
...ini/agent/static/agent/css/agentic_control_panel.css CSS            2,041   2,724
Tlamatini/agent/agents/stm32er/stm32er.py               Python         1,983   2,694
Tlamatini/agent/external_mcp_manager.py                 Python         1,873   2,336
Tlamatini/agent/static/agent/css/agent_page.css         CSS            1,754   2,181
Tlamatini/agent/chat_agent_registry.py                  Python         1,736   1,773
Tlamatini/agent/static/agent/js/agent_page_chat.js      JavaScript     1,666   2,306
Tlamatini/agent/static/agent/js/acp-agent-connectors.js JavaScript     1,523   1,698
Tlamatini/agent/mcp_agent.py                            Python         1,476   2,397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published release resolves to `v1.43.5` at `d9118236`; local `main` and `origin/main` are aligned one prompt-catalog commit ahead at `32990fe9`, while the version resolver correctly remains on the latest tag. Git/source inspection extends README.md and BookOfTlamatini.md before the generated inventory tables derive the current agent, tool, skill, asset, and effective-line totals.</a:t>
            </a:r>
          </a:p>
          <a:p>
            <a:pPr>
              <a:spcAft>
                <a:spcPts val="400"/>
              </a:spcAft>
              <a:defRPr sz="1300">
                <a:solidFill>
                  <a:srgbClr val="B4BAAE"/>
                </a:solidFill>
                <a:latin typeface="Aptos"/>
              </a:defRPr>
            </a:pPr>
            <a:r>
              <a:t>The current published version is `v1.43.5`; the untagged HEAD commit improves the prompt catalog without changing that resolved version. The `v1.42.0` STM32er PlatformIO expansion, `v1.41.4` External-MCP `structuredContent`, `v1.41.3` catalog grouping, `v1.41.2` Hard Cancel, and `v1.41.0` screenshot paste/drop remain carried foundations.</a:t>
            </a:r>
          </a:p>
          <a:p>
            <a:pPr>
              <a:spcAft>
                <a:spcPts val="400"/>
              </a:spcAft>
              <a:defRPr sz="1300">
                <a:solidFill>
                  <a:srgbClr val="B4BAAE"/>
                </a:solidFill>
                <a:latin typeface="Aptos"/>
              </a:defRPr>
            </a:pPr>
            <a:r>
              <a:t>Catalog-of-Prompts migrations classify 106 historical rows into 13 operator categories and physically remove 13 duplicate ACPX demos without renumbering survivors; the primary endpoint is gap-tolerant, the fallback skips gaps, and the UI adds grouped sections plus ranked fuzzy search.</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latest dossier pass resolves the product at `v1.43.5` with one aligned post-tag prompt-catalog commit, combines README.md and BookOfTlamatini.md with source/Git truth, and retains the complete installation, Ollama, architecture, usage, tree, line inventory, and responsibility context.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still-relevant platform branch remains the Kali Linux bridge: Kalier behaves as the embedded MCP-Kali-Server client, so the Kali box URL is configured once in `Config -&gt; URLs` and auto-injected into `chat_agent_kalier` runs.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2026-07-20 | 32990fe9 | Improving even more the catalog of Prompts, by angelahack1</a:t>
            </a:r>
          </a:p>
          <a:p>
            <a:pPr>
              <a:spcAft>
                <a:spcPts val="400"/>
              </a:spcAft>
              <a:defRPr sz="1200">
                <a:solidFill>
                  <a:srgbClr val="B4BAAE"/>
                </a:solidFill>
                <a:latin typeface="Aptos"/>
              </a:defRPr>
            </a:pPr>
            <a:r>
              <a:t>2026-07-19 | d9118236 | OOB-shift to Discoverer, Nmapper, and Kalier, by angelahack1</a:t>
            </a:r>
          </a:p>
          <a:p>
            <a:pPr>
              <a:spcAft>
                <a:spcPts val="400"/>
              </a:spcAft>
              <a:defRPr sz="1200">
                <a:solidFill>
                  <a:srgbClr val="B4BAAE"/>
                </a:solidFill>
                <a:latin typeface="Aptos"/>
              </a:defRPr>
            </a:pPr>
            <a:r>
              <a:t>2026-07-18 | ec278cf4 | Very light improvements into multi-service Tlamatini, by angelahack1</a:t>
            </a:r>
          </a:p>
          <a:p>
            <a:pPr>
              <a:spcAft>
                <a:spcPts val="400"/>
              </a:spcAft>
              <a:defRPr sz="1200">
                <a:solidFill>
                  <a:srgbClr val="B4BAAE"/>
                </a:solidFill>
                <a:latin typeface="Aptos"/>
              </a:defRPr>
            </a:pPr>
            <a:r>
              <a:t>2026-07-18 | ed1e4c5e | Adding just light entry to gitignore, by Tlamatini's-AutoBot.</a:t>
            </a:r>
          </a:p>
          <a:p>
            <a:pPr>
              <a:spcAft>
                <a:spcPts val="400"/>
              </a:spcAft>
              <a:defRPr sz="1200">
                <a:solidFill>
                  <a:srgbClr val="B4BAAE"/>
                </a:solidFill>
                <a:latin typeface="Aptos"/>
              </a:defRPr>
            </a:pPr>
            <a:r>
              <a:t>2026-07-18 | c3e81973 | Improving the avatar animation Tier-2, by Tlamatini's-AutoBot.</a:t>
            </a:r>
          </a:p>
          <a:p>
            <a:pPr>
              <a:spcAft>
                <a:spcPts val="400"/>
              </a:spcAft>
              <a:defRPr sz="1200">
                <a:solidFill>
                  <a:srgbClr val="B4BAAE"/>
                </a:solidFill>
                <a:latin typeface="Aptos"/>
              </a:defRPr>
            </a:pPr>
            <a:r>
              <a:t>2026-07-17 | 5adee270 | Improving the avatar animation, by Tlamatini's-AutoBot.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2026-07-17 | aa0662f5 | Implementing a secondary fix about retrys and task abandonement. by Tlamainti's-AutoBot.</a:t>
            </a:r>
          </a:p>
          <a:p>
            <a:pPr>
              <a:spcAft>
                <a:spcPts val="400"/>
              </a:spcAft>
              <a:defRPr sz="1200">
                <a:solidFill>
                  <a:srgbClr val="B4BAAE"/>
                </a:solidFill>
                <a:latin typeface="Aptos"/>
              </a:defRPr>
            </a:pPr>
            <a:r>
              <a:t>2026-07-16 | 5f6ec5a3 | Making Tlamatini speak (no GPU needed) just browser tools TTS Chome/Edge already present, by Tlamatini's-AutoBot.</a:t>
            </a:r>
          </a:p>
          <a:p>
            <a:pPr>
              <a:spcAft>
                <a:spcPts val="400"/>
              </a:spcAft>
              <a:defRPr sz="1200">
                <a:solidFill>
                  <a:srgbClr val="B4BAAE"/>
                </a:solidFill>
                <a:latin typeface="Aptos"/>
              </a:defRPr>
            </a:pPr>
            <a:r>
              <a:t>2026-07-16 | 3d32322a | Image previsualizzation upgrade, by Tlamatini's-AutoBot.</a:t>
            </a:r>
          </a:p>
          <a:p>
            <a:pPr>
              <a:spcAft>
                <a:spcPts val="400"/>
              </a:spcAft>
              <a:defRPr sz="1200">
                <a:solidFill>
                  <a:srgbClr val="B4BAAE"/>
                </a:solidFill>
                <a:latin typeface="Aptos"/>
              </a:defRPr>
            </a:pPr>
            <a:r>
              <a:t>2026-07-16 | c6739970 | Optimizing build to avoid zip&gt;2GB, by angelahack1</a:t>
            </a:r>
          </a:p>
          <a:p>
            <a:pPr>
              <a:spcAft>
                <a:spcPts val="400"/>
              </a:spcAft>
              <a:defRPr sz="1200">
                <a:solidFill>
                  <a:srgbClr val="B4BAAE"/>
                </a:solidFill>
                <a:latin typeface="Aptos"/>
              </a:defRPr>
            </a:pPr>
            <a:r>
              <a:t>2026-07-15 | 4567efad | Some new media files uploaded, by angelahack1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2026-07-20 | 32990fe9 | Improving even more the catalog of Prompts, by angelahack1</a:t>
            </a:r>
          </a:p>
          <a:p>
            <a:pPr>
              <a:spcAft>
                <a:spcPts val="400"/>
              </a:spcAft>
              <a:defRPr sz="1200">
                <a:solidFill>
                  <a:srgbClr val="B4BAAE"/>
                </a:solidFill>
                <a:latin typeface="Aptos"/>
              </a:defRPr>
            </a:pPr>
            <a:r>
              <a:t>2026-07-19 | d9118236 | OOB-shift to Discoverer, Nmapper, and Kalier, by angelahack1</a:t>
            </a:r>
          </a:p>
          <a:p>
            <a:pPr>
              <a:spcAft>
                <a:spcPts val="400"/>
              </a:spcAft>
              <a:defRPr sz="1200">
                <a:solidFill>
                  <a:srgbClr val="B4BAAE"/>
                </a:solidFill>
                <a:latin typeface="Aptos"/>
              </a:defRPr>
            </a:pPr>
            <a:r>
              <a:t>2026-07-18 | ec278cf4 | Very light improvements into multi-service Tlamatini, by angelahack1</a:t>
            </a:r>
          </a:p>
          <a:p>
            <a:pPr>
              <a:spcAft>
                <a:spcPts val="400"/>
              </a:spcAft>
              <a:defRPr sz="1200">
                <a:solidFill>
                  <a:srgbClr val="B4BAAE"/>
                </a:solidFill>
                <a:latin typeface="Aptos"/>
              </a:defRPr>
            </a:pPr>
            <a:r>
              <a:t>2026-07-18 | ed1e4c5e | Adding just light entry to gitignore, by Tlamatini's-AutoBot.</a:t>
            </a:r>
          </a:p>
          <a:p>
            <a:pPr>
              <a:spcAft>
                <a:spcPts val="400"/>
              </a:spcAft>
              <a:defRPr sz="1200">
                <a:solidFill>
                  <a:srgbClr val="B4BAAE"/>
                </a:solidFill>
                <a:latin typeface="Aptos"/>
              </a:defRPr>
            </a:pPr>
            <a:r>
              <a:t>2026-07-18 | c3e81973 | Improving the avatar animation Tier-2, by Tlamatini's-AutoBot.</a:t>
            </a:r>
          </a:p>
          <a:p>
            <a:pPr>
              <a:spcAft>
                <a:spcPts val="400"/>
              </a:spcAft>
              <a:defRPr sz="1200">
                <a:solidFill>
                  <a:srgbClr val="B4BAAE"/>
                </a:solidFill>
                <a:latin typeface="Aptos"/>
              </a:defRPr>
            </a:pPr>
            <a:r>
              <a:t>2026-07-17 | 5adee270 | Improving the avatar animation, by Tlamatini's-AutoBot.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
|-- MessagingConnectorAssistant_Design.md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OOB_shift_reaper-and-NAMU-Design.pdf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ask_execs_regression.py
|       |       |-- cancel_regression.py
|       |       |-- config.py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cyber_watchdog_test.py
|       |       |-- discoverer_1000.py
|       |       |-- mcp_playwright_suite.py
|       |       |-- qualify.py
|       |       |-- questions.py
|       |       |-- README.md
|       |       |-- requirements.txt
|       |       |-- run_test.py
|       |       |-- step_by_step_catalog.py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mypdf2.py
|-- demo_flows/
|   |-- demo1_globber_to_parametrizer_to_zavuerer.flw
|   |-- demo2_apirer_to_parametrizer_to_zavuerer.flw
|   `-- demo3_zavuerer_health_to_parametrizer_to_filecreator.flw
|-- docs/
|   |-- companion-app-discovery.md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.mcps/
    |   `-- create_new_mcp.md
    |-- .skills/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global_state.py
    |   |-- gpu_perf.py
    |   |-- inet_determiner.py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test_agent_manifest.py
    |   |-- test_arduiner_agent.py
    |   |-- test_ask_execs_allowlist.py
    |   |-- test_audioplayer_agent.py
    |   |-- test_blenderer_agent.py
    |   |-- test_build_scripts.py
    |   |-- test_camcorder_agent.py
    |   |-- test_cancellation.py
    |   |-- test_chat_bridge_bots.py
    |   |-- test_chat_history_window.py
    |   |-- test_command_watchdog.py
    |   |-- test_contacts.py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test_crawler_agent.py
    |   |-- test_createsuperuser_wizard.py
    |   |-- test_de_compresser.py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
    |   |-- test_playwrighter_agent.py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test_prompt_catalog_contiguous.py
    |   |-- test_recorder_agent.py
    |   |-- test_self_healing.py
    |   |-- test_self_update.py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LabInEnglish.mp4
    |   |   |-- LabInSpanish.mp4
    |   |   |-- mockup.jpg
    |   |   |-- Modify_the_last_video_keepi.mp4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__init__.py
    |   |-- monitors/
    |   |   `-- monitor_sql.py
    |   |-- opus_client/
    |   |   |-- claude_opus_client.py
    |   |   |-- examples.py
    |   |   `-- README.md
    |   |-- rag/
    |   |   |-- __init__.py
    |   |   |-- config.py
    |   |   |-- factory.py
    |   |   |-- interaction.py
    |   |   |-- interface.py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css/
    |   |       |   |-- access_keys_wizard.css
    |   |       |   |-- agent_page.css
    |   |       |   |-- agentic_control_panel.css
    |   |       |   |-- avatar.css
    |   |       |   |-- contacts_dialog.css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acp-control-buttons.js
    |   |       |   |-- acp-file-io.js
    |   |       |   |-- acp-flow-snapshot.js
    |   |       |   |-- acp-globals.js
    |   |       |   |-- acp-layout.js
    |   |       |   |-- acp-parametrizer-dialog.js
    |   |       |   |-- acp-running-state.js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login.html
    |   |       `-- welcome.html
    |   |-- test_fixtures/
    |   |   `-- talker_orpheus_tokens.txt
    |   `-- TlamatiniSourceCode/
    |       `-- README.md
    |-- DB/
    |   |-- Older/
    |   |   `-- README.md
    |   `-- ToLoad/
    |       `-- README.md
    |-- jd-cli/
    |   |-- jd-cli.bat
    |   `-- jd-cli.jar
    |-- tests_e2e/
    |   |-- oob_child_helper.py
    |   |-- README.md
    |   |-- test_create_flow_visual.py
    |   |-- test_oob_browser_visible.py
    |   |-- test_oob_namu_unit.py
    |   |-- test_self_healing_visual.py
    |   `-- test_voice_visual.py
    `-- tlamatini/
        |-- __init__.py
        |-- asgi.py
        |-- context_processors.py
        |-- logging_filters.py
        |-- middleware.py
        |-- settings.py
        |-- urls.py
        `-- wsgi.py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