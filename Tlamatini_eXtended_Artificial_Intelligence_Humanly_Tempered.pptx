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744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153,486</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20, 2026 09:20 PM UTC-0600 at HEAD ba21c6d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V1.26.5 DOCS, DISCLAIMER, AND EXTERNAL MCPS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latest reachable `v1.26.5` tag and the docs now identify Tlamatini as release 1.26.5, with the live source inventory confirming 82 workflow agents and 89 Multi-Turn tools.</a:t>
            </a:r>
          </a:p>
          <a:p>
            <a:pPr>
              <a:spcAft>
                <a:spcPts val="400"/>
              </a:spcAft>
              <a:defRPr sz="900">
                <a:solidFill>
                  <a:srgbClr val="B4BAAE"/>
                </a:solidFill>
                <a:latin typeface="Aptos"/>
              </a:defRPr>
            </a:pPr>
            <a:r>
              <a:t>This release keeps the `v1.26.0` External MCPs universal-client foundation, then adds the later maintenance wave: improved External MCP input/catalog handling, MCP Doctor enumeration across all active external MCPs, Unrealer parameterization fixes, and new Unreal game-creation demo prompts.</a:t>
            </a:r>
          </a:p>
          <a:p>
            <a:pPr>
              <a:spcAft>
                <a:spcPts val="400"/>
              </a:spcAft>
              <a:defRPr sz="900">
                <a:solidFill>
                  <a:srgbClr val="B4BAAE"/>
                </a:solidFill>
                <a:latin typeface="Aptos"/>
              </a:defRPr>
            </a:pPr>
            <a:r>
              <a:t>README.md and BookOfTlamatini.md now present the project under the MIT License, include the Discord community entry point, keep the strong Agent-directory disclaimer, and remove older count drift around the agent catalog.</a:t>
            </a:r>
          </a:p>
          <a:p>
            <a:pPr>
              <a:spcAft>
                <a:spcPts val="400"/>
              </a:spcAft>
              <a:defRPr sz="900">
                <a:solidFill>
                  <a:srgbClr val="B4BAAE"/>
                </a:solidFill>
                <a:latin typeface="Aptos"/>
              </a:defRPr>
            </a:pPr>
            <a:r>
              <a:t>The practical operator story is broader than a version bump: Create Superuser wizard prompts, FlowCreation backslash handling, Step-by-Step reliability, context-bloat/chat-history windowing, dialog polish, and external MCP JSON cleanup all changed in the same post-dossier span.</a:t>
            </a:r>
          </a:p>
          <a:p>
            <a:pPr>
              <a:spcAft>
                <a:spcPts val="400"/>
              </a:spcAft>
              <a:defRPr sz="900">
                <a:solidFill>
                  <a:srgbClr val="B4BAAE"/>
                </a:solidFill>
                <a:latin typeface="Aptos"/>
              </a:defRPr>
            </a:pPr>
            <a:r>
              <a:t>The resulting PDF/PPTX refresh therefore treats `v1.26.5` as the current product snapshot while preserving the historical context for self-update, media-agent dependency hardening, deterministic file tools, firmware agents, and External MCP usage.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version story is now explicit: the repo resolves to the `v1.26.5` line while carrying forward the External MCPs release, whose defining feature is the universal MCP client (any external MCP server over four transports, the MCP Doctor diagnostic agent, full-surface Multi-Turn tool binding, and Step-by-Step setup mode).</a:t>
            </a:r>
          </a:p>
          <a:p>
            <a:pPr>
              <a:spcAft>
                <a:spcPts val="400"/>
              </a:spcAft>
              <a:defRPr sz="12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200">
                <a:solidFill>
                  <a:srgbClr val="B4BAAE"/>
                </a:solidFill>
                <a:latin typeface="Aptos"/>
              </a:defRPr>
            </a:pPr>
            <a:r>
              <a:t>The resulting narrative now also matches the new Agent-directory disclaimer, making the plain-Python user-responsibility boundary visible in both the PDF and the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MIT, CATALOG, EXTERNAL MCP, MCP DOCTOR, AND UNREALER FIXES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v1.26.5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tag `v1.26.5`; HEAD documentation updates keep README.md, BookOfTlamatini.md, badges, and generated dossiers aligned to 1.26.5.</a:t>
            </a:r>
          </a:p>
          <a:p>
            <a:pPr>
              <a:spcAft>
                <a:spcPts val="400"/>
              </a:spcAft>
              <a:defRPr sz="1100">
                <a:solidFill>
                  <a:srgbClr val="B4BAAE"/>
                </a:solidFill>
                <a:latin typeface="Aptos"/>
              </a:defRPr>
            </a:pPr>
            <a:r>
              <a:t>Policy/community: `LICENSE` and the handbook now describe MIT licensing, and README/Book expose the Discord invite as the public community/support path.</a:t>
            </a:r>
          </a:p>
          <a:p>
            <a:pPr>
              <a:spcAft>
                <a:spcPts val="400"/>
              </a:spcAft>
              <a:defRPr sz="1100">
                <a:solidFill>
                  <a:srgbClr val="B4BAAE"/>
                </a:solidFill>
                <a:latin typeface="Aptos"/>
              </a:defRPr>
            </a:pPr>
            <a:r>
              <a:t>Catalog correction: the source and docs now converge on 82 workflow agents, 57 wrapped chat-agent tools, 20 core Python tools, 12 ACPX/Skill tools, and 89 total Multi-Turn tools.</a:t>
            </a:r>
          </a:p>
          <a:p>
            <a:pPr>
              <a:spcAft>
                <a:spcPts val="400"/>
              </a:spcAft>
              <a:defRPr sz="1100">
                <a:solidFill>
                  <a:srgbClr val="B4BAAE"/>
                </a:solidFill>
                <a:latin typeface="Aptos"/>
              </a:defRPr>
            </a:pPr>
            <a:r>
              <a:t>External MCP maintenance: `external_mcp_manager.py` and `external_mcps.json` were cleaned and tightened, while MCP Doctor now lists every active external MCP instead of just the first one.</a:t>
            </a:r>
          </a:p>
          <a:p>
            <a:pPr>
              <a:spcAft>
                <a:spcPts val="400"/>
              </a:spcAft>
              <a:defRPr sz="1100">
                <a:solidFill>
                  <a:srgbClr val="B4BAAE"/>
                </a:solidFill>
                <a:latin typeface="Aptos"/>
              </a:defRPr>
            </a:pPr>
            <a:r>
              <a:t>Unrealer and prompt assets: Unrealer parameter handling was corrected and the new Unreal game-demo prompt wave was seeded through migrations.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`0145` and `0146` seed and update the Create Superuser wizard prompt path.</a:t>
            </a:r>
          </a:p>
          <a:p>
            <a:pPr>
              <a:spcAft>
                <a:spcPts val="400"/>
              </a:spcAft>
              <a:defRPr sz="1200">
                <a:solidFill>
                  <a:srgbClr val="B4BAAE"/>
                </a:solidFill>
                <a:latin typeface="Aptos"/>
              </a:defRPr>
            </a:pPr>
            <a:r>
              <a:t>`0147` adds Unreal game-demo prompt seeds so Unrealer has a richer guided showcase.</a:t>
            </a:r>
          </a:p>
          <a:p>
            <a:pPr>
              <a:spcAft>
                <a:spcPts val="400"/>
              </a:spcAft>
              <a:defRPr sz="1200">
                <a:solidFill>
                  <a:srgbClr val="B4BAAE"/>
                </a:solidFill>
                <a:latin typeface="Aptos"/>
              </a:defRPr>
            </a:pPr>
            <a:r>
              <a:t>`test_chat_history_window.py` and `test_createsuperuser_wizard.py` cover context-window and wizard behavior.</a:t>
            </a:r>
          </a:p>
          <a:p>
            <a:pPr>
              <a:spcAft>
                <a:spcPts val="400"/>
              </a:spcAft>
              <a:defRPr sz="1200">
                <a:solidFill>
                  <a:srgbClr val="B4BAAE"/>
                </a:solidFill>
                <a:latin typeface="Aptos"/>
              </a:defRPr>
            </a:pPr>
            <a:r>
              <a:t>`external_mcps.json`, External MCP UI files, tools, and prompt templates were cleaned or retuned alongside README/Book updates.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`v1.26.5` wave adds or updates concrete assets too: `LICENSE` now reflects MIT adoption, `agent/external_mcp_manager.py` and `agent/external_mcps.json` carry the External MCP cleanup, `agent/agents/mcp_doctor/mcp_doctor.py` handles active-server enumeration, and the `0145`-`0147` migrations seed Create Superuser wizard and Unreal game-demo prompts.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82</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89 Multi-Turn tools, 12 ACPX tools, and 27 skills.</a:t>
            </a:r>
          </a:p>
          <a:p>
            <a:pPr>
              <a:spcAft>
                <a:spcPts val="400"/>
              </a:spcAft>
              <a:defRPr sz="1000">
                <a:solidFill>
                  <a:srgbClr val="B4BAAE"/>
                </a:solidFill>
                <a:latin typeface="Aptos"/>
              </a:defRPr>
            </a:pPr>
            <a:r>
              <a:t>Source inspection confirms the total: 57 distinct wrapped chat-agent tools bound from `chat_agent_registry.py`, which combines with 20 core Python tools and 12 ACPX/Skill tools for 89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`v1.26.0` release state keeps the version badge, runtime surfaces, self-knowledge wording, STM32er/ESP32er demo prompts, and operator handbook aligned.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1.26.5 | build: 1.26.5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744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8</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ba21c6d - Update to 1.26.5 in every docs, by angelahack1</a:t>
            </a:r>
          </a:p>
          <a:p>
            <a:pPr>
              <a:spcAft>
                <a:spcPts val="400"/>
              </a:spcAft>
              <a:defRPr sz="1500">
                <a:solidFill>
                  <a:srgbClr val="B4BAAE"/>
                </a:solidFill>
                <a:latin typeface="Aptos"/>
              </a:defRPr>
            </a:pPr>
            <a:r>
              <a:t>Resolved version: 1.26.5 (git)</a:t>
            </a:r>
          </a:p>
          <a:p>
            <a:pPr>
              <a:spcAft>
                <a:spcPts val="400"/>
              </a:spcAft>
              <a:defRPr sz="1500">
                <a:solidFill>
                  <a:srgbClr val="B4BAAE"/>
                </a:solidFill>
                <a:latin typeface="Aptos"/>
              </a:defRPr>
            </a:pPr>
            <a:r>
              <a:t>Generated on June 20, 2026 09:20 PM UTC-0600</a:t>
            </a:r>
          </a:p>
          <a:p>
            <a:pPr>
              <a:spcAft>
                <a:spcPts val="400"/>
              </a:spcAft>
              <a:defRPr sz="1500">
                <a:solidFill>
                  <a:srgbClr val="B4BAAE"/>
                </a:solidFill>
                <a:latin typeface="Aptos"/>
              </a:defRPr>
            </a:pPr>
            <a:r>
              <a:t>Inventory scope: 744 files = 744 tracked + 0 git-unignored working-tree additions</a:t>
            </a:r>
          </a:p>
          <a:p>
            <a:pPr>
              <a:spcAft>
                <a:spcPts val="400"/>
              </a:spcAft>
              <a:defRPr sz="1500">
                <a:solidFill>
                  <a:srgbClr val="B4BAAE"/>
                </a:solidFill>
                <a:latin typeface="Aptos"/>
              </a:defRPr>
            </a:pPr>
            <a:r>
              <a:t>Multi-Turn tools: 89; wrapped chat-agent tools: 57; skills: 27</a:t>
            </a:r>
          </a:p>
          <a:p>
            <a:pPr>
              <a:spcAft>
                <a:spcPts val="400"/>
              </a:spcAft>
              <a:defRPr sz="1500">
                <a:solidFill>
                  <a:srgbClr val="B4BAAE"/>
                </a:solidFill>
                <a:latin typeface="Aptos"/>
              </a:defRPr>
            </a:pPr>
            <a:r>
              <a:t>Python requirements: 79; authoritative agent-description rows: 82</a:t>
            </a:r>
          </a:p>
          <a:p>
            <a:pPr>
              <a:spcAft>
                <a:spcPts val="400"/>
              </a:spcAft>
              <a:defRPr sz="1500">
                <a:solidFill>
                  <a:srgbClr val="B4BAAE"/>
                </a:solidFill>
                <a:latin typeface="Aptos"/>
              </a:defRPr>
            </a:pPr>
            <a:r>
              <a:t>Binary or asset inventory files skipped from line count: 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090ad13 on 2026-06-19</a:t>
            </a:r>
          </a:p>
          <a:p>
            <a:pPr>
              <a:spcAft>
                <a:spcPts val="400"/>
              </a:spcAft>
              <a:defRPr sz="1300">
                <a:solidFill>
                  <a:srgbClr val="B4BAAE"/>
                </a:solidFill>
                <a:latin typeface="Aptos"/>
              </a:defRPr>
            </a:pPr>
            <a:r>
              <a:t>Updating visual assets, by angelahack1</a:t>
            </a:r>
          </a:p>
          <a:p>
            <a:pPr>
              <a:spcAft>
                <a:spcPts val="400"/>
              </a:spcAft>
              <a:defRPr sz="1300">
                <a:solidFill>
                  <a:srgbClr val="B4BAAE"/>
                </a:solidFill>
                <a:latin typeface="Aptos"/>
              </a:defRPr>
            </a:pPr>
            <a:r>
              <a:t>Commits since then: 18</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to `v1.26.5`: the handbook and README now carry the MIT license identity, Discord invite, corrected 82-agent catalog, and the updated External MCP/MCP Doctor/Unrealer maintenance story.</a:t>
            </a:r>
          </a:p>
          <a:p>
            <a:pPr>
              <a:spcAft>
                <a:spcPts val="400"/>
              </a:spcAft>
              <a:defRPr sz="900">
                <a:solidFill>
                  <a:srgbClr val="B4BAAE"/>
                </a:solidFill>
                <a:latin typeface="Aptos"/>
              </a:defRPr>
            </a:pPr>
            <a:r>
              <a:t>The post-baseline implementation delta includes improved External MCP input/catalog handling, MCP Doctor enumeration across all active external MCPs, Unrealer parameterization fixes, seeded Unreal game-demo prompts, Create Superuser wizard prompt migrations, FlowCreation backslash behavior fixes, Step-by-Step polish, and context-bloat/chat-history windowing work.</a:t>
            </a:r>
          </a:p>
          <a:p>
            <a:pPr>
              <a:spcAft>
                <a:spcPts val="400"/>
              </a:spcAft>
              <a:defRPr sz="900">
                <a:solidFill>
                  <a:srgbClr val="B4BAAE"/>
                </a:solidFill>
                <a:latin typeface="Aptos"/>
              </a:defRPr>
            </a:pPr>
            <a:r>
              <a:t>The broader `v1.26.x` line still centers on the External MCPs universal client: four transports, the MCP Doctor agent, full-surface Multi-Turn tool binding, and Step-by-Step setup layered on top of the ESPHomer firmware lane.</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latest versioning/documentation commits move the source-of-truth product story to the `v1.26.5` line: the External MCPs universal client remains the headline runtime capability, and the new Agent-directory disclaimer now makes the user-jurisdiction boundary explicit beside the current 82-agent / 89-tool runtime surface.</a:t>
            </a:r>
          </a:p>
          <a:p>
            <a:pPr>
              <a:spcAft>
                <a:spcPts val="400"/>
              </a:spcAft>
              <a:defRPr sz="900">
                <a:solidFill>
                  <a:srgbClr val="B4BAAE"/>
                </a:solidFill>
                <a:latin typeface="Aptos"/>
              </a:defRPr>
            </a:pPr>
            <a:r>
              <a:t>Unrealer advanced substantially too: the docs now point at the public `XAIHT/XaihtUnrealEngineMCP` fork and the full 53-command Unreal MCP surface, with new demos and better parameter-path guidance.</a:t>
            </a:r>
          </a:p>
          <a:p>
            <a:pPr>
              <a:spcAft>
                <a:spcPts val="400"/>
              </a:spcAft>
              <a:defRPr sz="9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(v1.26.5): the latest tag now resolves the product to `1.26.5` across VERSIONING.md, release-folder naming, the About dialog story, startup banner wording, and `/agent/version/` expectations; v1.26.0's defining feature is the External MCPs universal client (plus the MCP Doctor diagnostic agent, full-surface Multi-Turn tool binding, and Step-by-Step setup mode).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v1.26.0):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v1.26.0):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89 Multi-Turn tools (57 wrapped chat-agent + 12 ACPX/Skill + 20 core), with 27 skills.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153,486</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210,939</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406     109,904    154,342  71.6%
Markdown                 148      17,461     22,061  11.4%
JavaScript                30      15,182     18,969   9.9%
CSS                        8       5,020      6,289   3.3%
YAML                      88       1,777      4,486   1.2%
HTML                       4         961        979   0.6%
Prompt template            2         883        995   0.6%
PowerShell                 6         672        987   0.4%
JSON                       9         551        551   0.4%
JavaScript module          1         412        481   0.3%
Other text                 7         376        455   0.2%
Text                       7         252        282   0.2%
Protocol Buffers           1          20         33   0.0%
Batch                      1          15         29   0.0%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8,132  11,824
Tlamatini/agent/tests.py                                Python         5,393   6,979
Tlamatini/agent/doc_generation/complete_project_docs.py Python         2,834   3,178
Tlamatini/agent/tools.py                                Python         2,823   4,136
BookOfTlamatini.md                                      Markdown       2,406   3,415
Tlamatini/agent/agents/flowcreator/agentic_skill.md     Markdown       2,236   2,467
...ini/agent/static/agent/css/agentic_control_panel.css CSS            2,014   2,678
Tlamatini/agent/external_mcp_manager.py                 Python         1,810   2,204
Tlamatini/agent/static/agent/css/agent_page.css         CSS            1,588   1,957
Tlamatini/agent/chat_agent_registry.py                  Python         1,516   1,544
Tlamatini/agent/static/agent/js/agent_page_chat.js      JavaScript     1,471   2,009
Tlamatini/agent/static/agent/js/acp-agent-connectors.js JavaScript     1,469   1,629
Tlamatini/agent/static/agent/js/agent_page_init.js      JavaScript     1,460   1,713
Tlamatini/agent/static/agent/js/acp-canvas-core.js      JavaScript     1,365   1,675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`v1.26.5`: README, BookOfTlamatini, and the version surfaces identify the project as 1.26.5, with the license moved to MIT, the public Discord invite added, the live catalog corrected to 82 workflow agents, and the External MCP/MCP Doctor/Unrealer maintenance wave folded into the documentation.</a:t>
            </a:r>
          </a:p>
          <a:p>
            <a:pPr>
              <a:spcAft>
                <a:spcPts val="400"/>
              </a:spcAft>
              <a:defRPr sz="900">
                <a:solidFill>
                  <a:srgbClr val="B4BAAE"/>
                </a:solidFill>
                <a:latin typeface="Aptos"/>
              </a:defRPr>
            </a:pPr>
            <a:r>
              <a:t>The `v1.26.5` code changes are maintenance-heavy but operator-visible: External MCP input handling and catalog cleanup were improved, MCP Doctor now enumerates all active external MCPs instead of stopping at the first, Unrealer parameterization was fixed, and a new Unreal game-creation prompt was seeded for guided demos.</a:t>
            </a:r>
          </a:p>
          <a:p>
            <a:pPr>
              <a:spcAft>
                <a:spcPts val="400"/>
              </a:spcAft>
              <a:defRPr sz="900">
                <a:solidFill>
                  <a:srgbClr val="B4BAAE"/>
                </a:solidFill>
                <a:latin typeface="Aptos"/>
              </a:defRPr>
            </a:pPr>
            <a:r>
              <a:t>The current Git window still carries the `v1.26.0` External MCP baseline forward: a config-driven universal client connects to external MCP servers over stdio, streamable HTTP, SSE, or WebSocket, with MCP Doctor diagnostics, full-surface Multi-Turn tool binding, and Step-by-Step setup layered on top of the earlier ESPHomer firmware lane.</a:t>
            </a:r>
          </a:p>
          <a:p>
            <a:pPr>
              <a:spcAft>
                <a:spcPts val="400"/>
              </a:spcAft>
              <a:defRPr sz="900">
                <a:solidFill>
                  <a:srgbClr val="B4BAAE"/>
                </a:solidFill>
                <a:latin typeface="Aptos"/>
              </a:defRPr>
            </a:pPr>
            <a:r>
              <a:t>The latest handbook pass on June 19, 2026 shifts the emphasis from release bragging to operator onboarding: BookOfTlamatini now opens with an easy-follow five-step setup path (install Tlamatini, install/sign in to Ollama, pull models, configure the app, start using Multi-Turn only when needed), and it adds first-run configuration screenshots plus a clearer local-vs-remote Ollama-token rule.</a:t>
            </a:r>
          </a:p>
          <a:p>
            <a:pPr>
              <a:spcAft>
                <a:spcPts val="400"/>
              </a:spcAft>
              <a:defRPr sz="900">
                <a:solidFill>
                  <a:srgbClr val="B4BAAE"/>
                </a:solidFill>
                <a:latin typeface="Aptos"/>
              </a:defRPr>
            </a:pPr>
            <a:r>
              <a:t>The documentation now carries a clear Agent-directory disclaimer: workflow agents under `Tlamatini/agent/agents/` are plain-Python user-jurisdiction code, so the user who enables, edits, configures, chains, or runs them is responsible for their security boundary, credentials, targets, and downstream effects.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the `v1.26.5` line, which matters here because the dossier must reflect the live MIT license, Discord community link, 82-agent / 89-tool inventory, and the Agent-directory responsibility boundary instead of older public badges or stale prose.</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ba21c6d | Update to 1.26.5 in every docs, by angelahack1</a:t>
            </a:r>
          </a:p>
          <a:p>
            <a:pPr>
              <a:spcAft>
                <a:spcPts val="400"/>
              </a:spcAft>
              <a:defRPr sz="1200">
                <a:solidFill>
                  <a:srgbClr val="B4BAAE"/>
                </a:solidFill>
                <a:latin typeface="Aptos"/>
              </a:defRPr>
            </a:pPr>
            <a:r>
              <a:t>2026-06-20 | 06a0087 | Some new Unrealer game creation prompt!!!, by Tlamatini's-AutoBot.</a:t>
            </a:r>
          </a:p>
          <a:p>
            <a:pPr>
              <a:spcAft>
                <a:spcPts val="400"/>
              </a:spcAft>
              <a:defRPr sz="1200">
                <a:solidFill>
                  <a:srgbClr val="B4BAAE"/>
                </a:solidFill>
                <a:latin typeface="Aptos"/>
              </a:defRPr>
            </a:pPr>
            <a:r>
              <a:t>2026-06-20 | 2002aab | Fix the unrealer parametrization 2, by angelahack1</a:t>
            </a:r>
          </a:p>
          <a:p>
            <a:pPr>
              <a:spcAft>
                <a:spcPts val="400"/>
              </a:spcAft>
              <a:defRPr sz="1200">
                <a:solidFill>
                  <a:srgbClr val="B4BAAE"/>
                </a:solidFill>
                <a:latin typeface="Aptos"/>
              </a:defRPr>
            </a:pPr>
            <a:r>
              <a:t>2026-06-20 | 6515532 | Fix the unrealer parametrization, by angelahack1</a:t>
            </a:r>
          </a:p>
          <a:p>
            <a:pPr>
              <a:spcAft>
                <a:spcPts val="400"/>
              </a:spcAft>
              <a:defRPr sz="1200">
                <a:solidFill>
                  <a:srgbClr val="B4BAAE"/>
                </a:solidFill>
                <a:latin typeface="Aptos"/>
              </a:defRPr>
            </a:pPr>
            <a:r>
              <a:t>2026-06-20 | d550369 | Fix on tools wrapper for Unrelaer, by angelahack1</a:t>
            </a:r>
          </a:p>
          <a:p>
            <a:pPr>
              <a:spcAft>
                <a:spcPts val="400"/>
              </a:spcAft>
              <a:defRPr sz="1200">
                <a:solidFill>
                  <a:srgbClr val="B4BAAE"/>
                </a:solidFill>
                <a:latin typeface="Aptos"/>
              </a:defRPr>
            </a:pPr>
            <a:r>
              <a:t>2026-06-20 | 2f94dbe | Narrowing the files to open in agent_page.html, by angelahack1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bb7cb55 | Fixing the format config keys, by angelahack1</a:t>
            </a:r>
          </a:p>
          <a:p>
            <a:pPr>
              <a:spcAft>
                <a:spcPts val="400"/>
              </a:spcAft>
              <a:defRPr sz="1200">
                <a:solidFill>
                  <a:srgbClr val="B4BAAE"/>
                </a:solidFill>
                <a:latin typeface="Aptos"/>
              </a:defRPr>
            </a:pPr>
            <a:r>
              <a:t>2026-06-20 | ed96dd0 | Improved the External MCP income, by angelahack1</a:t>
            </a:r>
          </a:p>
          <a:p>
            <a:pPr>
              <a:spcAft>
                <a:spcPts val="400"/>
              </a:spcAft>
              <a:defRPr sz="1200">
                <a:solidFill>
                  <a:srgbClr val="B4BAAE"/>
                </a:solidFill>
                <a:latin typeface="Aptos"/>
              </a:defRPr>
            </a:pPr>
            <a:r>
              <a:t>2026-06-20 | e5b4985 | Swapping to MIT License for Maximal adoption, by angelahack1</a:t>
            </a:r>
          </a:p>
          <a:p>
            <a:pPr>
              <a:spcAft>
                <a:spcPts val="400"/>
              </a:spcAft>
              <a:defRPr sz="1200">
                <a:solidFill>
                  <a:srgbClr val="B4BAAE"/>
                </a:solidFill>
                <a:latin typeface="Aptos"/>
              </a:defRPr>
            </a:pPr>
            <a:r>
              <a:t>2026-06-20 | 5eeb53f | Fixing MCP-Doctor to list all th active external mcps, not just the first, by angelahack1</a:t>
            </a:r>
          </a:p>
          <a:p>
            <a:pPr>
              <a:spcAft>
                <a:spcPts val="400"/>
              </a:spcAft>
              <a:defRPr sz="1200">
                <a:solidFill>
                  <a:srgbClr val="B4BAAE"/>
                </a:solidFill>
                <a:latin typeface="Aptos"/>
              </a:defRPr>
            </a:pPr>
            <a:r>
              <a:t>2026-06-20 | d03d2f6 | Documenting recent fexs, of backslash bahaviour on FlowCreation from agent_page.html, by Tlamatini's-AutoBot.</a:t>
            </a:r>
          </a:p>
          <a:p>
            <a:pPr>
              <a:spcAft>
                <a:spcPts val="400"/>
              </a:spcAft>
              <a:defRPr sz="1200">
                <a:solidFill>
                  <a:srgbClr val="B4BAAE"/>
                </a:solidFill>
                <a:latin typeface="Aptos"/>
              </a:defRPr>
            </a:pPr>
            <a:r>
              <a:t>2026-06-20 | fede578 | Fixing backslash bahaviour on FlowCreation from agent_page.html, by Tlamatini's-AutoBot.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a6203f9 | Fixing the drift of number of agents, by angelahack1.</a:t>
            </a:r>
          </a:p>
          <a:p>
            <a:pPr>
              <a:spcAft>
                <a:spcPts val="400"/>
              </a:spcAft>
              <a:defRPr sz="1200">
                <a:solidFill>
                  <a:srgbClr val="B4BAAE"/>
                </a:solidFill>
                <a:latin typeface="Aptos"/>
              </a:defRPr>
            </a:pPr>
            <a:r>
              <a:t>2026-06-20 | ec79710 | Erasing som external MCPs trash from external json, by angelahack1</a:t>
            </a:r>
          </a:p>
          <a:p>
            <a:pPr>
              <a:spcAft>
                <a:spcPts val="400"/>
              </a:spcAft>
              <a:defRPr sz="1200">
                <a:solidFill>
                  <a:srgbClr val="B4BAAE"/>
                </a:solidFill>
                <a:latin typeface="Aptos"/>
              </a:defRPr>
            </a:pPr>
            <a:r>
              <a:t>2026-06-20 | a286652 | Adding our discord invite, by angelahack1</a:t>
            </a:r>
          </a:p>
          <a:p>
            <a:pPr>
              <a:spcAft>
                <a:spcPts val="400"/>
              </a:spcAft>
              <a:defRPr sz="1200">
                <a:solidFill>
                  <a:srgbClr val="B4BAAE"/>
                </a:solidFill>
                <a:latin typeface="Aptos"/>
              </a:defRPr>
            </a:pPr>
            <a:r>
              <a:t>2026-06-19 | 83c6e0a | Fixing possible context bloat, by angelahack1</a:t>
            </a:r>
          </a:p>
          <a:p>
            <a:pPr>
              <a:spcAft>
                <a:spcPts val="400"/>
              </a:spcAft>
              <a:defRPr sz="1200">
                <a:solidFill>
                  <a:srgbClr val="B4BAAE"/>
                </a:solidFill>
                <a:latin typeface="Aptos"/>
              </a:defRPr>
            </a:pPr>
            <a:r>
              <a:t>2026-06-19 | a8502f7 | Patching the Step-by-Step mechanism, by angelahack1</a:t>
            </a:r>
          </a:p>
          <a:p>
            <a:pPr>
              <a:spcAft>
                <a:spcPts val="400"/>
              </a:spcAft>
              <a:defRPr sz="1200">
                <a:solidFill>
                  <a:srgbClr val="B4BAAE"/>
                </a:solidFill>
                <a:latin typeface="Aptos"/>
              </a:defRPr>
            </a:pPr>
            <a:r>
              <a:t>2026-06-19 | 1df0ef9 | Just making sure some garbage is thrown, by angelahack1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ba21c6d | Update to 1.26.5 in every docs, by angelahack1</a:t>
            </a:r>
          </a:p>
          <a:p>
            <a:pPr>
              <a:spcAft>
                <a:spcPts val="400"/>
              </a:spcAft>
              <a:defRPr sz="1200">
                <a:solidFill>
                  <a:srgbClr val="B4BAAE"/>
                </a:solidFill>
                <a:latin typeface="Aptos"/>
              </a:defRPr>
            </a:pPr>
            <a:r>
              <a:t>2026-06-20 | 06a0087 | Some new Unrealer game creation prompt!!!, by Tlamatini's-AutoBot.</a:t>
            </a:r>
          </a:p>
          <a:p>
            <a:pPr>
              <a:spcAft>
                <a:spcPts val="400"/>
              </a:spcAft>
              <a:defRPr sz="1200">
                <a:solidFill>
                  <a:srgbClr val="B4BAAE"/>
                </a:solidFill>
                <a:latin typeface="Aptos"/>
              </a:defRPr>
            </a:pPr>
            <a:r>
              <a:t>2026-06-20 | 2002aab | Fix the unrealer parametrization 2, by angelahack1</a:t>
            </a:r>
          </a:p>
          <a:p>
            <a:pPr>
              <a:spcAft>
                <a:spcPts val="400"/>
              </a:spcAft>
              <a:defRPr sz="1200">
                <a:solidFill>
                  <a:srgbClr val="B4BAAE"/>
                </a:solidFill>
                <a:latin typeface="Aptos"/>
              </a:defRPr>
            </a:pPr>
            <a:r>
              <a:t>2026-06-20 | 6515532 | Fix the unrealer parametrization, by angelahack1</a:t>
            </a:r>
          </a:p>
          <a:p>
            <a:pPr>
              <a:spcAft>
                <a:spcPts val="400"/>
              </a:spcAft>
              <a:defRPr sz="1200">
                <a:solidFill>
                  <a:srgbClr val="B4BAAE"/>
                </a:solidFill>
                <a:latin typeface="Aptos"/>
              </a:defRPr>
            </a:pPr>
            <a:r>
              <a:t>2026-06-20 | d550369 | Fix on tools wrapper for Unrelaer, by angelahack1</a:t>
            </a:r>
          </a:p>
          <a:p>
            <a:pPr>
              <a:spcAft>
                <a:spcPts val="400"/>
              </a:spcAft>
              <a:defRPr sz="1200">
                <a:solidFill>
                  <a:srgbClr val="B4BAAE"/>
                </a:solidFill>
                <a:latin typeface="Aptos"/>
              </a:defRPr>
            </a:pPr>
            <a:r>
              <a:t>2026-06-20 | 2f94dbe | Narrowing the files to open in agent_page.html, by angelahack1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bb7cb55 | Fixing the format config keys, by angelahack1</a:t>
            </a:r>
          </a:p>
          <a:p>
            <a:pPr>
              <a:spcAft>
                <a:spcPts val="400"/>
              </a:spcAft>
              <a:defRPr sz="1200">
                <a:solidFill>
                  <a:srgbClr val="B4BAAE"/>
                </a:solidFill>
                <a:latin typeface="Aptos"/>
              </a:defRPr>
            </a:pPr>
            <a:r>
              <a:t>2026-06-20 | ed96dd0 | Improved the External MCP income, by angelahack1</a:t>
            </a:r>
          </a:p>
          <a:p>
            <a:pPr>
              <a:spcAft>
                <a:spcPts val="400"/>
              </a:spcAft>
              <a:defRPr sz="1200">
                <a:solidFill>
                  <a:srgbClr val="B4BAAE"/>
                </a:solidFill>
                <a:latin typeface="Aptos"/>
              </a:defRPr>
            </a:pPr>
            <a:r>
              <a:t>2026-06-20 | e5b4985 | Swapping to MIT License for Maximal adoption, by angelahack1</a:t>
            </a:r>
          </a:p>
          <a:p>
            <a:pPr>
              <a:spcAft>
                <a:spcPts val="400"/>
              </a:spcAft>
              <a:defRPr sz="1200">
                <a:solidFill>
                  <a:srgbClr val="B4BAAE"/>
                </a:solidFill>
                <a:latin typeface="Aptos"/>
              </a:defRPr>
            </a:pPr>
            <a:r>
              <a:t>2026-06-20 | 5eeb53f | Fixing MCP-Doctor to list all th active external mcps, not just the first, by angelahack1</a:t>
            </a:r>
          </a:p>
          <a:p>
            <a:pPr>
              <a:spcAft>
                <a:spcPts val="400"/>
              </a:spcAft>
              <a:defRPr sz="1200">
                <a:solidFill>
                  <a:srgbClr val="B4BAAE"/>
                </a:solidFill>
                <a:latin typeface="Aptos"/>
              </a:defRPr>
            </a:pPr>
            <a:r>
              <a:t>2026-06-20 | d03d2f6 | Documenting recent fexs, of backslash bahaviour on FlowCreation from agent_page.html, by Tlamatini's-AutoBot.</a:t>
            </a:r>
          </a:p>
          <a:p>
            <a:pPr>
              <a:spcAft>
                <a:spcPts val="400"/>
              </a:spcAft>
              <a:defRPr sz="1200">
                <a:solidFill>
                  <a:srgbClr val="B4BAAE"/>
                </a:solidFill>
                <a:latin typeface="Aptos"/>
              </a:defRPr>
            </a:pPr>
            <a:r>
              <a:t>2026-06-20 | fede578 | Fixing backslash bahaviour on FlowCreation from agent_page.html, by Tlamatini's-AutoBot.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a6203f9 | Fixing the drift of number of agents, by angelahack1.</a:t>
            </a:r>
          </a:p>
          <a:p>
            <a:pPr>
              <a:spcAft>
                <a:spcPts val="400"/>
              </a:spcAft>
              <a:defRPr sz="1200">
                <a:solidFill>
                  <a:srgbClr val="B4BAAE"/>
                </a:solidFill>
                <a:latin typeface="Aptos"/>
              </a:defRPr>
            </a:pPr>
            <a:r>
              <a:t>2026-06-20 | ec79710 | Erasing som external MCPs trash from external json, by angelahack1</a:t>
            </a:r>
          </a:p>
          <a:p>
            <a:pPr>
              <a:spcAft>
                <a:spcPts val="400"/>
              </a:spcAft>
              <a:defRPr sz="1200">
                <a:solidFill>
                  <a:srgbClr val="B4BAAE"/>
                </a:solidFill>
                <a:latin typeface="Aptos"/>
              </a:defRPr>
            </a:pPr>
            <a:r>
              <a:t>2026-06-20 | a286652 | Adding our discord invite, by angelahack1</a:t>
            </a:r>
          </a:p>
          <a:p>
            <a:pPr>
              <a:spcAft>
                <a:spcPts val="400"/>
              </a:spcAft>
              <a:defRPr sz="1200">
                <a:solidFill>
                  <a:srgbClr val="B4BAAE"/>
                </a:solidFill>
                <a:latin typeface="Aptos"/>
              </a:defRPr>
            </a:pPr>
            <a:r>
              <a:t>2026-06-19 | 83c6e0a | Fixing possible context bloat, by angelahack1</a:t>
            </a:r>
          </a:p>
          <a:p>
            <a:pPr>
              <a:spcAft>
                <a:spcPts val="400"/>
              </a:spcAft>
              <a:defRPr sz="1200">
                <a:solidFill>
                  <a:srgbClr val="B4BAAE"/>
                </a:solidFill>
                <a:latin typeface="Aptos"/>
              </a:defRPr>
            </a:pPr>
            <a:r>
              <a:t>2026-06-19 | a8502f7 | Patching the Step-by-Step mechanism, by angelahack1</a:t>
            </a:r>
          </a:p>
          <a:p>
            <a:pPr>
              <a:spcAft>
                <a:spcPts val="400"/>
              </a:spcAft>
              <a:defRPr sz="1200">
                <a:solidFill>
                  <a:srgbClr val="B4BAAE"/>
                </a:solidFill>
                <a:latin typeface="Aptos"/>
              </a:defRPr>
            </a:pPr>
            <a:r>
              <a:t>2026-06-19 | 1df0ef9 | Just making sure some garbage is thrown, by angelahack1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090ad13 | Updating visual assets, by angelahack1</a:t>
            </a:r>
          </a:p>
          <a:p>
            <a:pPr>
              <a:spcAft>
                <a:spcPts val="400"/>
              </a:spcAft>
              <a:defRPr sz="1200">
                <a:solidFill>
                  <a:srgbClr val="B4BAAE"/>
                </a:solidFill>
                <a:latin typeface="Aptos"/>
              </a:defRPr>
            </a:pPr>
            <a:r>
              <a:t>2026-06-19 | 12f071a | Some fixes on front-end, parsed by Codex, by Tlamatini's-AutoBot.</a:t>
            </a:r>
          </a:p>
          <a:p>
            <a:pPr>
              <a:spcAft>
                <a:spcPts val="400"/>
              </a:spcAft>
              <a:defRPr sz="1200">
                <a:solidFill>
                  <a:srgbClr val="B4BAAE"/>
                </a:solidFill>
                <a:latin typeface="Aptos"/>
              </a:defRPr>
            </a:pPr>
            <a:r>
              <a:t>2026-06-19 | 3e3ba78 | Added the disclaimer on agents, by angelahack1</a:t>
            </a:r>
          </a:p>
          <a:p>
            <a:pPr>
              <a:spcAft>
                <a:spcPts val="400"/>
              </a:spcAft>
              <a:defRPr sz="1200">
                <a:solidFill>
                  <a:srgbClr val="B4BAAE"/>
                </a:solidFill>
                <a:latin typeface="Aptos"/>
              </a:defRPr>
            </a:pPr>
            <a:r>
              <a:t>2026-06-19 | 2702e60 | Fixing External Mcps dialog, by Codex, and Tlamatini's-AutoBot.</a:t>
            </a:r>
          </a:p>
          <a:p>
            <a:pPr>
              <a:spcAft>
                <a:spcPts val="400"/>
              </a:spcAft>
              <a:defRPr sz="1200">
                <a:solidFill>
                  <a:srgbClr val="B4BAAE"/>
                </a:solidFill>
                <a:latin typeface="Aptos"/>
              </a:defRPr>
            </a:pPr>
            <a:r>
              <a:t>2026-06-19 | 041c074 | Updating visual documentation, by Tlamatini's-AutoBot.</a:t>
            </a:r>
          </a:p>
          <a:p>
            <a:pPr>
              <a:spcAft>
                <a:spcPts val="400"/>
              </a:spcAft>
              <a:defRPr sz="1200">
                <a:solidFill>
                  <a:srgbClr val="B4BAAE"/>
                </a:solidFill>
                <a:latin typeface="Aptos"/>
              </a:defRPr>
            </a:pPr>
            <a:r>
              <a:t>2026-06-19 | d6a11b3 | Fixing the ollama token stuff in docs.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6903e12 | Making clearer the installation/use steps.</a:t>
            </a:r>
          </a:p>
          <a:p>
            <a:pPr>
              <a:spcAft>
                <a:spcPts val="400"/>
              </a:spcAft>
              <a:defRPr sz="1200">
                <a:solidFill>
                  <a:srgbClr val="B4BAAE"/>
                </a:solidFill>
                <a:latin typeface="Aptos"/>
              </a:defRPr>
            </a:pPr>
            <a:r>
              <a:t>2026-06-19 | af7fdea | Adding some config images, and the getting start retargeted to whats most important.</a:t>
            </a:r>
          </a:p>
          <a:p>
            <a:pPr>
              <a:spcAft>
                <a:spcPts val="400"/>
              </a:spcAft>
              <a:defRPr sz="1200">
                <a:solidFill>
                  <a:srgbClr val="B4BAAE"/>
                </a:solidFill>
                <a:latin typeface="Aptos"/>
              </a:defRPr>
            </a:pPr>
            <a:r>
              <a:t>2026-06-18 | 7c4de17 | A little better redaction.</a:t>
            </a:r>
          </a:p>
          <a:p>
            <a:pPr>
              <a:spcAft>
                <a:spcPts val="400"/>
              </a:spcAft>
              <a:defRPr sz="1200">
                <a:solidFill>
                  <a:srgbClr val="B4BAAE"/>
                </a:solidFill>
                <a:latin typeface="Aptos"/>
              </a:defRPr>
            </a:pPr>
            <a:r>
              <a:t>2026-06-18 | 33ff11e | version fix</a:t>
            </a:r>
          </a:p>
          <a:p>
            <a:pPr>
              <a:spcAft>
                <a:spcPts val="400"/>
              </a:spcAft>
              <a:defRPr sz="1200">
                <a:solidFill>
                  <a:srgbClr val="B4BAAE"/>
                </a:solidFill>
                <a:latin typeface="Aptos"/>
              </a:defRPr>
            </a:pPr>
            <a:r>
              <a:t>2026-06-18 | 60c79a7 | Keeping a short README.md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overlap-safe-pptx-dossier/
|           `-- SKILL.md
|--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create_new_skill.md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external_mcp_manager.py
    |   |-- external_mcps.json
    |   |-- filesearch.proto
    |   |-- filesearch_pb2.py
    |   |-- filesearch_pb2_grpc.py
    |   |-- global_execution_planner.py
    |   |-- global_state.py
    |   |-- gpu_perf.py
    |   |-- inet_determiner.py
    |   |-- mcp_agent.py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mcp_files_search_client.py
    |   |-- mcp_files_search_server.py
    |   |-- mcp_system_client.py
    |   |-- mcp_system_server.py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test_crawler_agent.py
    |   |-- test_createsuperuser_wizard.py
    |   |-- test_de_compresser.py
    |   |-- test_editor_agent.py
    |   |-- test_embedding_memory_guard.py
    |   |-- test_esp32er_agent.py
    |   |-- test_esphomer_agent.py
    |   |-- test_execute_command_bounded.py
    |   |-- test_external_mcp_add_flow.py
    |   |-- test_external_mcp_e2e.py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test_external_mcp_transports.py
    |   |-- test_external_mcp_universal.py
    |   |-- test_file_extractor_reader.py
    |   |-- test_flow_contracts.py
    |   |-- test_globber_agent.py
    |   |-- test_googler_agent.py
    |   |-- test_grepper_agent.py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test_temp_dir_policy.py
    |   |-- test_unrealer_agent.py
    |   |-- test_videoplayer_agent.py
    |   |-- test_whisperer_agent.py
    |   |-- test_windower_agent.py
    |   |-- test_windows_app_registration.py
    |   |-- tests.py
    |   |-- Tlamatini.md
    |   |-- tools.py
    |   |-- urls.py
    |   |-- version.py
    |   |-- views.py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crawler.py
    |   |   |-- croner/
    |   |   |   |-- config.yaml
    |   |   |   `-- croner.py
    |   |   |-- de_compresser/
    |   |   |   |-- config.yaml
    |   |   |   `-- de_compresser.py
    |   |   |-- deleter/
    |   |   |   |-- config.yaml
    |   |   |   `-- deleter.py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stopper.py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windower/
    |   |       |-- config.yaml
    |   |       `-- windower.py
    |   |-- doc_generation/
    |   |   |-- complete_project_docs.py
    |   |   |-- mardown_to_pdf.py
    |   |   |-- refresh_project_docs.py
    |   |   `-- test_output.pdf
    |   |-- images/
    |   |   |-- ACPXKeysConfigureWizard.jpg
    |   |   |-- ConfigureModels.jpg
    |   |   |-- HiIamTlamatini.png
    |   |   |-- MenuConfig.jpg
    |   |   |-- mockup.jpg
    |   |   |-- RealisticTlamatini.png
    |   |   |-- ShouldersUoTlamatini.png
    |   |   |-- Tlamatini AI Agentic Advisor Video.mp4
    |   |   |-- TlamatiniAbout.png
    |   |   |-- TlamatiniAndKyber.mp4
    |   |   |-- TlamatiniDrawings.png
    |   |   |-- TlammatiniLetsMakeSomeMagic.mp4
    |   |   |-- TorsoTlamatini.png
    |   |   `-- XAIHT-Tlamatini.mp4
    |   |-- imaging/
    |   |   |-- converter.py
    |   |   |-- image_interpreter.py
    |   |   `-- screenshot.py
    |   |-- management/
    |   |   |-- __init__.py
    |   |   `-- commands/
    |   |       |-- acpx_lint.py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__init__.py
    |   |-- monitors/
    |   |   `-- monitor_sql.py
    |   |-- opus_client/
    |   |   |-- claude_opus_client.py
    |   |   |-- examples.py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trello/
    |   |   |   `-- SKILL.md
    |   |   `-- weather/
    |   |       `-- SKILL.md
    |   |-- static/
    |   |   `-- agent/
    |   |       |-- css/
    |   |       |   |-- access_keys_wizard.css
    |   |       |   |-- agent_page.css
    |   |       |   |-- agentic_control_panel.css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