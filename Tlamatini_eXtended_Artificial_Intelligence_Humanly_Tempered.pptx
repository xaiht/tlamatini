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252,490</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12, 2026 02:30 PM UTC-0600 at HEAD a867567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V1.51.7-2-GA867567</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Since the last committed dossier revision, the inspected checkout adds 9 files including 0 untracked working additions. The output directory contains 62 tracked deliverables (44,065,047 bytes including its manifest). All 61 manifest-listed payloads pass SHA-256 and size checks.</a:t>
            </a:r>
          </a:p>
          <a:p>
            <a:pPr>
              <a:spcAft>
                <a:spcPts val="400"/>
              </a:spcAft>
              <a:defRPr sz="1200">
                <a:solidFill>
                  <a:srgbClr val="B4BAAE"/>
                </a:solidFill>
                <a:latin typeface="Aptos"/>
              </a:defRPr>
            </a:pPr>
            <a:r>
              <a:t>Published assets include exact quadrant crops, aligned PNG frames, JPG conversions, a sprite sheet, HTML preview, ZIP packages, screenshots, code snapshots, test results, and a sanitized development database fixture. Binary files have no source-line count.</a:t>
            </a:r>
          </a:p>
          <a:p>
            <a:pPr>
              <a:spcAft>
                <a:spcPts val="400"/>
              </a:spcAft>
              <a:defRPr sz="1200">
                <a:solidFill>
                  <a:srgbClr val="B4BAAE"/>
                </a:solidFill>
                <a:latin typeface="Aptos"/>
              </a:defRPr>
            </a:pPr>
            <a:r>
              <a:t>Current inventory: 1,146 tracked files, 354,225 physical text lines, 252,490 effective lines, and 101 binary assets. Published backup/test text counts toward repository totals but does not add runtime agents or frontend modules.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Since dossier commit 590cb8b: avatar presence uses canvas blending (7e48e63), Whisperer gains a sound gate (96fdbde), its prompt/watchdog contracts follow (e403d5c), and Voice Commands opens the catalog (a867567). The cloud model baseline remains glm-5.3:cloud. Output source art is development-only, while the runtime JPGs ship through Tlamatini/agent/static/.</a:t>
            </a:r>
          </a:p>
          <a:p>
            <a:pPr>
              <a:spcAft>
                <a:spcPts val="400"/>
              </a:spcAft>
              <a:defRPr sz="1000">
                <a:solidFill>
                  <a:srgbClr val="B4BAAE"/>
                </a:solidFill>
                <a:latin typeface="Aptos"/>
              </a:defRPr>
            </a:pPr>
            <a:r>
              <a:t>Historical atomic-renderer evidence: 313 transitions, 10,609 browser paints, 4 expression states, 3 viewports, minimum coverage 100%, zero reported layout/coverage failures and no JavaScript errors. This older report is not proof of the new canvas renderer. Run the separate presence suite for current canvas behavior.</a:t>
            </a:r>
          </a:p>
          <a:p>
            <a:pPr>
              <a:spcAft>
                <a:spcPts val="400"/>
              </a:spcAft>
              <a:defRPr sz="1000">
                <a:solidFill>
                  <a:srgbClr val="B4BAAE"/>
                </a:solidFill>
                <a:latin typeface="Aptos"/>
              </a:defRPr>
            </a:pPr>
            <a:r>
              <a:t>README and Book retain a pre-avatar 1,069-file inventory and an obsolete tag-equals-HEAD sentence. Their 311-transition repair-run description is historical. This dossier uses current source counts. Their older atomic/reduced-motion avatar section is superseded by the canvas behavior below. README's Django 5.2.4 stack entry also lags the requirements pin of 5.2.15. Historical prose is not release metadata.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Fresh verification on 2026-09-12: all 74 presence checks passed in a visible browser. The separate Django run passed 110 Whisperer, voice-catalog and Gitter tests. These tests do not prove real microphone transcription, audible voice synchronization on every host, or a rebuilt frozen installation.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1.51.7 | build: 1.51.7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201</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a867567 - Voice commands: the catalog now opens with VOICE COMMANDS, and your voice becomes the prompt</a:t>
            </a:r>
          </a:p>
          <a:p>
            <a:pPr>
              <a:spcAft>
                <a:spcPts val="400"/>
              </a:spcAft>
              <a:defRPr sz="1300">
                <a:solidFill>
                  <a:srgbClr val="B4BAAE"/>
                </a:solidFill>
                <a:latin typeface="Aptos"/>
              </a:defRPr>
            </a:pPr>
            <a:r>
              <a:t>Resolved version: 1.51.7 (git)</a:t>
            </a:r>
          </a:p>
          <a:p>
            <a:pPr>
              <a:spcAft>
                <a:spcPts val="400"/>
              </a:spcAft>
              <a:defRPr sz="1300">
                <a:solidFill>
                  <a:srgbClr val="B4BAAE"/>
                </a:solidFill>
                <a:latin typeface="Aptos"/>
              </a:defRPr>
            </a:pPr>
            <a:r>
              <a:t>Generated on September 12, 2026 02:30 PM UTC-0600</a:t>
            </a:r>
          </a:p>
          <a:p>
            <a:pPr>
              <a:spcAft>
                <a:spcPts val="400"/>
              </a:spcAft>
              <a:defRPr sz="1300">
                <a:solidFill>
                  <a:srgbClr val="B4BAAE"/>
                </a:solidFill>
                <a:latin typeface="Aptos"/>
              </a:defRPr>
            </a:pPr>
            <a:r>
              <a:t>Inventory scope: 1146 files = 1146 tracked + 0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101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590cb8b on 2026-09-11</a:t>
            </a:r>
          </a:p>
          <a:p>
            <a:pPr>
              <a:spcAft>
                <a:spcPts val="400"/>
              </a:spcAft>
              <a:defRPr sz="1300">
                <a:solidFill>
                  <a:srgbClr val="B4BAAE"/>
                </a:solidFill>
                <a:latin typeface="Aptos"/>
              </a:defRPr>
            </a:pPr>
            <a:r>
              <a:t>Gitter: stop mangling Windows paths in custom_command, plus regenerated project docs, by Tlamatini's-AutoBot.</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000">
                <a:solidFill>
                  <a:srgbClr val="B4BAAE"/>
                </a:solidFill>
                <a:latin typeface="Aptos"/>
              </a:defRPr>
            </a:pPr>
            <a:r>
              <a:t>The current dossier window adds the queue-backed console shield, frozen-build QuickEdit policy, and Enter-to-chat welcome shortcut. It carries PDFer's measured design engine, stable program/snippet persistence, ACPX readiness and delivery verdicts, and the Windows direct-or-shell launcher shim.</a:t>
            </a:r>
          </a:p>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252,490</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354,225</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630     176,861    255,428  70.0%
Markdown                 183      27,272     36,083  10.8%
JavaScript                47      20,819     27,043   8.2%
CSS                       16       7,053      9,370   2.8%
JSON                      18       5,796      5,796   2.3%
Other text                21       4,764      5,582   1.9%
YAML                      93       2,163      5,756   0.9%
HTML                       6       1,982      2,055   0.8%
PowerShell                11       1,741      2,394   0.7%
Prompt template            2       1,319      1,452   0.5%
Text                       7       1,142      1,454   0.5%
Tlamatini Flow             4         837        837   0.3%
JavaScript module          2         457        562   0.2%
Batch                      4         264        380   0.1%
Protocol Buffers           1          20         33   0.0%</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Tlamatini/agent/views.py                                Python         8,656  12,671
Tlamatini/agent/tests.py                                Python         5,700   7,452
Tlamatini/agent/doc_generation/complete_project_docs.py Python         4,297   4,769
Tlamatini/agent/agents/latexer/latexer.py               Python         3,291   4,593
Tlamatini/agent/tools.py                                Python         3,241   4,897
BookOfTlamatini.md                                      Markdown       2,831   4,064
Tlamatini/agent/agents/flowcreator/agentic_skill.md     Markdown       2,426   2,668
output/avatar_flash_fix/visible-test/results.json       JSON           2,266   2,266
output/avatar_flash_fix/visible-first-pass/results.json JSON           2,257   2,257
docs/claude/recent-fixes.md                             Markdown       2,235   2,973
...ini/agent/static/agent/css/agentic_control_panel.css CSS            2,084   2,905
Tlamatini/agent/external_mcp_manager.py                 Python         2,066   2,604
Tlamatini/agent/chat_agent_registry.py                  Python         2,004   2,068
Tlamatini/agent/agents/stm32er/stm32er.py               Python         1,983   2,694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This refresh corrects the previous token-start-only undercount. Effective totals therefore cannot be compared directly with older dossiers without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300">
                <a:solidFill>
                  <a:srgbClr val="B4BAAE"/>
                </a:solidFill>
                <a:latin typeface="Aptos"/>
              </a:defRPr>
            </a:pPr>
            <a:r>
              <a:t>The current release window adds canvas avatar presence, Whisperer's silence gate and the Voice Commands catalog. It retains the non-blocking console sink, Enter-to-chat navigation, Windows launcher shim, PDFer's measured layout, stable program/snippet persistence and ACPX readiness verdicts.</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reachable release tag v1.51.7 resolves to 96fdbde. Current source HEAD is a867567, 2 commits beyond that tag. Fetched origin/main resolves to a867567. Runtime version resolution remains Git/build-derived. A source revision beyond the tag is not a new tagged release.</a:t>
            </a:r>
          </a:p>
          <a:p>
            <a:pPr>
              <a:spcAft>
                <a:spcPts val="400"/>
              </a:spcAft>
              <a:defRPr sz="1300">
                <a:solidFill>
                  <a:srgbClr val="B4BAAE"/>
                </a:solidFill>
                <a:latin typeface="Aptos"/>
              </a:defRPr>
            </a:pPr>
            <a:r>
              <a:t>The recent media-and-voice wave is still visible in Git: Talker and Whisperer extend Tlamatini from text-only operation into female-voice text-to-speech plus speech-to-text, while Recorder/Camcorder/Shoter/AudioPlayer/VideoPlayer complete the broader media I/O family.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GPU-host behavior changed during the last 3 days: performance hooks, model-pinning startup behavior, and autoload-at-restart reliability were all touched.</a:t>
            </a:r>
          </a:p>
          <a:p>
            <a:pPr>
              <a:spcAft>
                <a:spcPts val="400"/>
              </a:spcAft>
              <a:defRPr sz="1500">
                <a:solidFill>
                  <a:srgbClr val="B4BAAE"/>
                </a:solidFill>
                <a:latin typeface="Aptos"/>
              </a:defRPr>
            </a:pPr>
            <a:r>
              <a:t>The checked-in runtime defaults also moved: the shared config now points at `glm-5.3:cloud`, so the handbook and dossier need to describe the shipped cloud-first baseline honestly instead of assuming only the older local model defaults.</a:t>
            </a:r>
          </a:p>
          <a:p>
            <a:pPr>
              <a:spcAft>
                <a:spcPts val="400"/>
              </a:spcAft>
              <a:defRPr sz="1500">
                <a:solidFill>
                  <a:srgbClr val="B4BAAE"/>
                </a:solidFill>
                <a:latin typeface="Aptos"/>
              </a:defRPr>
            </a:pPr>
            <a:r>
              <a:t>Operator attention routing also changed: when Ask Execs or a Notifier event needs the user, Tlamatini can now flash her own Windows taskbar presence and write an uppercase attention banner into `tlamatini.log`.</a:t>
            </a:r>
          </a:p>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a867567 | Voice commands: the catalog now opens with VOICE COMMANDS, and your voice becomes the prompt</a:t>
            </a:r>
          </a:p>
          <a:p>
            <a:pPr>
              <a:spcAft>
                <a:spcPts val="400"/>
              </a:spcAft>
              <a:defRPr sz="1200">
                <a:solidFill>
                  <a:srgbClr val="B4BAAE"/>
                </a:solidFill>
                <a:latin typeface="Aptos"/>
              </a:defRPr>
            </a:pPr>
            <a:r>
              <a:t>2026-09-12 | e403d5c | Docs sweep for v1.51.7 - Whisperer's sound gate everywhere, plus two real bugs it uncovered</a:t>
            </a:r>
          </a:p>
          <a:p>
            <a:pPr>
              <a:spcAft>
                <a:spcPts val="400"/>
              </a:spcAft>
              <a:defRPr sz="1200">
                <a:solidFill>
                  <a:srgbClr val="B4BAAE"/>
                </a:solidFill>
                <a:latin typeface="Aptos"/>
              </a:defRPr>
            </a:pPr>
            <a:r>
              <a:t>2026-09-12 | 96fdbde | Improvved Whisperer with a sound-gate, by angelahack1</a:t>
            </a:r>
          </a:p>
          <a:p>
            <a:pPr>
              <a:spcAft>
                <a:spcPts val="400"/>
              </a:spcAft>
              <a:defRPr sz="1200">
                <a:solidFill>
                  <a:srgbClr val="B4BAAE"/>
                </a:solidFill>
                <a:latin typeface="Aptos"/>
              </a:defRPr>
            </a:pPr>
            <a:r>
              <a:t>2026-09-11 | 7e48e63 | Avatar: replace the 150 ms metronome with a real talking head (no GPU, no LLM)</a:t>
            </a:r>
          </a:p>
          <a:p>
            <a:pPr>
              <a:spcAft>
                <a:spcPts val="400"/>
              </a:spcAft>
              <a:defRPr sz="1200">
                <a:solidFill>
                  <a:srgbClr val="B4BAAE"/>
                </a:solidFill>
                <a:latin typeface="Aptos"/>
              </a:defRPr>
            </a:pPr>
            <a:r>
              <a:t>2026-09-11 | 7ae8d86 | Blending avatar rendering amazingly implemented by the mighty Claude, so simple, so elegant, commit by Tlamatini's-AutoBot.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a867567 | Voice commands: the catalog now opens with VOICE COMMANDS, and your voice becomes the prompt</a:t>
            </a:r>
          </a:p>
          <a:p>
            <a:pPr>
              <a:spcAft>
                <a:spcPts val="400"/>
              </a:spcAft>
              <a:defRPr sz="1200">
                <a:solidFill>
                  <a:srgbClr val="B4BAAE"/>
                </a:solidFill>
                <a:latin typeface="Aptos"/>
              </a:defRPr>
            </a:pPr>
            <a:r>
              <a:t>2026-09-12 | e403d5c | Docs sweep for v1.51.7 - Whisperer's sound gate everywhere, plus two real bugs it uncovered</a:t>
            </a:r>
          </a:p>
          <a:p>
            <a:pPr>
              <a:spcAft>
                <a:spcPts val="400"/>
              </a:spcAft>
              <a:defRPr sz="1200">
                <a:solidFill>
                  <a:srgbClr val="B4BAAE"/>
                </a:solidFill>
                <a:latin typeface="Aptos"/>
              </a:defRPr>
            </a:pPr>
            <a:r>
              <a:t>2026-09-12 | 96fdbde | Improvved Whisperer with a sound-gate, by angelahack1</a:t>
            </a:r>
          </a:p>
          <a:p>
            <a:pPr>
              <a:spcAft>
                <a:spcPts val="400"/>
              </a:spcAft>
              <a:defRPr sz="1200">
                <a:solidFill>
                  <a:srgbClr val="B4BAAE"/>
                </a:solidFill>
                <a:latin typeface="Aptos"/>
              </a:defRPr>
            </a:pPr>
            <a:r>
              <a:t>2026-09-11 | 7e48e63 | Avatar: replace the 150 ms metronome with a real talking head (no GPU, no LLM)</a:t>
            </a:r>
          </a:p>
          <a:p>
            <a:pPr>
              <a:spcAft>
                <a:spcPts val="400"/>
              </a:spcAft>
              <a:defRPr sz="1200">
                <a:solidFill>
                  <a:srgbClr val="B4BAAE"/>
                </a:solidFill>
                <a:latin typeface="Aptos"/>
              </a:defRPr>
            </a:pPr>
            <a:r>
              <a:t>2026-09-11 | 7ae8d86 | Blending avatar rendering amazingly implemented by the mighty Claude, so simple, so elegant, commit by Tlamatini's-AutoBot.</a:t>
            </a:r>
          </a:p>
          <a:p>
            <a:pPr>
              <a:spcAft>
                <a:spcPts val="400"/>
              </a:spcAft>
              <a:defRPr sz="1200">
                <a:solidFill>
                  <a:srgbClr val="B4BAAE"/>
                </a:solidFill>
                <a:latin typeface="Aptos"/>
              </a:defRPr>
            </a:pPr>
            <a:r>
              <a:t>2026-09-11 | 590cb8b | Gitter: stop mangling Windows paths in custom_command, plus regenerated project docs, by Tlamatini's-AutoBot.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2026-09-11 | 2ea219a | Default cloud model: glm-5.2:cloud -&gt; glm-5.3:cloud, by Tlamatini's-AutoBot.</a:t>
            </a:r>
          </a:p>
          <a:p>
            <a:pPr>
              <a:spcAft>
                <a:spcPts val="400"/>
              </a:spcAft>
              <a:defRPr sz="1200">
                <a:solidFill>
                  <a:srgbClr val="B4BAAE"/>
                </a:solidFill>
                <a:latin typeface="Aptos"/>
              </a:defRPr>
            </a:pPr>
            <a:r>
              <a:t>2026-09-10 | 46a18c8 | Fix avatar flashing and publish complete assets, visible tests, and documentation</a:t>
            </a:r>
          </a:p>
          <a:p>
            <a:pPr>
              <a:spcAft>
                <a:spcPts val="400"/>
              </a:spcAft>
              <a:defRPr sz="1200">
                <a:solidFill>
                  <a:srgbClr val="B4BAAE"/>
                </a:solidFill>
                <a:latin typeface="Aptos"/>
              </a:defRPr>
            </a:pPr>
            <a:r>
              <a:t>2026-09-10 | 4a7f1cb | Updating visual documentation for imp. on welcome page and making the  shield in console window, by Tlamatini's-AutoBot.</a:t>
            </a:r>
          </a:p>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mcp_playwright_suite.py
|       |       |-- pdfer_nuance_visible.py
|       |       |-- playwrighter_run.py
|       |       |-- qualify.py
|       |       |-- questions.py
|       |       |-- README.md
|       |       |-- requirements.txt
|       |       |-- run_test.py
|       |       |-- shoter_shot.py
|       |       |-- step_by_step_catalog.py
|       |       |-- step_by_step_catalog.py.antes_shoter
|       |       |-- talk_test.py
|       |       |-- voice_commands_visible.py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claude/
|       |-- acpx.md
|       |-- agents.md
|       |-- architecture.md
|       |-- exec-report.md
|       |-- frontend.md
|       |-- gotchas.md
|       |-- INDEX.md
|       |-- mcp-tools.md
|       |-- multi-turn.md
|       `-- recent-fixes.md
|-- output/
|   |-- ASSET_MANIFEST.json
|   |-- Gemini_girl_animation.zip
|   |-- README.md
|   |-- avatar_flash_fix/
|   |   |-- collectstatic-results.json
|   |   |-- dev_settings.py
|   |   |-- development-test.sqlite3
|   |   |-- development_test.py
|   |   |-- README.md
|   |   |-- __pycache__/
|   |   |   `-- dev_settings.cpython-312.pyc
|   |   |-- after-test/
|   |   |   |-- ec-mc.png
|   |   |   |-- ec-mo.png
|   |   |   |-- eo-mc.png
|   |   |   |-- eo-mo.png
|   |   |   |-- idle.png
|   |   |   |-- narrow.png
|   |   |   |-- results.json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speaking.png
|   |   |-- before/
|   |   |   |-- agent_page.html
|   |   |   |-- avatar.css
|   |   |   `-- avatar.js
|   |   |-- before-test/
|   |   |   |-- idle.png
|   |   |   |-- observed-flash.png
|   |   |   `-- results.json
|   |   |-- deployment-backups/
|   |   |   |-- collected-source/
|   |   |   |   |-- avatar.css
|   |   |   |   `-- avatar.js
|   |   |   |-- installed-agent/
|   |   |   |   |-- avatar.css
|   |   |   |   `-- avatar.js
|   |   |   |-- installed-collected/
|   |   |   |   |-- avatar.css
|   |   |   |   `-- avatar.js
|   |   |   `-- installed-source/
|   |   |       |-- avatar.css
|   |   |       `-- avatar.js
|   |   |-- visible-first-pass/
|   |   |   |-- results.json
|   |   |   `-- selection-issue.png
|   |   `-- visible-test/
|   |       |-- 01-real-django-page.png
|   |       |-- checkpoint-100.png
|   |       |-- checkpoint-150.png
|   |       |-- checkpoint-200.png
|   |       |-- checkpoint-250.png</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checkpoint-300.png
|   |       |-- checkpoint-50.png
|   |       |-- final-passed.png
|   |       `-- results.json
|   `-- Gemini_girl_animation/
|       |-- 01_eyes_open_smiling.png
|       |-- 02_eyes_open_neutral.png
|       |-- 03_eyes_closed_smiling.png
|       |-- 04_eyes_closed_neutral.png
|       |-- alignment.json
|       |-- build_frames.py
|       |-- contact_sheet.jpg
|       |-- girl_frames_jpg.zip
|       |-- preview.html
|       |-- preview_screenshot.png
|       |-- README.md
|       |-- sprite_2x2.png
|       |-- exact_crops/
|       |   |-- 01_eyes_open_smiling.png
|       |   |-- 02_eyes_open_neutral.png
|       |   |-- 03_eyes_closed_smiling.png
|       |   `-- 04_eyes_closed_neutral.png
|       `-- jpg/
|           |-- 01_eyes_open_smiling.jpg
|           |-- 02_eyes_open_neutral.jpg
|           |-- 03_eyes_closed_smiling.jpg
|           `-- 04_eyes_closed_neutral.jpg
|-- pyinstaller_hooks/
|   |-- hook-numpy.py
|   `-- hook-torch.py
|-- scripts/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check_js_parse.mjs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test_perf_3x_visual.py
`-- Tlamatini/
    |-- cat_art.py
    |-- hoy
    |-- manage.py
    |-- .agents/
    |   `-- workflows/
    |       `-- create_new_agent.md
    |-- .mcps/
    |   `-- create_new_mcp.md
    |-- .skills/
    |   `-- create_new_skill.md
    |-- agent/
    |   |-- __init__.py
    |   |-- access_key_wizard.py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
    |   |-- llm_timing.py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test_camcorder_agent.py
    |   |-- test_cancellation.py
    |   |-- test_chain_readiness.py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test_external_mcp_universal.py
    |   |-- test_file_extractor_reader.py
    |   |-- test_flow_contracts.py
    |   |-- test_frontend_mutable_state.py
    |   |-- test_gitter_custom_command.py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test_pdfer_nuance_layout.py
    |   |-- test_playwrighter_agent.py
    |   |-- test_preserved_user_state.py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test_voice_commands_catalog.py
    |   |-- test_watchdog_foreground_exemption.py
    |   |-- test_web_process_stays_lean.py
    |   |-- test_whatsapper_identity.py
    |   |-- test_whisperer_agent.py
    |   |-- test_win_shim.py
    |   |-- test_windower_agent.py
    |   |-- test_windows_app_registration.py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
    |   |   |   `-- config.yaml
    |   |   |-- analyzer/
    |   |   |   |-- analyzer.py
    |   |   |   `-- config.yaml</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|-- 0201_add_voice_commands_section.py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agent_page_init.js
    |   |       |   |-- agent_page_layout.js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
    |   |       |-- agentic_control_panel.html
    |   |       |-- login.html</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welcome.html
    |   |-- test_fixtures/
    |   |   `-- talker_orpheus_tokens.txt
    |   `-- TlamatiniSourceCode/
    |       `-- README.md
    |-- DB/
    |   |-- Older/
    |   |   `-- README.md
    |   `-- ToLoad/
    |       `-- README.md
    |-- jd-cli/
    |   |-- jd-cli.bat
    |   `-- jd-cli.jar
    |-- tests_e2e/
    |   |-- oob_child_helper.py
    |   |-- README.md
    |   |-- test_create_flow_visual.py
    |   |-- test_ctrl_c_quits_visible.py
    |   |-- test_db_backup_set_visible.py
    |   |-- test_oob_browser_visible.py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.claude/skills/tlamatini-daily-chat-test/harness/voice_commands_visible.py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20,769 bytes; text; 420 physical / 313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AvatarImprovementByClaude.md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19,453 bytes; text; 380 physical / 284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Tests/run_presence_tests.ps1</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3,616 bytes; text; 76 physical / 49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Tests/test_avatar_presence_visible.py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29,874 bytes; text; 570 physical / 410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Tlamatini/agent/migrations/0200_whisperer_demo_prompt_sound_gate.py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7,791 bytes; text; 132 physical / 87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Tlamatini/agent/migrations/0201_add_voice_commands_section.py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17,644 bytes; text; 287 physical / 164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Tlamatini/agent/static/agent/js/avatar_presence.js</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23,583 bytes; text; 540 physical / 355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Tlamatini/agent/static/agent/js/avatar_size.js</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9,352 bytes; text; 228 physical / 155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Tlamatini/agent/test_voice_commands_catalog.py</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12,427 bytes; text; 265 physical / 160 effective lines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