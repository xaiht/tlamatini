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62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454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98,593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17, 2026 07:27 PM UTC-0600 at HEAD b4d29c0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Launches wrapped copies of selected workflow agents in isolated runtime folders without mutating templates.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Lets users design, validate, save, pause, resume, and stop visual workflows through the Agentic Control Panel.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Turns successful Multi-Turn tool executions into starter `.flw` workflows that can be inspected and validated in ACP.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Packages the project into a distributable Windows release with installer and uninstaller tooling.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0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62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unrealer,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62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62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now align with the same 62-agent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Today’s validation shows `62` agent templates on disk and `62` description rows in `agents_descriptions.md`, matching the README and Book bestiary counts.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1.3.0 | build: 1.3.0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new 61st workflow agent: a deterministic archive worker that can either compress or decompress depending on which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Unrealer agent is the 62nd workflow agent and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454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b4d29c0 - Caping gaps in number and descriptions of agents in markdowns and monitoring_prompt,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1.3.0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17, 2026 07:27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63; authoritative agent-description rows: 62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98,593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134,198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262      65,822     91,851  66.8%
JavaScript                28      12,824     16,161  13.0%
Markdown                  50      11,708     15,104  11.9%
CSS                        6       3,338      4,183   3.4%
YAML                      66       1,387      2,750   1.4%
HTML                       4         823        841   0.8%
Other text                 3         789        967   0.8%
PowerShell                 5         506        752   0.5%
Prompt template            2         441        516   0.4%
JavaScript module          1         389        456   0.4%
JSON                       5         383        383   0.4%
Text                       5         150        177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6,917   9,972
Tlamatini/agent/tests.py                                Python         4,034   5,153
Tlamatini/agent/tools.py                                Python         2,201   3,094
BookOfTlamatini.md                                      Markdown       1,884   2,654
Tlamatini/agent/agents/flowcreator/agentic_skill.md     Markdown       1,825   2,031
...ini/agent/static/agent/css/agentic_control_panel.css CSS            1,653   2,187
Tlamatini/agent/doc_generation/complete_project_docs.py Python         1,584   1,791
Tlamatini/agent/static/agent/js/agent_page_init.js      JavaScript     1,360   1,568
Tlamatini/agent/static/agent/js/acp-canvas-core.js      JavaScript     1,270   1,580
Tlamatini/agent/consumers.py                            Python         1,240   1,545
README.md                                               Markdown       1,155   1,625
Tlamatini/agent/static/agent/css/agent_page.css         CSS            1,155   1,380
Tlamatini/agent/static/agent/js/acp-agent-connectors.js JavaScript     1,109   1,249
Tlamatini/agent/agents/whatstlamatini/whatstlamatini.py Python         1,059   1,323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agent-catalog consistency: the live count, the markdown bestiaries, the flow-creator skill catalog, and the sidebar-description source were brought back into alignment around the same 62-agent inventory.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Unreal MCP support: the new Unrealer agent, a chat-wrapped `chat_agent_unrealer` tool, canvas wiring, a seeded end-to-end demo prompt, and a direct TCP bridge into a live Unreal Engine 5 editor.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ACPX-related work remained visible during the today: runtime, documentation, or operator-surface changes were still part of the active maintenance stream.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2026-05-17 | b4d29c0 | Caping gaps in number and descriptions of agents in markdowns and monitoring_prompt,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2026-05-17 | 221d20f | Caping gaps in number and descriptions of agents in agentic_skill.md,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2026-05-17 | 27dd4d5 | Caping gaps in number and descriptions of agents,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2026-05-17 | 05060c3 | Implementing configuration menu entry of ACPX-Skills,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2026-05-17 | 6be0102 | Some improvements in Unrealer agent in sending commands and normalization,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2026-05-17 | f39104f | Just a fix into Unrealer yaml,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orphan_reaper.py
    |   |-- path_guard.py
    |   |-- prompt.pmt
    |   |-- rag_enhancements.py
    |   |-- routing.py
    |   |-- test_de_compresser.py
    |   |-- test_embedding_memory_guard.py
    |   |-- test_flow_contracts.py
    |   |-- test_password_quoting.py
    |   |-- test_tkinter_availability.py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unrealer/
    |   |   |   |-- config.yaml
    |   |   |   `-- unrealer.py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`-- __init__.py
    |   |-- monitors/
    |   |   `-- monitor_sql.py
    |   |-- opus_client/
    |   |   |-- claude_opus_client.py
    |   |   |-- examples.py
    |   |   `-- README.md
    |   |-- rag/
    |   |   |-- __init__.py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lint.py
    |   |   |   `-- schema.json
    |   |   |-- acp_router/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