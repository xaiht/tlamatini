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86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893</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186,234</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27, 2026 12:03 AM UTC-0600 at HEAD deef650f</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V1.47.0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V1.47.0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V1.47.0 - BINARY-CONTENT GUARD; PUBLIC TAG AT C7F7EDE3, ALIGNED LOCAL/REMOTE HEAD REPORTED SEPARATELY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published product to `v1.47.0` at tagged commit `c7f7ede3`; the current aligned local/remote HEAD is reported separately, while the live source tree remains authoritative for generated counts and capability claims.</a:t>
            </a:r>
          </a:p>
          <a:p>
            <a:pPr>
              <a:spcAft>
                <a:spcPts val="400"/>
              </a:spcAft>
              <a:defRPr sz="1000">
                <a:solidFill>
                  <a:srgbClr val="B4BAAE"/>
                </a:solidFill>
                <a:latin typeface="Aptos"/>
              </a:defRPr>
            </a:pPr>
            <a:r>
              <a:t>`v1.47.0` adds the binary-content guard: `agent/rag/binary_guard.py` screens every candidate context file by its bytes and drops binary content from the embedding chain through the same mechanism as the user's name-based omissions list - a short-circuiting cascade (extension, BOM, magic signature, NUL byte, control-byte ratio, UTF-8 decodability) costing at most one 8 KiB read per file, fail-open by contract, with every omission logged as `--- [BINARY-GUARD]` in `tlamatini.log`.</a:t>
            </a:r>
          </a:p>
          <a:p>
            <a:pPr>
              <a:spcAft>
                <a:spcPts val="400"/>
              </a:spcAft>
              <a:defRPr sz="1000">
                <a:solidFill>
                  <a:srgbClr val="B4BAAE"/>
                </a:solidFill>
                <a:latin typeface="Aptos"/>
              </a:defRPr>
            </a:pPr>
            <a:r>
              <a:t>Operator controls mirror README.md and BookOfTlamatini.md: `binary_context_detection` toggles the guard, `binary_detection_control_ratio` tunes the threshold, and `binary_detection_force_text_extensions` / `binary_detection_extra_binary_extensions` provide explicit extension overrides.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`v1.46.0` adds PDFer as the document-composer agent and wrapped `chat_agent_pdfer` tool: it authors styled PDFs from Markdown, HTML, text, images, mixed content, or existing PDFs, with preflight refusal and Ask-Execs coverage for free-form destinations.</a:t>
            </a:r>
          </a:p>
          <a:p>
            <a:pPr>
              <a:spcAft>
                <a:spcPts val="400"/>
              </a:spcAft>
              <a:defRPr sz="1000">
                <a:solidFill>
                  <a:srgbClr val="B4BAAE"/>
                </a:solidFill>
                <a:latin typeface="Aptos"/>
              </a:defRPr>
            </a:pPr>
            <a:r>
              <a:t>`v1.41.4` fixes External-MCP structured-output consumption: stdio and network clients now provide both text `content` blocks and `structuredContent` to the LLM instead of handing it only a short pointer.</a:t>
            </a:r>
          </a:p>
          <a:p>
            <a:pPr>
              <a:spcAft>
                <a:spcPts val="400"/>
              </a:spcAft>
              <a:defRPr sz="1000">
                <a:solidFill>
                  <a:srgbClr val="B4BAAE"/>
                </a:solidFill>
                <a:latin typeface="Aptos"/>
              </a:defRPr>
            </a:pPr>
            <a:r>
              <a:t>The shared formatter unwraps a sole `result` envelope, preserves errors and plain text, safely serializes structured data, caps oversized payloads, and is pinned by seven focused tests.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IMAGE PATHS, PORT RECOVERY, HANDBOOK TRUTH, AND CARRIED FOUNDATIONS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`v1.41.3` keeps the Catalog of Prompts grouped into 13 categories with stable surviving ids, physical duplicate removal, gap-tolerant loading, and ranked fuzzy search.</a:t>
            </a:r>
          </a:p>
          <a:p>
            <a:pPr>
              <a:spcAft>
                <a:spcPts val="400"/>
              </a:spcAft>
              <a:defRPr sz="1000">
                <a:solidFill>
                  <a:srgbClr val="B4BAAE"/>
                </a:solidFill>
                <a:latin typeface="Aptos"/>
              </a:defRPr>
            </a:pPr>
            <a:r>
              <a:t>`v1.41.2` keeps Cancel latched to a per-user run epoch across RAG rebuilds, executor, retry, self-healing, Ask Execs, late answers, and frontend state without poisoning the next request.</a:t>
            </a:r>
          </a:p>
          <a:p>
            <a:pPr>
              <a:spcAft>
                <a:spcPts val="400"/>
              </a:spcAft>
              <a:defRPr sz="1000">
                <a:solidFill>
                  <a:srgbClr val="B4BAAE"/>
                </a:solidFill>
                <a:latin typeface="Aptos"/>
              </a:defRPr>
            </a:pPr>
            <a:r>
              <a:t>`v1.41.0` keeps screenshot paste/drop path-native: validated images are re-encoded in guarded Temp storage, inserted at the remembered caret, and handed to Image-Interpreter through removable chips.</a:t>
            </a:r>
          </a:p>
          <a:p>
            <a:pPr>
              <a:spcAft>
                <a:spcPts val="400"/>
              </a:spcAft>
              <a:defRPr sz="1000">
                <a:solidFill>
                  <a:srgbClr val="B4BAAE"/>
                </a:solidFill>
                <a:latin typeface="Aptos"/>
              </a:defRPr>
            </a:pPr>
            <a:r>
              <a:t>That Phase 1 path covers supported PlatformIO `ststm32` boards from Blue Pill/F1 through mainstream F/G/L/H7/U5/WB families, shares zero-config PlatformIO bootstrap with ESP32er, and adds ST-LINK-aware upload safeguards.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existing STM32F407 Template-MCP route remains the automatic default for blank/STM32F4 requests, while C0/H5/WBA/N6 stay explicitly unsupported until the planned ST-native CubeCLT backend exists; released migrations add camera-verified stepwise demos and a one-time contiguous catalog renumber.</a:t>
            </a:r>
          </a:p>
          <a:p>
            <a:pPr>
              <a:spcAft>
                <a:spcPts val="400"/>
              </a:spcAft>
              <a:defRPr sz="1100">
                <a:solidFill>
                  <a:srgbClr val="B4BAAE"/>
                </a:solidFill>
                <a:latin typeface="Aptos"/>
              </a:defRPr>
            </a:pPr>
            <a:r>
              <a:t>README.md and BookOfTlamatini.md now carry a clearer plain-Python agent disclaimer: transparency enables user control but is not a security warranty, and execution remains under the user's jurisdiction and responsibility.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README static badge and some Book release prose lag Git, so version identity comes from the live tag/commit graph rather than those historical text surfaces.</a:t>
            </a:r>
          </a:p>
          <a:p>
            <a:pPr>
              <a:spcAft>
                <a:spcPts val="400"/>
              </a:spcAft>
              <a:defRPr sz="1100">
                <a:solidFill>
                  <a:srgbClr val="B4BAAE"/>
                </a:solidFill>
                <a:latin typeface="Aptos"/>
              </a:defRPr>
            </a:pPr>
            <a:r>
              <a:t>The dirty worktree is counted without reproducing private values, credentials, endpoints, or machine-specific paths; this dossier does not stage, commit, or push it.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`v1.40.x` configurable-port and FlowPills work, Unreal 5.8 scaffold, Nmapper, self-healing, Create Flow, robotic loop, firmware/media agents, External MCPs, ACPX skills, and deterministic file tools remain carried product behavior.</a:t>
            </a:r>
          </a:p>
          <a:p>
            <a:pPr>
              <a:spcAft>
                <a:spcPts val="400"/>
              </a:spcAft>
              <a:defRPr sz="1100">
                <a:solidFill>
                  <a:srgbClr val="B4BAAE"/>
                </a:solidFill>
                <a:latin typeface="Aptos"/>
              </a:defRPr>
            </a:pPr>
            <a:r>
              <a:t>The `v1.45.x` lineage makes FlowCreator chat-callable, adds its guided catalog opener, and hardens oversized Multi-Turn context recovery; live agent/tool totals are derived from the registry and repository rather than inferred from release numbers.</a:t>
            </a:r>
          </a:p>
          <a:p>
            <a:pPr>
              <a:spcAft>
                <a:spcPts val="400"/>
              </a:spcAft>
              <a:defRPr sz="1100">
                <a:solidFill>
                  <a:srgbClr val="B4BAAE"/>
                </a:solidFill>
                <a:latin typeface="Aptos"/>
              </a:defRPr>
            </a:pPr>
            <a:r>
              <a:t>README.md and BookOfTlamatini.md still supply the complete MIT-licensed project, easy-start installation, Ollama setup, architecture, usage, agent, and responsibility narrative rather than a narrow changelog.</a:t>
            </a:r>
          </a:p>
          <a:p>
            <a:pPr>
              <a:spcAft>
                <a:spcPts val="400"/>
              </a:spcAft>
              <a:defRPr sz="1100">
                <a:solidFill>
                  <a:srgbClr val="B4BAAE"/>
                </a:solidFill>
                <a:latin typeface="Aptos"/>
              </a:defRPr>
            </a:pPr>
            <a:r>
              <a:t>The regenerated PDF/PPTX treats tagged behavior and local configuration-only changes separately while preserving the full system, history, file tree, and effective-line inventory.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`v1.47.0`.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`v1.47.0` points to `c7f7ede3`, while the generated repository facts report the current aligned local/remote HEAD separately; the binary-content guard, v1.46.0 PDFer, v1.45.0 FlowCreator wrapped chat-agent, v1.44.0 Catalog-of-Prompts parameter standardization, v1.43.5 recon free-run (OOB_shift_reaper),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86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86</a:t>
            </a:r>
          </a:p>
          <a:p>
            <a:pPr>
              <a:spcAft>
                <a:spcPts val="400"/>
              </a:spcAft>
              <a:defRPr sz="1500">
                <a:solidFill>
                  <a:srgbClr val="B4BAAE"/>
                </a:solidFill>
                <a:latin typeface="Aptos"/>
              </a:defRPr>
            </a:pPr>
            <a:r>
              <a:t>Description rows in `agents_descriptions.md`: 87</a:t>
            </a:r>
          </a:p>
          <a:p>
            <a:pPr>
              <a:spcAft>
                <a:spcPts val="400"/>
              </a:spcAft>
              <a:defRPr sz="1500">
                <a:solidFill>
                  <a:srgbClr val="B4BAAE"/>
                </a:solidFill>
                <a:latin typeface="Aptos"/>
              </a:defRPr>
            </a:pPr>
            <a:r>
              <a:t>This dossier reconciles README and Book wording back to the same 86-agent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86 workflow agents, 96 Multi-Turn tools, 12 ACPX tools, and 28 skills.</a:t>
            </a:r>
          </a:p>
          <a:p>
            <a:pPr>
              <a:spcAft>
                <a:spcPts val="400"/>
              </a:spcAft>
              <a:defRPr sz="1000">
                <a:solidFill>
                  <a:srgbClr val="B4BAAE"/>
                </a:solidFill>
                <a:latin typeface="Aptos"/>
              </a:defRPr>
            </a:pPr>
            <a:r>
              <a:t>Source inspection confirms the total: 64 distinct wrapped chat-agent tools bound from `chat_agent_registry.py`, which combines with 20 core Python tools and 12 ACPX/Skill tools for 96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86-agent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`v1.47.0` carries the binary-content guard on top of v1.46.0 PDFer, the chat-callable FlowCreator, v1.44.0 Catalog-of-Prompts standardization, v1.41.4 External-MCP structured-output delivery, v1.41.3 category grouping, gap-tolerant loading, and ranked fuzzy search while preserving the broader operator context.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1.47.0 | build: 1.47.0</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893</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86</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190</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33</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deef650f - Improve the handling of information through new versioning generation, by angelahack1</a:t>
            </a:r>
          </a:p>
          <a:p>
            <a:pPr>
              <a:spcAft>
                <a:spcPts val="400"/>
              </a:spcAft>
              <a:defRPr sz="1400">
                <a:solidFill>
                  <a:srgbClr val="B4BAAE"/>
                </a:solidFill>
                <a:latin typeface="Aptos"/>
              </a:defRPr>
            </a:pPr>
            <a:r>
              <a:t>Resolved version: 1.47.0 (git)</a:t>
            </a:r>
          </a:p>
          <a:p>
            <a:pPr>
              <a:spcAft>
                <a:spcPts val="400"/>
              </a:spcAft>
              <a:defRPr sz="1400">
                <a:solidFill>
                  <a:srgbClr val="B4BAAE"/>
                </a:solidFill>
                <a:latin typeface="Aptos"/>
              </a:defRPr>
            </a:pPr>
            <a:r>
              <a:t>Generated on July 27, 2026 12:03 AM UTC-0600</a:t>
            </a:r>
          </a:p>
          <a:p>
            <a:pPr>
              <a:spcAft>
                <a:spcPts val="400"/>
              </a:spcAft>
              <a:defRPr sz="1400">
                <a:solidFill>
                  <a:srgbClr val="B4BAAE"/>
                </a:solidFill>
                <a:latin typeface="Aptos"/>
              </a:defRPr>
            </a:pPr>
            <a:r>
              <a:t>Inventory scope: 893 files = 893 tracked + 0 git-unignored working-tree additions</a:t>
            </a:r>
          </a:p>
          <a:p>
            <a:pPr>
              <a:spcAft>
                <a:spcPts val="400"/>
              </a:spcAft>
              <a:defRPr sz="1400">
                <a:solidFill>
                  <a:srgbClr val="B4BAAE"/>
                </a:solidFill>
                <a:latin typeface="Aptos"/>
              </a:defRPr>
            </a:pPr>
            <a:r>
              <a:t>Multi-Turn tools: 96; wrapped chat-agent tools: 64; skills: 28</a:t>
            </a:r>
          </a:p>
          <a:p>
            <a:pPr>
              <a:spcAft>
                <a:spcPts val="400"/>
              </a:spcAft>
              <a:defRPr sz="1400">
                <a:solidFill>
                  <a:srgbClr val="B4BAAE"/>
                </a:solidFill>
                <a:latin typeface="Aptos"/>
              </a:defRPr>
            </a:pPr>
            <a:r>
              <a:t>Python requirements: 80; authoritative agent-description rows: 87</a:t>
            </a:r>
          </a:p>
          <a:p>
            <a:pPr>
              <a:spcAft>
                <a:spcPts val="400"/>
              </a:spcAft>
              <a:defRPr sz="1400">
                <a:solidFill>
                  <a:srgbClr val="B4BAAE"/>
                </a:solidFill>
                <a:latin typeface="Aptos"/>
              </a:defRPr>
            </a:pPr>
            <a:r>
              <a:t>Binary or asset inventory files skipped from line count: 47</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40868939 on 2026-07-26</a:t>
            </a:r>
          </a:p>
          <a:p>
            <a:pPr>
              <a:spcAft>
                <a:spcPts val="400"/>
              </a:spcAft>
              <a:defRPr sz="1300">
                <a:solidFill>
                  <a:srgbClr val="B4BAAE"/>
                </a:solidFill>
                <a:latin typeface="Aptos"/>
              </a:defRPr>
            </a:pPr>
            <a:r>
              <a:t>Fixed the catalog of prompts and fixing some various legacy problems 2.</a:t>
            </a:r>
          </a:p>
          <a:p>
            <a:pPr>
              <a:spcAft>
                <a:spcPts val="400"/>
              </a:spcAft>
              <a:defRPr sz="1300">
                <a:solidFill>
                  <a:srgbClr val="B4BAAE"/>
                </a:solidFill>
                <a:latin typeface="Aptos"/>
              </a:defRPr>
            </a:pPr>
            <a:r>
              <a:t>Commits since then: 3</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published release is `v1.47.0` at tagged commit `c7f7ede3`; the current aligned local/remote HEAD is reported independently, and the git-derived version correctly remains `1.47.0`.</a:t>
            </a:r>
          </a:p>
          <a:p>
            <a:pPr>
              <a:spcAft>
                <a:spcPts val="400"/>
              </a:spcAft>
              <a:defRPr sz="1000">
                <a:solidFill>
                  <a:srgbClr val="B4BAAE"/>
                </a:solidFill>
                <a:latin typeface="Aptos"/>
              </a:defRPr>
            </a:pPr>
            <a:r>
              <a:t>The release delta adds the binary-content guard `agent/rag/binary_guard.py` with its 45-test suite and wires it into all three `DirectoryLoader` call sites in `agent/rag/factory.py`, and carries the v1.46.0 PDFer document composer and the wrapped FlowCreator; existing local configuration-only worktree changes remain private and are neither reproduced nor modified by dossier generation.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V1.47.0 RELEASE LINEAGE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10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10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1000">
                <a:solidFill>
                  <a:srgbClr val="B4BAAE"/>
                </a:solidFill>
                <a:latin typeface="Aptos"/>
              </a:defRPr>
            </a:pPr>
            <a:r>
              <a:t>Prompt catalog (v1.41.3): 13 categories, 13 duplicate ACPX rows removed, stable surviving ids, gap-tolerant loading, and ranked fuzzy search.</a:t>
            </a:r>
          </a:p>
          <a:p>
            <a:pPr>
              <a:spcAft>
                <a:spcPts val="400"/>
              </a:spcAft>
              <a:defRPr sz="10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10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tag v1.47.0 points to `c7f7ede3`; the current aligned local/remote HEAD is reported separately, and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86 workflow agents and 96 Multi-Turn tools (64 wrapped chat-agent + 12 ACPX/Skill + 20 core), with 28 skills.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186,234</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262,854</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508     134,922    194,174  72.4%
Markdown                 166      21,634     28,848  11.6%
JavaScript                33      16,919     21,581   9.1%
CSS                       10       5,917      7,494   3.2%
YAML                      91       2,031      5,164   1.1%
HTML                       4       1,087      1,111   0.6%
Prompt template            2       1,060      1,182   0.6%
PowerShell                 7         724      1,052   0.4%
JSON                       8         555        555   0.3%
Other text                 8         515        617   0.3%
JavaScript module          1         421        502   0.2%
Text                       5         241        268   0.1%
Batch                      2         188        273   0.1%
Protocol Buffers           1          20         33   0.0%</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8,493  12,390
Tlamatini/agent/tests.py                                Python         5,568   7,267
Tlamatini/agent/doc_generation/complete_project_docs.py Python         3,691   4,105
Tlamatini/agent/tools.py                                Python         3,121   4,576
BookOfTlamatini.md                                      Markdown       2,535   3,602
Tlamatini/agent/agents/flowcreator/agentic_skill.md     Markdown       2,305   2,545
...ini/agent/static/agent/css/agentic_control_panel.css CSS            2,050   2,744
Tlamatini/agent/agents/stm32er/stm32er.py               Python         1,983   2,694
Tlamatini/agent/external_mcp_manager.py                 Python         1,873   2,336
Tlamatini/agent/chat_agent_registry.py                  Python         1,824   1,861
Tlamatini/agent/static/agent/css/agent_page.css         CSS            1,760   2,192
Tlamatini/agent/static/agent/js/agent_page_chat.js      JavaScript     1,697   2,337
Tlamatini/agent/static/agent/js/acp-agent-connectors.js JavaScript     1,541   1,717
Tlamatini/agent/mcp_agent.py                            Python         1,495   2,444</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(1/3)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published release resolves to `v1.47.0` at tagged commit `c7f7ede3`; the version resolver correctly remains on that latest tag while the generated repository facts report the current aligned local/remote HEAD separately. Git/source inspection extends README.md and BookOfTlamatini.md before the generated inventory tables derive the current agent, tool, skill, asset, and effective-line totals.</a:t>
            </a:r>
          </a:p>
          <a:p>
            <a:pPr>
              <a:spcAft>
                <a:spcPts val="400"/>
              </a:spcAft>
              <a:defRPr sz="1100">
                <a:solidFill>
                  <a:srgbClr val="B4BAAE"/>
                </a:solidFill>
                <a:latin typeface="Aptos"/>
              </a:defRPr>
            </a:pPr>
            <a:r>
              <a:t>The current published version is `v1.47.0`, which adds the **binary-content guard** (`agent/rag/binary_guard.py`): every candidate context file is screened by its bytes and binary content is dropped from the embedding chain, with each omission logged as `--- [BINARY-GUARD]` in `tlamatini.log`. The `v1.46.0` PDFer document composer, `v1.45.3` oversized-context recovery, `v1.45.1` FlowCreator Step-by-Step opener, `v1.45.0` wrapped FlowCreator, `v1.44.0` prompt grammar, `v1.43.5` recon free-run, `v1.42.0` STM32er PlatformIO expansion, and `v1.41.4` External-MCP structured output remain carried foundations.</a:t>
            </a:r>
          </a:p>
          <a:p>
            <a:pPr>
              <a:spcAft>
                <a:spcPts val="400"/>
              </a:spcAft>
              <a:defRPr sz="1100">
                <a:solidFill>
                  <a:srgbClr val="B4BAAE"/>
                </a:solidFill>
                <a:latin typeface="Aptos"/>
              </a:defRPr>
            </a:pPr>
            <a:r>
              <a:t>Catalog-of-Prompts migrations classify 106 historical rows into 13 operator categories and physically remove 13 duplicate ACPX demos without renumbering survivors; the primary endpoint is gap-tolerant, the fallback skips gaps, and the UI adds grouped sections plus ranked fuzzy search.</a:t>
            </a:r>
          </a:p>
          <a:p>
            <a:pPr>
              <a:spcAft>
                <a:spcPts val="400"/>
              </a:spcAft>
              <a:defRPr sz="11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(2/3)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in-app self-update path itself is now mature across the current Git window: packaged installs can check GitHub releases, stage a download, hand the locked-file replacement to `apply_update.ps1`, and preserve both operator state and one `agents_backup` generation.</a:t>
            </a:r>
          </a:p>
          <a:p>
            <a:pPr>
              <a:spcAft>
                <a:spcPts val="400"/>
              </a:spcAft>
              <a:defRPr sz="1400">
                <a:solidFill>
                  <a:srgbClr val="B4BAAE"/>
                </a:solidFill>
                <a:latin typeface="Aptos"/>
              </a:defRPr>
            </a:pPr>
            <a:r>
              <a:t>The latest dossier pass resolves the product at `v1.47.0`, with the public tag at `c7f7ede3` and the current aligned local/remote HEAD reported separately; it combines README.md and BookOfTlamatini.md with source/Git truth and retains the complete installation, Ollama, architecture, usage, tree, line inventory, and responsibility context.</a:t>
            </a:r>
          </a:p>
          <a:p>
            <a:pPr>
              <a:spcAft>
                <a:spcPts val="400"/>
              </a:spcAft>
              <a:defRPr sz="1400">
                <a:solidFill>
                  <a:srgbClr val="B4BAAE"/>
                </a:solidFill>
                <a:latin typeface="Aptos"/>
              </a:defRPr>
            </a:pPr>
            <a:r>
              <a:t>Self-awareness is now part of the steady baseline rather than a one-off milestone: Tlamatini carries a first-person self-knowledge map and, in self-modify builds, can inspect the bundled source snapshot that describes how she actually works.</a:t>
            </a:r>
          </a:p>
          <a:p>
            <a:pPr>
              <a:spcAft>
                <a:spcPts val="400"/>
              </a:spcAft>
              <a:defRPr sz="14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1400">
                <a:solidFill>
                  <a:srgbClr val="B4BAAE"/>
                </a:solidFill>
                <a:latin typeface="Aptos"/>
              </a:defRPr>
            </a:pPr>
            <a:r>
              <a:t>Multi-Turn behavior kept evolving across the period through quota tuning, execution-table persistence, autonomous-action improvements, and broader tool enablement.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 (3/3)</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deef650f | Improve the handling of information through new versioning generation, by angelahack1</a:t>
            </a:r>
          </a:p>
          <a:p>
            <a:pPr>
              <a:spcAft>
                <a:spcPts val="400"/>
              </a:spcAft>
              <a:defRPr sz="1200">
                <a:solidFill>
                  <a:srgbClr val="B4BAAE"/>
                </a:solidFill>
                <a:latin typeface="Aptos"/>
              </a:defRPr>
            </a:pPr>
            <a:r>
              <a:t>2026-07-26 | 41109498 | Bumping to version 1.47.0, by angelahack1</a:t>
            </a:r>
          </a:p>
          <a:p>
            <a:pPr>
              <a:spcAft>
                <a:spcPts val="400"/>
              </a:spcAft>
              <a:defRPr sz="1200">
                <a:solidFill>
                  <a:srgbClr val="B4BAAE"/>
                </a:solidFill>
                <a:latin typeface="Aptos"/>
              </a:defRPr>
            </a:pPr>
            <a:r>
              <a:t>2026-07-26 | c7f7ede3 | Implememting a powerful binary file drop filtering, by angelahack1</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deef650f | Improve the handling of information through new versioning generation, by angelahack1</a:t>
            </a:r>
          </a:p>
          <a:p>
            <a:pPr>
              <a:spcAft>
                <a:spcPts val="400"/>
              </a:spcAft>
              <a:defRPr sz="1200">
                <a:solidFill>
                  <a:srgbClr val="B4BAAE"/>
                </a:solidFill>
                <a:latin typeface="Aptos"/>
              </a:defRPr>
            </a:pPr>
            <a:r>
              <a:t>2026-07-26 | 41109498 | Bumping to version 1.47.0, by angelahack1</a:t>
            </a:r>
          </a:p>
          <a:p>
            <a:pPr>
              <a:spcAft>
                <a:spcPts val="400"/>
              </a:spcAft>
              <a:defRPr sz="1200">
                <a:solidFill>
                  <a:srgbClr val="B4BAAE"/>
                </a:solidFill>
                <a:latin typeface="Aptos"/>
              </a:defRPr>
            </a:pPr>
            <a:r>
              <a:t>2026-07-26 | c7f7ede3 | Implememting a powerful binary file drop filtering, by angelahack1</a:t>
            </a:r>
          </a:p>
          <a:p>
            <a:pPr>
              <a:spcAft>
                <a:spcPts val="400"/>
              </a:spcAft>
              <a:defRPr sz="1200">
                <a:solidFill>
                  <a:srgbClr val="B4BAAE"/>
                </a:solidFill>
                <a:latin typeface="Aptos"/>
              </a:defRPr>
            </a:pPr>
            <a:r>
              <a:t>2026-07-26 | 40868939 | Fixed the catalog of prompts and fixing some various legacy problems 2.</a:t>
            </a:r>
          </a:p>
          <a:p>
            <a:pPr>
              <a:spcAft>
                <a:spcPts val="400"/>
              </a:spcAft>
              <a:defRPr sz="1200">
                <a:solidFill>
                  <a:srgbClr val="B4BAAE"/>
                </a:solidFill>
                <a:latin typeface="Aptos"/>
              </a:defRPr>
            </a:pPr>
            <a:r>
              <a:t>2026-07-26 | d5c5cb2a | Fixed the catalog of prompts and fixing some various legacy problems, by angelahack1</a:t>
            </a:r>
          </a:p>
          <a:p>
            <a:pPr>
              <a:spcAft>
                <a:spcPts val="400"/>
              </a:spcAft>
              <a:defRPr sz="1200">
                <a:solidFill>
                  <a:srgbClr val="B4BAAE"/>
                </a:solidFill>
                <a:latin typeface="Aptos"/>
              </a:defRPr>
            </a:pPr>
            <a:r>
              <a:t>2026-07-26 | c9ac7013 | Bumping visual documentation to 1.46.0 to visual documentation,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2026-07-26 | 6207181f | Implemented PDFer, a powerfull PDF maker agent, by angelahack1</a:t>
            </a:r>
          </a:p>
          <a:p>
            <a:pPr>
              <a:spcAft>
                <a:spcPts val="400"/>
              </a:spcAft>
              <a:defRPr sz="1200">
                <a:solidFill>
                  <a:srgbClr val="B4BAAE"/>
                </a:solidFill>
                <a:latin typeface="Aptos"/>
              </a:defRPr>
            </a:pPr>
            <a:r>
              <a:t>2026-07-25 | 89ed8a12 | Ensuring self-update and self-modify up to this version (1.45.3), by Tlamatini's-AutoBot.</a:t>
            </a:r>
          </a:p>
          <a:p>
            <a:pPr>
              <a:spcAft>
                <a:spcPts val="400"/>
              </a:spcAft>
              <a:defRPr sz="1200">
                <a:solidFill>
                  <a:srgbClr val="B4BAAE"/>
                </a:solidFill>
                <a:latin typeface="Aptos"/>
              </a:defRPr>
            </a:pPr>
            <a:r>
              <a:t>2026-07-25 | e9616aa5 | Fix oversized-context Multi-Turn failure: cap tool output, recover by trimming, truthful fallback, by Claude, and Tlamatini's-AutoBot.</a:t>
            </a:r>
          </a:p>
          <a:p>
            <a:pPr>
              <a:spcAft>
                <a:spcPts val="400"/>
              </a:spcAft>
              <a:defRPr sz="1200">
                <a:solidFill>
                  <a:srgbClr val="B4BAAE"/>
                </a:solidFill>
                <a:latin typeface="Aptos"/>
              </a:defRPr>
            </a:pPr>
            <a:r>
              <a:t>2026-07-25 | 1973414e | Improvements in messagging services, by angelahack1</a:t>
            </a:r>
          </a:p>
          <a:p>
            <a:pPr>
              <a:spcAft>
                <a:spcPts val="400"/>
              </a:spcAft>
              <a:defRPr sz="1200">
                <a:solidFill>
                  <a:srgbClr val="B4BAAE"/>
                </a:solidFill>
                <a:latin typeface="Aptos"/>
              </a:defRPr>
            </a:pPr>
            <a:r>
              <a:t>2026-07-24 | 813c21fb | Some messaging patches and tests, by Tlamatini's--AutoBot.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audit_dependencies.py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MessagingConnectorAssistant_Design.md
|--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uncommit-keys.bat
|-- uninstall.py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project_pdfer_agent.md
|   |   |-- project_planner_followup.md
|   |   |-- project_playwrighter_agent.md
|   |   |-- project_playwrighter_hold_open.md
|   |   |-- project_prompt_catalog_mode_badges.md
|   |   |-- project_pythonxer_forkbomb_fix.md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SKILL.md
|       |   `-- harness/
|       |       |-- ask_execs_regression.py
|       |       |-- cancel_regression.py
|       |       |-- config.py
|       |       |-- cyber_watchdog_test.py
|       |       |-- discoverer_1000.py
|       |       |-- flowcreator_wizard_e2e.py
|       |       |-- mcp_playwright_suite.py
|       |       |-- qualify.py
|       |       |-- questions.py
|       |       |-- README.md
|       |       |-- requirements.txt
|       |       |-- run_test.py
|       |       |-- step_by_step_catalog.py
|       |       |-- talk_test.py
|       |       `-- wrapped_questions.py
|       |-- tlamatini-self-modify-inclusion/
|       |   |-- SKILL.md
|       |   `-- scripts/
|       |       `-- sweep_self_modify.py
|       `-- tlamatini-self-update-inclusion/
|           |-- SKILL.md
|           `-- scripts/
|               `-- sweep_self_update.py
|-- .codex/
|   `-- skills/
|       |-- full-project-pdf-dossier/
|       |   `-- SKILL.md
|       `-- overlap-safe-pptx-dossier/
|           `-- SKILL.md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
|       |-- frontend.md
|       |-- gotchas.md
|       |-- INDEX.md
|       |-- mcp-tools.md
|       |-- multi-turn.md
|       `-- recent-fixes.md
|-- pyinstaller_hooks/
|   |-- hook-numpy.py
|   `-- hook-torch.py
|-- Tests/
|   |-- test_about_window_name_visible.py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test_perf_3x_visual.py
`-- Tlamatini/
    |-- cat_art.py
    |-- manage.py
    |-- .agents/
    |   `-- workflows/
    |       `-- create_new_agent.md
    |-- .mcps/
    |   `-- create_new_mcp.md
    |-- .skills/
    |   `-- create_new_skill.md
    |-- agent/
    |   |-- __init__.py
    |   |-- access_key_wizard.py
    |   |-- admin.py
    |   |-- agent_manifest.py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
    |   |-- orphan_reaper.py
    |   |-- path_guard.py
    |   |-- prompt.pmt
    |   |-- rag_enhancements.py
    |   |-- routing.py
    |   |-- self_healing.py
    |   |-- self_update.py
    |   |-- test_access_key_wizard.py
    |   |-- test_agent_display_names.py
    |   |-- test_agent_manifest.py
    |   |-- test_arduiner_agent.py
    |   |-- test_ask_execs_allowlist.py
    |   |-- test_audioplayer_agent.py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test_binary_guard.py
    |   |-- test_blenderer_agent.py
    |   |-- test_build_scripts.py
    |   |-- test_camcorder_agent.py
    |   |-- test_cancellation.py
    |   |-- test_chat_bridge_bots.py
    |   |-- test_chat_history_window.py
    |   |-- test_command_watchdog.py
    |   |-- test_contacts.py
    |   |-- test_crawler_agent.py
    |   |-- test_createsuperuser_wizard.py
    |   |-- test_de_compresser.py
    |   |-- test_discoverer_agent.py
    |   |-- test_discoverer_thousand.py
    |   |-- test_django_port_config.py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test_instant_messaging_doctor.py
    |   |-- test_j_decompiler_agent.py
    |   |-- test_kalier_agent.py
    |   |-- test_native_dialogs.py
    |   |-- test_nmapper_agent.py
    |   |-- test_orphan_reaper.py
    |   |-- test_parametrizer_mcp_doctor.py
    |   |-- test_password_quoting.py
    |   |-- test_pdfer_agent.py
    |   |-- test_playwrighter_agent.py
    |   |-- test_prompt_catalog_contiguous.py
    |   |-- test_recorder_agent.py
    |   |-- test_self_healing.py
    |   |-- test_self_update.py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monitor_log/
    |   |   |   |-- config.yaml
    |   |   |   `-- monitor_log.py
    |   |   |-- monitor_netstat/
    |   |   |   |-- config.yaml
    |   |   |   `-- monitor_netstat.py
    |   |   |-- mouser/
    |   |   |   |-- config.yaml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zavuerer/
    |   |       |-- config.yaml
    |   |       `-- zavuerer.py
    |   |-- doc_generation/
    |   |   |-- complete_project_docs.py
    |   |   |-- mardown_to_pdf.py
    |   |   |-- refresh_project_docs.py
    |   |   `-- test_output.pdf
    |   |-- images/
    |   |   |-- FlowPill.jpg
    |   |   |-- HiIamTlamatini.png
    |   |   |-- LabInEnglish.mp4
    |   |   |-- LabInSpanish.mp4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basic.py
    |   |       |-- history_aware.py
    |   |       `-- unified.py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references/
    |   |   |   |   `-- flw_schema.md
    |   |   |   `-- scripts/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tlamatini_allowed_hosts_tighten/
    |   |   |   `-- SKILL.md
    |   |   |-- tlamatini_csrf_exempt_audit/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external_mcps_dialog.css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login.css
    |   |       |   |-- skills_dialog.css
    |   |       |   |-- tools_dialog.css
    |   |       |   `-- welcome.css
    |   |       |-- img/
    |   |       |   |-- spinner.svg
    |   |       |   |-- Tlamatini.ico
    |   |       |   `-- avatar/
    |   |       |       |-- ec_mc.jpg
    |   |       |       |-- ec_mo.jpg
    |   |       |       |-- eo_mc.jpg
    |   |       |       `-- eo_mo.jpg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agent_page_init.js
    |   |       |   |-- agent_page_layout.js
    |   |       |   |-- agent_page_state.js
    |   |       |   |-- agent_page_ui.js
    |   |       |   |-- agentic_control_panel.js
    |   |       |   |-- avatar.js
    |   |       |   |-- canvas_item_dialog.js
    |   |       |   |-- chat_image_paste.js
    |   |       |   |-- chat_page_runtime_poller.js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35/35</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Older/
    |   |   `-- README.md
    |   `-- ToLoad/
    |       `-- README.md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