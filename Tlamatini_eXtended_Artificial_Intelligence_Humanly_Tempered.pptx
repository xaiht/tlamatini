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1235</c:v>
                </c:pt>
                <c:pt idx="3">
                  <c:v>1402</c:v>
                </c:pt>
                <c:pt idx="4">
                  <c:v>1533</c:v>
                </c:pt>
                <c:pt idx="5">
                  <c:v>2333</c:v>
                </c:pt>
                <c:pt idx="6">
                  <c:v>2355</c:v>
                </c:pt>
                <c:pt idx="7">
                  <c:v>6304</c:v>
                </c:pt>
                <c:pt idx="8">
                  <c:v>10542</c:v>
                </c:pt>
                <c:pt idx="9">
                  <c:v>13887</c:v>
                </c:pt>
                <c:pt idx="10">
                  <c:v>27295</c:v>
                </c:pt>
                <c:pt idx="11">
                  <c:v>37630</c:v>
                </c:pt>
                <c:pt idx="12">
                  <c:v>102856</c:v>
                </c:pt>
                <c:pt idx="13">
                  <c:v>240853</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59 JavaScript modules, 26 stylesheets and 6 page templates, 213 database migrations and 88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In v1.85.0, the portrait and its frame stay centered over the complete Mic-to-Send row. Views → Canvas can give the chat the full width; Views → Reset layout restores both panes and docks the portrait while keeping the document, draft and context.</a:t>
            </a:r>
          </a:p>
          <a:p/>
          <a:p>
            <a:r>
              <a:t>Drag or type: Pointer, arrows, Shift+arrows, Home and End move the divider.</a:t>
            </a:r>
          </a:p>
          <a:p/>
          <a:p>
            <a:r>
              <a:t>Undocked: The message box can shrink to its own action buttons.</a:t>
            </a:r>
          </a:p>
          <a:p/>
          <a:p>
            <a:r>
              <a:t>Docked: A centered portrait above Mic through Send,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shipped file associations open .flw agent flows and .fpmt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one click shows the original text.</a:t>
            </a:r>
          </a:p>
          <a:p/>
          <a:p>
            <a:r>
              <a:t>Open, Refresh,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shows the full original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Save returns the original bytes, UTF-8 BOM and CRLF included. Shipped in v1.82.0 and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1.85.0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Current Release. Version v1.85.0,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v1.85.0 is the latest released version, with a more flexible chat workspace.</a:t>
            </a:r>
          </a:p>
          <a:p/>
          <a:p>
            <a:r>
              <a:t>Refresh rereads the open document. Views makes room for full-width chat while keeping the canvas alive. Reset restores the layout without clearing content. The portrait and its frame remain centered over Mic through Send as the message box shrinks.</a:t>
            </a:r>
          </a:p>
          <a:p/>
          <a:p>
            <a:r>
              <a:t>The release retains the page-wide file-drop router, setup recovery, Markdown rendering, Usage dashboard, Model Brain, Compact mode, voice dictation and both flow editors.</a:t>
            </a:r>
          </a:p>
          <a:p/>
          <a:p>
            <a:r>
              <a:t>Refresh: The original document, read again without a chooser.</a:t>
            </a:r>
          </a:p>
          <a:p/>
          <a:p>
            <a:r>
              <a:t>Views: Show or hide the canvas and keep its state.</a:t>
            </a:r>
          </a:p>
          <a:p/>
          <a:p>
            <a:r>
              <a:t>Reset layout: Restore both panes and dock the avatar.</a:t>
            </a:r>
          </a:p>
          <a:p/>
          <a:p>
            <a:r>
              <a:t>Portrait: Center the whole frame above the complete action row.</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selects a file. Refresh reads that same source again, without writing to it.</a:t>
            </a:r>
          </a:p>
          <a:p/>
          <a:p>
            <a:r>
              <a:t>Native-picker access retains a browser-granted handle. Drops retain their handle or entry during the original event, including the PDF-frame relay. A snapshot-only source explains why Refresh is unavailable. A generated document rereads its authenticated saved-content endpoint.</a:t>
            </a:r>
          </a:p>
          <a:p/>
          <a:p>
            <a:r>
              <a:t>Text and Markdown are compared in full, including empty files. Equal size or timestamp is never proof of equal content. An unchanged document stays in place without rebuilding context. Changed content replaces the complete document only when preparation succeeds.</a:t>
            </a:r>
          </a:p>
          <a:p/>
          <a:p>
            <a:r>
              <a:t>Busy, unchanged, updated, permission and error states have visible feedback. Cancel, Clear, opening another document and a new operation invalidate pending reads. Failure preserves the previous document and explains the next action.</a:t>
            </a:r>
          </a:p>
          <a:p/>
          <a:p>
            <a:r>
              <a:t>Open: Choose a document and retain read access.</a:t>
            </a:r>
          </a:p>
          <a:p/>
          <a:p>
            <a:r>
              <a:t>Refresh: Reread the retained source without another picker.</a:t>
            </a:r>
          </a:p>
          <a:p/>
          <a:p>
            <a:r>
              <a:t>Failure: Keep the previous content and allow retry.</a:t>
            </a:r>
          </a:p>
          <a:p/>
          <a:p>
            <a:r>
              <a:t>Context: Prepare changed content before replacing active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Refreshing Markdown or PDF preserves the view while the underlying document changes.</a:t>
            </a:r>
          </a:p>
          <a:p/>
          <a:p>
            <a:r>
              <a:t>Markdown retains Preview or Source, reading position and explicitly selected resources. Its source bytes remain the basis for Save. Folder-selected resource files remain snapshots and can be selected again when those separate files change.</a:t>
            </a:r>
          </a:p>
          <a:p/>
          <a:p>
            <a:r>
              <a:t>PDF Refresh stages a new range-backed PDF.js viewer before retiring the old one. It keeps page, zoom, rotation and scroll mode, clamping the page to a shorter document. A corrupt PDF or cancelled password entry leaves the prior viewer visible. The staged iframe stays attached during the swap so the browser does not reload it.</a:t>
            </a:r>
          </a:p>
          <a:p/>
          <a:p>
            <a:r>
              <a:t>PDFs always reload on Refresh. No whole-file hash, eager whole-document read or metadata-only equality claim is introduced. Active-context replacement keeps the established text/image options.</a:t>
            </a:r>
          </a:p>
          <a:p/>
          <a:p>
            <a:r>
              <a:t>Markdown: Preview/Source, position and selected resources stay.</a:t>
            </a:r>
          </a:p>
          <a:p/>
          <a:p>
            <a:r>
              <a:t>PDF: Page, zoom, rotation and scroll mode stay.</a:t>
            </a:r>
          </a:p>
          <a:p/>
          <a:p>
            <a:r>
              <a:t>Recovery: A failed replacement retains the previous viewer.</a:t>
            </a:r>
          </a:p>
          <a:p/>
          <a:p>
            <a:r>
              <a:t>Evidence: 20 visible Chrome checks on October 15.</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 Canvas shows or hides the canvas without unloading it.</a:t>
            </a:r>
          </a:p>
          <a:p/>
          <a:p>
            <a:r>
              <a:t>Hiding the canvas gives the chat the full width. The document, PDF viewer, Markdown mode, Refresh source, draft, history and loaded context remain intact. Open, a supported document drop and a generated-file link reveal the canvas when their result needs it.</a:t>
            </a:r>
          </a:p>
          <a:p/>
          <a:p>
            <a:r>
              <a:t>The choice is stored per account in that browser and synchronized across its tabs. It survives reload and browser restart. A different browser profile or origin has separate preferences.</a:t>
            </a:r>
          </a:p>
          <a:p/>
          <a:p>
            <a:r>
              <a:t>Changing visibility cancels divider gestures. Focus moves to the Views menu only when its current region disappears, and the check mark exposes its state to assistive technology.</a:t>
            </a:r>
          </a:p>
          <a:p/>
          <a:p>
            <a:r>
              <a:t>Full width: Hide the canvas to give the chat more room.</a:t>
            </a:r>
          </a:p>
          <a:p/>
          <a:p>
            <a:r>
              <a:t>Continuity: Keep the open document and active context.</a:t>
            </a:r>
          </a:p>
          <a:p/>
          <a:p>
            <a:r>
              <a:t>Preference: Saved per account and browser origin.</a:t>
            </a:r>
          </a:p>
          <a:p/>
          <a:p>
            <a:r>
              <a:t>Navigation: Opening a document reveals its canvas.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portrait and its frame share the center of the entire Mic-to-Send action row.</a:t>
            </a:r>
          </a:p>
          <a:p/>
          <a:p>
            <a:r>
              <a:t>Previously, reducing the composer height shrank the portrait but left it anchored to the right edge. The layout now measures from Mic's left edge to Send's right edge and centers the whole dock above that span. Both dividers, narrow layouts and zoom follow the same measurement.</a:t>
            </a:r>
          </a:p>
          <a:p/>
          <a:p>
            <a:r>
              <a:t>The portrait remains square with a 120-pixel minimum. Its floating size remains independent. Hiding the canvas docks the portrait and disables floating resize through pointer, keyboard and API paths. Showing the canvas enables resizing again and leaves the portrait docked.</a:t>
            </a:r>
          </a:p>
          <a:p/>
          <a:p>
            <a:r>
              <a:t>Views → Reset layout shows both panes, restores their initial sizes and docks the avatar. It does not clear the document, draft, history or context.</a:t>
            </a:r>
          </a:p>
          <a:p/>
          <a:p>
            <a:r>
              <a:t>Alignment: Mic's left edge through Send's right edge.</a:t>
            </a:r>
          </a:p>
          <a:p/>
          <a:p>
            <a:r>
              <a:t>Sizing: A square portrait, never below 120 pixels.</a:t>
            </a:r>
          </a:p>
          <a:p/>
          <a:p>
            <a:r>
              <a:t>Reset: Restore layout while keeping content.</a:t>
            </a:r>
          </a:p>
          <a:p/>
          <a:p>
            <a:r>
              <a:t>Evidence: 19 visible checks; center error below 0.02 CSS px, October 16.</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runtime and self-modify inventories cover the Views template and scripts.</a:t>
            </a:r>
          </a:p>
          <a:p/>
          <a:p>
            <a:r>
              <a:t>The runtime receipt requires agent_page.html plus agent_page_layout.js, avatar_size.js, agent_page_canvas.js and agent_page_init.js. The snapshot also requires the two visible Views harnesses and the identity instructions. Refresh retains the existing PDF and Markdown carriers.</a:t>
            </a:r>
          </a:p>
          <a:p/>
          <a:p>
            <a:r>
              <a:t>There is no new migration or Python dependency. The cache suffix is -avatar-center-1 and the Views template suffix is _views1. Visibility is browser-local and does not depend on Self-modify.</a:t>
            </a:r>
          </a:p>
          <a:p/>
          <a:p>
            <a:r>
              <a:t>Dated evidence includes 160 packaging/self-update/self-modify tests and 13 visible frozen frontend checks on October 16. The latter used an actual executable with byte-verified current frontend assets in a disposable fixture. The carriage guide records the exact scope.</a:t>
            </a:r>
          </a:p>
          <a:p/>
          <a:p>
            <a:r>
              <a:t>Runtime: Required template and four cooperating scripts.</a:t>
            </a:r>
          </a:p>
          <a:p/>
          <a:p>
            <a:r>
              <a:t>Snapshot: Sources, identity and both Views harnesses.</a:t>
            </a:r>
          </a:p>
          <a:p/>
          <a:p>
            <a:r>
              <a:t>Database: No new migration; 213 migrations remain.</a:t>
            </a:r>
          </a:p>
          <a:p/>
          <a:p>
            <a:r>
              <a:t>Version: v1.85.0 across the application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14 maintenance commit updated catalog/configuration data and scrubbed test fixtures.</a:t>
            </a:r>
          </a:p>
          <a:p/>
          <a:p>
            <a:r>
              <a:t>Commit 1a8c5093 changed FlowCreator catalog data, the local External MCP catalog and test fixtures. It introduced no new product subsystem, agent type, migration or dependency. Private catalog values are excluded from this dossier.</a:t>
            </a:r>
          </a:p>
          <a:p/>
          <a:p>
            <a:r>
              <a:t>The current audit reads the actual implementation and keeps historical test results dated. A fixture value is test data, not a deployed credential or evidence that a provider ran.</a:t>
            </a:r>
          </a:p>
          <a:p/>
          <a:p>
            <a:r>
              <a:t>Maintenance: Catalog data and test fixtures changed in commit 1a8c5093.</a:t>
            </a:r>
          </a:p>
          <a:p/>
          <a:p>
            <a:r>
              <a:t>Product surface: No new subsystem, agent type, migration or dependency.</a:t>
            </a:r>
          </a:p>
          <a:p/>
          <a:p>
            <a:r>
              <a:t>Privacy: Public documents exclude private catalog values.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user guides, PDF and PowerPoint all identify the same current release. The repository metadata records the implementation inspected for this dossier.</a:t>
            </a:r>
          </a:p>
          <a:p/>
          <a:p>
            <a:r>
              <a:t>v1.85.0 is the latest released version. The application, user guides and both dossiers use the same version, 1.85.0.</a:t>
            </a:r>
          </a:p>
          <a:p/>
          <a:p>
            <a:r>
              <a:t>This audit inspected commit 32a4a6d3. The existing annotated tag v1.85.0 was created on 2026-10-16 and resolves to 5d1f0c76. Git history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450,492 effective lines across 1,494 text files; 578,890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1,734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 Id="rId4" Type="http://schemas.openxmlformats.org/officeDocument/2006/relationships/chart" Target="../charts/char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 Id="rId4" Type="http://schemas.openxmlformats.org/officeDocument/2006/relationships/chart" Target="../charts/char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4.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v1.85.0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16,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Release</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v1.85.0,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213</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1,734</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450,492</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centered portrait above Mic through Send,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shipped file associations open .flw agent flows and .fpmt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one click shows the original 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the original text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keep the exact Markdown bytes.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Current Release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v1.85.0,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CURRENT RELEASE ·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Views and a centered avatar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v1.85.0 is the latest released version, with a more flexible chat workspace.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original document, read again without a chooser.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Views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Show or hide the canvas and keep its state.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 layout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both panes and dock the avatar.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Portrait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Center the whole frame above the complete action row.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the original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selects a file. Refresh reads that same source again, without writing to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Open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Choose a document and retain read access.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Reread the retained source without another picker.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Failure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previous content and allow retry.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 changed content before replacing active context.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the reading position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Refreshing Markdown or PDF preserves the view while the underlying document changes.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Preview/Source, position and selected resources stay.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PDF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Page, zoom, rotation and scroll mode stay.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failed replacement retains the previous viewer.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20 visible Chrome checks on October 15.</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a full-width chat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 Canvas shows or hides the canvas without unloading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width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Hide the canvas to give the chat more room.</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open document and active context.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Preference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Saved per account and browser origin.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Navigation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a document reveals its canvas.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centered portrait at every height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portrait and its frame share the center of the entire Mic-to-Send action row.</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Alignment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Mic's left edge through Send's right edge.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Sizing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square portrait, never below 120 pixels.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layout while keeping content.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visible checks; center error below 0.02 CSS px, October 16.</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v1.85.0 IMPLEMENTATION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complete feature travels together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Required runtime and self-modify inventories cover the Views template and scripts.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Required template and four cooperating scripts.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Sources, identity and both Views harnesses.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Database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 new migration; 213 migrations remain.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across the application and documentation.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Catalog and fixture maintenance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14 maintenance commit updated catalog/configuration data and scrubbed test fixtures.</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Maintenance</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Catalog data and test fixtures changed in commit 1a8c5093.</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Product surface</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new subsystem, agent type, migration or dependency.</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Privacy</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Public documents exclude private catalog values.</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v1.83.0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2026-10-15</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v1.84.0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v1.84.0 Button Reopen refactored to Refresh and omtomized as-is.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2026-10-16</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v1.85.0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v1.85.0 Improved canvas visibility introducing views modify behavior.</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released version: v1.85.0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application, user guides, PDF and PowerPoint all identify the same current release. The repository metadata records the implementation inspected for this dossier.</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Current release</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v1.85.0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Audit commit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32a4a6d3</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version</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1.85.0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Current release</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v1.85.0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Runtime version</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1.85.0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Existing annotated tag</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v1.85.0 → 5d1f0c76 (2026-10-16)</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commit</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32a4a6d3</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32a4a6d3 · 2026-10-16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1.85.0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1,734</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1,494</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241</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578,890</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450,492</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213</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59 · 26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88</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450,492 effective lines across 1,494 text files; 578,890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854</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338,347</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240,853</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53.5%</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104,302</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102,856</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22.8%</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228</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49,876</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37,630</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8.4%</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34,347</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27,295</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6.1%</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17,251</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13,887</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45</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11,932</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10,542</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6,304</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6,304</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6,300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2,333</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1,590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1,533</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1,546</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1,402</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1,562</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1,235</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1,494</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578,890</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450,492</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1,359</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339,207</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111,285</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1,494</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450,492</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5,228</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4,214</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3,231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2,446</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2,439</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2,192</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2,090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1,943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87368"/>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32a4a6d3</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positioning when resizing, by Tlamatini's-AutoBot.</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c261fe20</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canvas visibility introducing views modify behavior, by Tlamatini's-AutoBot.</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5d1f0c76</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2026-10-15</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Button Reopen refactored to Refresh and omtomized as-is, by Tlamatini's-AutoBot.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1a8c5093</a:t>
            </a:r>
          </a:p>
        </p:txBody>
      </p:sp>
      <p:sp>
        <p:nvSpPr>
          <p:cNvPr id="25" name="TextBox 24"/>
          <p:cNvSpPr txBox="1"/>
          <p:nvPr/>
        </p:nvSpPr>
        <p:spPr>
          <a:xfrm>
            <a:off x="1967020" y="342442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2026-10-14</a:t>
            </a:r>
          </a:p>
        </p:txBody>
      </p:sp>
      <p:sp>
        <p:nvSpPr>
          <p:cNvPr id="26" name="TextBox 25"/>
          <p:cNvSpPr txBox="1"/>
          <p:nvPr/>
        </p:nvSpPr>
        <p:spPr>
          <a:xfrm>
            <a:off x="3515118" y="342442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Some blinding patches, by Tlamatini's-AutoBot.</a:t>
            </a:r>
          </a:p>
        </p:txBody>
      </p:sp>
      <p:sp>
        <p:nvSpPr>
          <p:cNvPr id="27" name="TextBox 26"/>
          <p:cNvSpPr txBox="1"/>
          <p:nvPr/>
        </p:nvSpPr>
        <p:spPr>
          <a:xfrm>
            <a:off x="640080" y="3730751"/>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ff2bf006</a:t>
            </a:r>
          </a:p>
        </p:txBody>
      </p:sp>
      <p:sp>
        <p:nvSpPr>
          <p:cNvPr id="28" name="TextBox 27"/>
          <p:cNvSpPr txBox="1"/>
          <p:nvPr/>
        </p:nvSpPr>
        <p:spPr>
          <a:xfrm>
            <a:off x="1967020" y="3730751"/>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2026-10-14</a:t>
            </a:r>
          </a:p>
        </p:txBody>
      </p:sp>
      <p:sp>
        <p:nvSpPr>
          <p:cNvPr id="29" name="TextBox 28"/>
          <p:cNvSpPr txBox="1"/>
          <p:nvPr/>
        </p:nvSpPr>
        <p:spPr>
          <a:xfrm>
            <a:off x="3515118" y="3730751"/>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Updating every Markdown document, the PDF dossier and the PPTX deck to v1.83.0 as released: the page-wide file-drop router, the docked avatar that follows both dividers and the not-fatal wrongly worded request, by Claude</a:t>
            </a:r>
          </a:p>
        </p:txBody>
      </p:sp>
      <p:sp>
        <p:nvSpPr>
          <p:cNvPr id="30" name="Rectangle 29"/>
          <p:cNvSpPr/>
          <p:nvPr/>
        </p:nvSpPr>
        <p:spPr>
          <a:xfrm>
            <a:off x="585216" y="4160519"/>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97095"/>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a2914019</a:t>
            </a:r>
          </a:p>
        </p:txBody>
      </p:sp>
      <p:sp>
        <p:nvSpPr>
          <p:cNvPr id="32" name="TextBox 31"/>
          <p:cNvSpPr txBox="1"/>
          <p:nvPr/>
        </p:nvSpPr>
        <p:spPr>
          <a:xfrm>
            <a:off x="1967020" y="4197095"/>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2026-10-14</a:t>
            </a:r>
          </a:p>
        </p:txBody>
      </p:sp>
      <p:sp>
        <p:nvSpPr>
          <p:cNvPr id="33" name="TextBox 32"/>
          <p:cNvSpPr txBox="1"/>
          <p:nvPr/>
        </p:nvSpPr>
        <p:spPr>
          <a:xfrm>
            <a:off x="3515118" y="4197095"/>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One smart router for every file dropped on any Tlamatini page: an MCP .json no longer errors, opens as text or navigates away, by Claude</a:t>
            </a:r>
          </a:p>
        </p:txBody>
      </p:sp>
      <p:sp>
        <p:nvSpPr>
          <p:cNvPr id="34" name="TextBox 33"/>
          <p:cNvSpPr txBox="1"/>
          <p:nvPr/>
        </p:nvSpPr>
        <p:spPr>
          <a:xfrm>
            <a:off x="640080" y="466343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63a62cc1</a:t>
            </a:r>
          </a:p>
        </p:txBody>
      </p:sp>
      <p:sp>
        <p:nvSpPr>
          <p:cNvPr id="35" name="TextBox 34"/>
          <p:cNvSpPr txBox="1"/>
          <p:nvPr/>
        </p:nvSpPr>
        <p:spPr>
          <a:xfrm>
            <a:off x="1967020" y="466343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2026-10-13</a:t>
            </a:r>
          </a:p>
        </p:txBody>
      </p:sp>
      <p:sp>
        <p:nvSpPr>
          <p:cNvPr id="36" name="TextBox 35"/>
          <p:cNvSpPr txBox="1"/>
          <p:nvPr/>
        </p:nvSpPr>
        <p:spPr>
          <a:xfrm>
            <a:off x="3515118" y="466343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chat vertical-drag-divider, by Tlamatini's-AutoBot.</a:t>
            </a:r>
          </a:p>
        </p:txBody>
      </p:sp>
      <p:sp>
        <p:nvSpPr>
          <p:cNvPr id="37" name="Rectangle 36"/>
          <p:cNvSpPr/>
          <p:nvPr/>
        </p:nvSpPr>
        <p:spPr>
          <a:xfrm>
            <a:off x="585216" y="4933187"/>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969763"/>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b7750f03</a:t>
            </a:r>
          </a:p>
        </p:txBody>
      </p:sp>
      <p:sp>
        <p:nvSpPr>
          <p:cNvPr id="39" name="TextBox 38"/>
          <p:cNvSpPr txBox="1"/>
          <p:nvPr/>
        </p:nvSpPr>
        <p:spPr>
          <a:xfrm>
            <a:off x="1967020" y="4969763"/>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2026-10-12</a:t>
            </a:r>
          </a:p>
        </p:txBody>
      </p:sp>
      <p:sp>
        <p:nvSpPr>
          <p:cNvPr id="40" name="TextBox 39"/>
          <p:cNvSpPr txBox="1"/>
          <p:nvPr/>
        </p:nvSpPr>
        <p:spPr>
          <a:xfrm>
            <a:off x="3515118" y="4969763"/>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the last current-version surfaces to v1.82.0: the README version badge, package.json and the /agent/version/ sample in views.py, by Claude</a:t>
            </a:r>
          </a:p>
        </p:txBody>
      </p:sp>
      <p:sp>
        <p:nvSpPr>
          <p:cNvPr id="41" name="TextBox 40"/>
          <p:cNvSpPr txBox="1"/>
          <p:nvPr/>
        </p:nvSpPr>
        <p:spPr>
          <a:xfrm>
            <a:off x="640080" y="5436107"/>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d302f282</a:t>
            </a:r>
          </a:p>
        </p:txBody>
      </p:sp>
      <p:sp>
        <p:nvSpPr>
          <p:cNvPr id="42" name="TextBox 41"/>
          <p:cNvSpPr txBox="1"/>
          <p:nvPr/>
        </p:nvSpPr>
        <p:spPr>
          <a:xfrm>
            <a:off x="1967020" y="5436107"/>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2026-10-12</a:t>
            </a:r>
          </a:p>
        </p:txBody>
      </p:sp>
      <p:sp>
        <p:nvSpPr>
          <p:cNvPr id="43" name="TextBox 42"/>
          <p:cNvSpPr txBox="1"/>
          <p:nvPr/>
        </p:nvSpPr>
        <p:spPr>
          <a:xfrm>
            <a:off x="3515118" y="5436107"/>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Updating every Markdown document, the PDF dossier and the PPTX deck to v1.82.0: the setup windows, the Markdown canvas, the one-look GUI, Video-Analyzer's web links and the post-tag fix 91ff8453, by Claude</a:t>
            </a:r>
          </a:p>
        </p:txBody>
      </p:sp>
      <p:sp>
        <p:nvSpPr>
          <p:cNvPr id="44" name="Rectangle 43"/>
          <p:cNvSpPr/>
          <p:nvPr/>
        </p:nvSpPr>
        <p:spPr>
          <a:xfrm>
            <a:off x="585216" y="586587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90245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91ff8453</a:t>
            </a:r>
          </a:p>
        </p:txBody>
      </p:sp>
      <p:sp>
        <p:nvSpPr>
          <p:cNvPr id="46" name="TextBox 45"/>
          <p:cNvSpPr txBox="1"/>
          <p:nvPr/>
        </p:nvSpPr>
        <p:spPr>
          <a:xfrm>
            <a:off x="1967020" y="590245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2026-10-12</a:t>
            </a:r>
          </a:p>
        </p:txBody>
      </p:sp>
      <p:sp>
        <p:nvSpPr>
          <p:cNvPr id="47" name="TextBox 46"/>
          <p:cNvSpPr txBox="1"/>
          <p:nvPr/>
        </p:nvSpPr>
        <p:spPr>
          <a:xfrm>
            <a:off x="3515118" y="590245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Some little improvements to indicate to LLMs some clarifications about Video-Analizer agent, by Tlamatini's-AutoBot.</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1133856"/>
          </a:xfrm>
          <a:prstGeom prst="roundRect">
            <a:avLst>
              <a:gd name="adj" fmla="val 645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880a335e</a:t>
            </a:r>
          </a:p>
        </p:txBody>
      </p:sp>
      <p:sp>
        <p:nvSpPr>
          <p:cNvPr id="14" name="TextBox 13"/>
          <p:cNvSpPr txBox="1"/>
          <p:nvPr/>
        </p:nvSpPr>
        <p:spPr>
          <a:xfrm>
            <a:off x="1967020" y="2505456"/>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2026-10-12</a:t>
            </a:r>
          </a:p>
        </p:txBody>
      </p:sp>
      <p:sp>
        <p:nvSpPr>
          <p:cNvPr id="15" name="TextBox 14"/>
          <p:cNvSpPr txBox="1"/>
          <p:nvPr/>
        </p:nvSpPr>
        <p:spPr>
          <a:xfrm>
            <a:off x="3515118" y="2505456"/>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Installation/Uninstallation mechanisms: way too improved!, by angelahack1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82099963</a:t>
            </a:r>
          </a:p>
        </p:txBody>
      </p:sp>
      <p:sp>
        <p:nvSpPr>
          <p:cNvPr id="18" name="TextBox 17"/>
          <p:cNvSpPr txBox="1"/>
          <p:nvPr/>
        </p:nvSpPr>
        <p:spPr>
          <a:xfrm>
            <a:off x="1967020" y="2880360"/>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2026-10-11</a:t>
            </a:r>
          </a:p>
        </p:txBody>
      </p:sp>
      <p:sp>
        <p:nvSpPr>
          <p:cNvPr id="19" name="TextBox 18"/>
          <p:cNvSpPr txBox="1"/>
          <p:nvPr/>
        </p:nvSpPr>
        <p:spPr>
          <a:xfrm>
            <a:off x="3515118" y="2880360"/>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Complete stage standarizing the GUI web elements in agent_page.html, by angelahack1</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1,734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a:p>
            <a:pPr algn="l">
              <a:lnSpc>
                <a:spcPct val="100000"/>
              </a:lnSpc>
            </a:pPr>
            <a:r>
              <a:rPr sz="800" b="0" i="0">
                <a:solidFill>
                  <a:srgbClr val="ECE7DC"/>
                </a:solidFill>
                <a:latin typeface="Consolas"/>
              </a:rPr>
              <a:t>│       │       ├── voice_commands_visible.py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canvas-refresh.md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a:p>
            <a:pPr algn="l">
              <a:lnSpc>
                <a:spcPct val="100000"/>
              </a:lnSpc>
            </a:pPr>
            <a:r>
              <a:rPr sz="800" b="0" i="0">
                <a:solidFill>
                  <a:srgbClr val="ECE7DC"/>
                </a:solidFill>
                <a:latin typeface="Consolas"/>
              </a:rPr>
              <a:t>│   │   └── 2026-10-13-docked-avatar-divider.md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canvas_refresh_visible.py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chat_views_frozen_visible.py</a:t>
            </a:r>
          </a:p>
          <a:p>
            <a:pPr algn="l">
              <a:lnSpc>
                <a:spcPct val="100000"/>
              </a:lnSpc>
            </a:pPr>
            <a:r>
              <a:rPr sz="800" b="0" i="0">
                <a:solidFill>
                  <a:srgbClr val="ECE7DC"/>
                </a:solidFill>
                <a:latin typeface="Consolas"/>
              </a:rPr>
              <a:t>│   ├── chat_views_visible.py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0213_usage_ledger.py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18 / 18</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1,734 tracked files at commit 32a4a6d3;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v1.85.0   ·   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16, 2026  ·  commit 32a4a6d3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1.85.0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