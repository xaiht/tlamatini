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Self-hosted AI developer assistant (cloud LLMs by default) with RAG, Multi-Turn orchestration, 76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140,625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13, 2026 01:40 AM UTC-0600 at HEAD 5579391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self-hosted AI developer assistant (cloud LLMs by default; the app and RAG run locally)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Lets operators manage provider secrets from the browser through the Config -&gt; Access Keys Wizard instead of hand-editing `config.json`.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Hardens generated files: File-Creator’s bulk-write path now preserves long content byte-complete even when it contains heavy quoting or semicolon-rich source text.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SPEAK and LISTEN: Talker (text-to-speech) renders input_text to a 24 kHz WAV through an Ollama neural TTS model (default Orpheus-3b-FT) and is female-voice-only by design, while Whisperer (speech-to-text) records the microphone itself or transcribes a file via faster-whisper locally (NVIDIA-GPU auto-detect with an always-present CPU fallback) or a cloud Whisper API; both light a zero-latency console REC indicator driven by the live audio stream and are observational/output,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autonomously kill only genuinely hung shell-wrapper subtrees through a boot-time command watchdog that measures CPU and I/O progress instead of guessing from elapsed time.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Config -&gt; Access Keys Wizard reads masked provider-key status from the backend and persists only the edited secrets, keeping the browser flow honest without dumping live values back to the page.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`copy_source_assets.py` generates that snapshot with rebuild instructions and redacted secrets, and prompt rules require her to verify that directory exists before claiming she can inspect or change her own code.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 boot-time command watchdog samples CPU time and I/O bytes across shell-interpreter subtrees and reaps only the ones that stay idle past the grace-and-streak window, protecting healthy long-running commands while rescuing wedged prompt waits.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`dist/Tlamatini_Release/`; `build.py --self-modify` additionally injects the generated source snapshot for self-rebuildable releases.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V1.19.5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`v1.19.5`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V1.19.5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`v1.19.5`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V1.19.5 HARDENING AND SELF-MODIFY COMPLETENESS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Current Release Focus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documented release is `v1.19.5`, and the README now frames it as a hardening-and-self-modify release rather than another simple count bump.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Three visible user-facing points define this version: File-Creator now preserves source files byte-for-byte, self-modify builds now carry a rebuildable generated source snapshot, and Config now exposes an API-Keys Wizard dialog.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release window also carries forward the recent voice/media wave from `v1.17.2` through `v1.19.3`, so the current dossier must present Talker, Whisperer, Recorder, Camcorder, AudioPlayer, and VideoPlayer as first-class parts of the product.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release is about trust: generated files should land intact, self-modify builds should actually carry a rebuildable self-image, and credential setup should not require hand-editing JSON.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those are operator-facing quality-of-life features rather than hidden internals, they belong high in the deck instead of being buried in an appendix.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resulting narrative matches the current README and Book much more honestly than the older milestone-only framing.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GENERATED `TLAMATINISOURCECODE/` AND REBUILD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Self-Modify Source Snapshot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Snapshot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Self-modify builds now rely on `copy_source_assets.py` to generate `TlamatiniSourceCode/` as a fresh rebuild-oriented snapshot of the repository.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snapshot includes source, build scripts, docs, skills, and small required binaries while deliberately omitting or redacting heavy media and secrets; `_REBUILD_INSTRUCTIONS.md` plus `_SOURCE_SNAPSHOT_MANIFEST.json` explain how to restore the missing payloads.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snapshot is optional, the runtime contract remains strict: Tlamatini must verify that `TlamatiniSourceCode/` exists before claiming she can inspect, modify, or rebuild herself.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Access Keys, Assets, And File Writes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Config now includes an Access Keys Wizard / API-Keys Wizard path so operators can manage provider credentials from the browser instead of editing `config.json` directly.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backend exposes masked status plus explicit save endpoints, which keeps the operator flow convenient without echoing raw secrets back into the page.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Recent tracked assets worth calling out explicitly include `copy_source_assets.py` for self-modify snapshot generation, `agent/access_key_wizard.py` for backend secret handling, and the new `access_keys_wizard.js` / `access_keys_wizard.css` frontend pair wired into `agent_page.html`.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`v1.19.5` File-Creator hardening pass fixes the wrong-symbol / wrong-escape corruption path that hit backslash-dense Java, JSON, CSS, and regex files during wrapped chat-agent execution.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TALKER / WHISPERER FAMILY PLUS WATCHDOG HARDENING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Media, Voice, And Runtime Resilience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Media and 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media family spans capture, playback, and speech: Shoter (screen), Camcorder (camera-in), Recorder (mic-in), AudioPlayer (speakers-out), VideoPlayer (screen-out with audio), Talker (text-to-speech), and Whisperer (speech-to-text).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Talker remains female-only by design and uses an Ollama neural TTS model with SNAC decoding, while Whisperer records the microphone itself or transcribes a file through faster-whisper locally or cloud Whisper APIs.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Recent stability work matters here too: Talker now chunks long input by sentence for long-form speech, and media-output defaults were moved into the application `Temp` directory rather than user content folders.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Autonomous watchdog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boot-time autonomous command watchdog now protects the chat against shell wrappers that stay alive while making zero CPU or I/O progress, the classic signature of a mangled prompt waiting forever on stdin.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never kills on elapsed time alone: the subtree must outlive the grace window and remain idle for a configured streak, so long builds, downloads, and compiles are preserved while only genuinely wedged interpreters are reaped.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watchdog complements rather than replaces the orphan reaper: the watchdog rescues blocked synchronous tool calls before they return, while the orphan reaper still handles post-return survivors and stale console companions.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BACKEND, FRONTEND, AND BUILD FILES ADDED OR UPGRADED RECENTLY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Assets And Surfaces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Named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Recent tracked assets worth calling out explicitly include `copy_source_assets.py` for self-modify snapshot generation, `agent/access_key_wizard.py` for backend secret handling, and the new `access_keys_wizard.js` / `access_keys_wizard.css` frontend pair wired into `agent_page.html`.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recent window also updated key operator/runtime files such as `prompt.pmt`, `chat_agent_registry.py`, `tools.py`, `views.py`, `urls.py`, and the File-Creator agent template, so the visible features are backed by concrete implementation assets rather than documentation-only promises.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dossier already includes the full tracked tree and line-count inventory, these named assets serve as the human-readable shortlist of what changed most materially in the latest release wave.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they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These files are the concrete proof behind the release narrative: build-time self-snapshotting, a graphical credentials setup surface, and a safer File-Creator transport are all implemented in tracked source, not merely described in markdown.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They also increase the line inventory in JavaScript, CSS, HTML, and Python, which the dossier’s language tables and complete tracked tree now pick up automatically.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For operators and maintainers, this makes the PDF/PPTX useful as both a product overview and a change-orientation map after a busy sprint.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76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76-agent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76 workflow agents, 83 Multi-Turn tools, 12 ACPX tools, and 27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total: 51 distinct wrapped chat-agent tools bound from `chat_agent_registry.py`, which combines with 20 core Python tools and 12 ACPX/Skill tools for 83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76-agent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is Tlamatini’s current Kali Linux bridge: a direct client for MCP-Kali-Server that lets her drive authorized recon, enumeration, web scanning, and offensive-security workflows from chat or canvas.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Tlamatini’s current STM32 bridge: she talks to the `STM32 Template Project MCP` so she can scaffold, author, build, flash, reset, and observe STM32F4 firmware without driving STM32CubeIDE manually.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Tlamatini’s current PlatformIO Core bridge: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And Self-Modify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Use Config -&gt; Access Keys Wizard when you need to wire or update provider credentials without editing `config.json` manually.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Credential configuration is no longer hand-edit-only: Config -&gt; Access Keys Wizard provides a browser-side path for ACPX and provider secrets while preserving masked status in the UI.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`v1.19.5`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OPERATOR-FACING DATABASE MAINTENANCE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RELEASE-IDENTITY WORK ACROSS RUNTIME AND BUILDS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1.19.5 | build: 1.19.5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ARCHIVE COMPRESSION AND DECOMPRESSION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UE5 EDITOR BRIDGE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WINDOWS PROCESS-HYGIENE AND SURVIVOR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5579391 - Updating documentation to Tlamatini v1.19.5,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1.19.5 (git)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13, 2026 01:40 AM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83; wrapped chat-agent tools: 51;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78; authoritative agent-description rows: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acf1a35 on 2026-06-12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Updating visual documentation to Tlamatini v1.19.4, by Tlamatini's-AutoBot.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`v1.19.5` hardened File-Creator with a byte-exact write path: verbatim `content` plus a `content_b64` channel now preserve backslash-heavy and binary payloads without wrong-symbol corruption.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markdown handbooks themselves were revised during that span, so this dossier refresh is carrying forward not only code/runtime changes but also the corrected operator-language and release-story wording.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VOICE IN/OUT ARRIVES,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media-I/O, voice (Talker/Whisperer)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Talker (text-to-speech): SPEAKS input_text aloud via an Ollama neural TTS model (default Orpheus-3b-FT), SNAC-decoded to a 24 kHz WAV — FEMALE-VOICE-ONLY by design (a male voice is refused, never substituted); needs snac+torch (CPU is fine) else degrades to tokens_only.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Whisperer (speech-to-text): records the mic ITSELF (no Recorder dep, 30 s default) or transcribes a file, via faster-whisper LOCALLY — NVIDIA-GPU auto-detect with an ALWAYS-present CPU fallback — or cloud Groq/OpenAI; Ollama can only tidy the finished transcript.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Both audio agents now light a zero-latency console REC indicator (blinking dot + live VU bar) driven by the audio-stream callback — ON within ~20 ms of real samples, OFF the instant the stream stops; the agent reveals its own console even when spawned headless.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sounddevice; AudioPlayer + VideoPlayer (playback): file to speakers / to a chosen display — the media-I/O family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capture/playback/voice family is observational/output, so it stays out of the Exec Report; each ships on the canvas and as a wrapped Multi-Turn tool. Arduiner adds a direct arduino-cli firmware bridge with zero-config bootstrap and a serial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76 workflow agents and 83 Multi-Turn tools (51 wrapped chat-agent + 12 ACPX/Skill + 20 core), with 27 skills.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140,625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193,742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358      98,968    139,470  70.4%
Markdown                 144      17,428     22,094  12.4%
JavaScript                29      14,264     17,891  10.1%
CSS                        7       4,074      5,158   2.9%
YAML                      81       1,688      4,231   1.2%
Other text                 7         906      1,101   0.6%
HTML                       4         878        896   0.6%
Prompt template            2         798        908   0.6%
PowerShell                 5         508        754   0.4%
JSON                       7         422        422   0.3%
JavaScript module          1         405        474   0.3%
Text                       7         251        281   0.2%
Protocol Buffers           1          20         33   0.0%
Batch                      1          15         29   0.0%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7,788  11,364
Tlamatini/agent/tests.py                                Python         5,293   6,837
Tlamatini/agent/tools.py                                Python         2,736   3,990
Tlamatini/agent/doc_generation/complete_project_docs.py Python         2,446   2,764
Tlamatini/agent/agents/flowcreator/agentic_skill.md     Markdown       2,138   2,360
BookOfTlamatini.md                                      Markdown       2,122   2,987
...ini/agent/static/agent/css/agentic_control_panel.css CSS            1,820   2,436
Tlamatini/agent/static/agent/js/agent_page_init.js      JavaScript     1,447   1,700
Tlamatini/agent/static/agent/css/agent_page.css         CSS            1,379   1,703
README.md                                               Markdown       1,369   1,943
Tlamatini/agent/static/agent/js/acp-agent-connectors.js JavaScript     1,361   1,515
Tlamatini/agent/static/agent/js/agent_page_chat.js      JavaScript     1,361   1,858
Tlamatini/agent/static/agent/js/acp-canvas-core.js      JavaScript     1,335   1,645
Tlamatini/agent/consumers.py                            Python         1,300   1,638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Recent Git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recent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`v1.19.5` File-Creator hardening pass now writes content byte-for-byte: plain `content` is re-extracted verbatim, and heavy escape/binary payloads can travel through `content_b64`, eliminating the wrong-symbol corruption that broke backslash-dense Java, JSON, and regex files.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release completes the self-modify story: `build.py --self-modify` now generates a rebuildable `TlamatiniSourceCode/` snapshot through `copy_source_assets.py`, so a self-able-modify build carries her own source tree, rebuild instructions, and redacted secrets in one honest package.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 ergonomics improved too: the Config menu now includes an API-Keys Wizard dialog, giving the user a browser-side way to enter and persist provider credentials without hand-editing `config.json`.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Self-awareness is now part of the steady baseline rather than a one-off milestone: Tlamatini carries a first-person self-knowledge map and, in self-modify builds, can inspect the bundled source snapshot that describes how she actually works.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config-plane UI grew another safety layer: when model/URL dialog saves materially change live runtime inputs, the chat now prompts the operator to reconnect before trusting the current session state.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Documentation itself changed during the recent window, so the regenerated dossier is part of the tracked operator surface rather than an external afterthought.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2026-06-13 | 5579391 | Updating documentation to Tlamatini v1.19.5,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563ae27 | Fixing the FileCreator bulk-down to avoid wrong symbols files, by Tlamatini's-AutoBot.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THE LAST 3 DAYS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3-Day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2026-06-13 | 5579391 | Updating documentation to Tlamatini v1.19.5,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563ae27 | Fixing the FileCreator bulk-down to avoid wrong symbols files,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acf1a35 | Updating visual documentation to Tlamatini v1.19.4,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2a963c8 | Updating documentation to Tlamatini v1.19.4,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fe0cee2 | Fixing the FileCreator bulk-down to avoid truncated files,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5a04129 | Now Implemented the complete source code as the codebase Tlamatini will work with in Auto-self modify, by Tlamatini's-AutoBot.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THE LAST 3 DAYS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3-Day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2026-06-10 | ef1e11d | Implementing the API-Keys Wizard Dialog from config menu,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2026-06-10 | a6070b9 | Updating all of the documentation upgrading to Tlamatini's v1.19.3,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2026-06-10 | fc1eb10 | Fixing out of playing reaper, by Tlamatini's-AutoBot.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.mcp.json
|-- _acpx_pipeline_demo_report.md
|-- ACPX.md
|-- agents_descriptions.md
|-- BookOfTlamatini.md
|-- build.py
|-- build_installer.py
|-- build_uninstaller.py
|-- Claude-Desktop-KALI-MCP-Session.md
|-- CLAUDE.md
|-- copy_source_assets.py
|-- CreateShortcut.json
|-- CreateShortcut.ps1
|-- eslint.config.mjs
|-- example_of_prompt_to_make_de-compresser_agent.txt
|-- image.png
|-- install.py
|-- KIMI.md
|-- LICENSE
|-- OllamaPricing.png
|-- package.json
|-- PIVOT_CHANGES.md
|-- pnpm-lock.yaml
|-- prompt_example_2_create_agent.txt
|-- README.md
|-- regen_secrets.py
|-- register_flw.ps1
|-- RemoveShortcut.ps1
|-- requirements.txt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Tlamatini-Kali-Setup.md
|-- Tlamatini.ico
|-- Tlamatini.jpg
|-- Tlamatini.ps1
|-- tlamatini_app_summary.pdf
|-- Tlamatini_eXtended_Artificial_Intelligence_Humanly_Tempered.pptx
|-- TLAMATINI_MCP.md
|-- tlamatini_mcp_server.py
|-- uninstall.py
|-- unregister_flw.ps1
|-- VERSIONING.md
|-- versioning.py
|-- .claude/
|   |-- settings.json
|   |-- hooks/
|   |   |-- announce_skills.py
|   |   `-- test_announce_skills.py
|   |-- memory/
|   |   |-- feedback_agent_naming_conventions.md
|   |   |-- feedback_dont_overbuild_exec_safety.md
|   |   |-- feedback_hard_real_scenario_tests.md
|   |   |-- feedback_main_branch_only.md
|   |   |-- feedback_package_json_version_bump.md
|   |   |-- feedback_run_tlamatini_agents_visible.md
|   |   |-- feedback_state_constraints_upfront.md
|   |   |-- feedback_track_changes_pivot_file.md
|   |   |-- feedback_update_agent_docs.md
|   |   |-- feedback_user_owns_git.md
|   |   |-- MEMORY.md
|   |   |-- project_acpx_oneshot_prompt.md
|   |   |-- project_acpx_skills_menu.md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project_acpx_toggle_skills.md
|   |   |-- project_acpxer_added.md
|   |   |-- project_arduiner_agent.md
|   |   |-- project_ask_execs_feature.md
|   |   |-- project_audioplayer_agent.md
|   |   |-- project_build_concurrency_guard.md
|   |   |-- project_build_tests_and_installer_enterkey.md
|   |   |-- project_camcorder_agent.md
|   |   |-- project_carried_python_for_agents.md
|   |   |-- project_conjunction_parser_fix.md
|   |   |-- project_daily_chat_test_skill.md
|   |   |-- project_desktop_ui_lifecycle.md
|   |   |-- project_director_virtuoso_demo_prompts.md
|   |   |-- project_doc_refresh_2026_05_06.md
|   |   |-- project_doc_refresh_2026_05_08.md
|   |   |-- project_doc_refresh_2026_05_09.md
|   |   |-- project_eight_fixes_2026_05_07.md
|   |   |-- project_emailer_recmailer_oneshot.md
|   |   |-- project_embedding_memory_guard.md
|   |   |-- project_esp32er_agent.md
|   |   |-- project_execute_command_bounded_fix.md
|   |   |-- project_execute_file_foreground_fix.md
|   |   |-- project_external_exec_safety_layer.md
|   |   |-- project_flow_compiler_dialog_wins.md
|   |   |-- project_kalier_agent.md
|   |   |-- project_keyboarder_wrapped_2026_05_07.md
|   |   |-- project_living_canvas_dropped.md
|   |   |-- project_mouser_wrapped_2026_05_07.md
|   |   |-- project_native_picker_tcltk_fix.md
|   |   |-- project_native_toast.md
|   |   |-- project_numpy_pyinstaller.md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project_ollama_source_build_breaks_embeddings.md
|   |   |-- project_planner_followup.md
|   |   |-- project_playwrighter_agent.md
|   |   |-- project_playwrighter_hold_open.md
|   |   |-- project_prompt_catalog_mode_badges.md
|   |   |-- project_pythonxer_forkbomb_fix.md
|   |   |-- project_pythonxer_strict_ruff_gate.md
|   |   |-- project_quote_apostrophe_fix_2026_05_07.md
|   |   |-- project_reaper_console_window_fix.md
|   |   |-- project_recorder_agent.md
|   |   |-- project_reviewer_analyzer_agents.md
|   |   |-- project_reviewer_analyzer_demo_prompts.md
|   |   |-- project_reviewer_committed_secrets_falsepos.md
|   |   |-- project_secret_leak_recovery.md
|   |   |-- project_stm32er_agent.md
|   |   |-- project_stm32er_bootstrap_preflight.md
|   |   |-- project_stm32er_demo_prompts.md
|   |   |-- project_stm32er_docs_libs_parametrizer.md
|   |   |-- project_stm32er_hil_serial_proof_fix.md
|   |   |-- project_stm32er_tests.md
|   |   |-- project_summarizer_oneshot_mode.md
|   |   |-- project_taskbar_flash_attention.md
|   |   |-- project_teletlamatini_acpx.md
|   |   |-- project_temp_templates_policy.md
|   |   |-- project_unity_mcp_declined.md
|   |   |-- project_unrealer_expanded_surface.md
|   |   |-- project_versioning_2026_05_15.md
|   |   |-- project_videoplayer_agent.md
|   |   |-- project_windower_agent.md
|   |   `-- user_profile.md
|   `-- skills/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|-- tlamatini-agent-creation/
|       |   `-- SKILL.md
|       |-- tlamatini-agent-naming/
|       |   `-- SKILL.md
|       `-- tlamatini-daily-chat-test/
|           |-- .gitignore
|           |-- SKILL.md
|           `-- harness/
|               |-- config.py
|               |-- cyber_watchdog_test.py
|               |-- qualify.py
|               |-- questions.py
|               |-- README.md
|               |-- requirements.txt
|               |-- run_test.py
|               |-- talk_test.py
|               `-- wrapped_questions.py
|-- .codex/
|   `-- skills/
|       |-- full-project-pdf-dossier/
|       |   `-- SKILL.md
|       `-- overlap-safe-pptx-dossier/
|           `-- SKILL.md
|-- .github/
|   `-- workflows/
|       `-- name-guard.yml
|-- AuxTests/
|   `-- mypdf2.py
|-- docs/
|   `-- claude/
|       |-- acpx.md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
    |-- cat_art.py
    |-- manage.py
    |-- .agents/
    |   `-- workflows/
    |       `-- create_new_agent.md
    |-- .mcps/
    |   `-- create_new_mcp.md
    |-- .skills/
    |   `-- create_new_skill.md
    |-- agent/
    |   |-- __init__.py
    |   |-- access_key_wizard.py
    |   |-- admin.py
    |   |-- apps.py
    |   |-- capability_registry.py
    |   |-- chain_files_search_lcel.py
    |   |-- chain_system_lcel.py
    |   |-- chat_agent_registry.py
    |   |-- chat_agent_runtime.py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chat_history_loader.py
    |   |-- command_togen_pb2.txt
    |   |-- command_watchdog.py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test_access_key_wizard.py
    |   |-- test_arduiner_agent.py
    |   |-- test_audioplayer_agent.py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test_build_scripts.py
    |   |-- test_camcorder_agent.py
    |   |-- test_chat_bridge_bots.py
    |   |-- test_command_watchdog.py
    |   |-- test_crawler_agent.py
    |   |-- test_de_compresser.py
    |   |-- test_embedding_memory_guard.py
    |   |-- test_esp32er_agent.py
    |   |-- test_execute_command_bounded.py
    |   |-- test_flow_contracts.py
    |   |-- test_googler_agent.py
    |   |-- test_j_decompiler_agent.py
    |   |-- test_kalier_agent.py
    |   |-- test_native_dialogs.py
    |   |-- test_orphan_reaper.py
    |   |-- test_password_quoting.py
    |   |-- test_playwrighter_agent.py
    |   |-- test_recorder_agent.py
    |   |-- test_stm32er_agent.py
    |   |-- test_talker_agent.py
    |   |-- test_temp_dir_policy.py
    |   |-- test_unrealer_agent.py
    |   |-- test_videoplayer_agent.py
    |   |-- test_whisperer_agent.py
    |   |-- test_windower_agent.py
    |   |-- test_windows_app_registration.py
    |   |-- tests.py
    |   |-- Tlamatini.md
    |   |-- tools.py
    |   |-- urls.py
    |   |-- version.py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arduiner/
    |   |   |   |-- arduiner.py
    |   |   |   |-- config.yaml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talker/
    |   |   |   |-- config.yaml
    |   |   |   `-- talker.py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videoplayer/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videoplayer.py
    |   |   |-- whatsapper/
    |   |   |   |-- config.yaml
    |   |   |   `-- whatsapper.py
    |   |   |-- whatstlamatini/
    |   |   |   |-- config.yaml
    |   |   |   `-- whatstlamatini.py
    |   |   |-- whisperer/
    |   |   |   |-- config.yaml
    |   |   |   `-- whisperer.py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|-- 0116_add_audioplayer.py
    |   |   |-- 0117_add_chat_agent_audioplayer_tool.py
    |   |   |-- 0118_add_videoplayer.py
    |   |   |-- 0119_add_chat_agent_videoplayer_tool.py
    |   |   |-- 0120_add_talker.py
    |   |   |-- 0121_add_chat_agent_talker_tool.py
    |   |   |-- 0122_add_talker_demo_prompt.py
    |   |   |-- 0123_add_whisperer.py
    |   |   |-- 0124_add_chat_agent_whisperer_tool.py
    |   |   |-- 0125_add_whisperer_demo_prompt.py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access_keys_wizard.css
    |   |       |   |-- agent_page.css
    |   |       |   |-- agentic_control_panel.css
    |   |       |   |-- login.css
    |   |       |   |-- skills_dialog.css
    |   |       |   |-- tools_dialog.css
    |   |       |   `-- welcome.css
    |   |       |-- img/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spinner.svg
    |   |       |   `-- Tlamatini.ico
    |   |       |-- js/
    |   |       |   |-- access_keys_wizard.js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|-- test_fixtures/
    |   |   `-- talker_orpheus_tokens.txt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