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Self-hosted AI developer assistant (cloud LLMs by default) with RAG, Multi-Turn orchestration, 76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138,522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10, 2026 11:49 AM UTC-0600 at HEAD fc1eb10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self-hosted AI developer assistant (cloud LLMs by default; the app and RAG run locally)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SPEAK and LISTEN: Talker (text-to-speech) renders input_text to a 24 kHz WAV through an Ollama neural TTS model (default Orpheus-3b-FT) and is female-voice-only by design, while Whisperer (speech-to-text) records the microphone itself or transcribes a file via faster-whisper locally (NVIDIA-GPU auto-detect with an always-present CPU fallback) or a cloud Whisper API; both light a zero-latency console REC indicator driven by the live audio stream and are observational/output,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V1.19.3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`v1.19.3`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V1.19.3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`v1.19.3`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76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76-agent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76 workflow agents, 83 Multi-Turn tools, 12 ACPX tools, and 27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total: 51 distinct wrapped chat-agent tools bound from `chat_agent_registry.py`, which combines with 20 core Python tools and 12 ACPX/Skill tools for 83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76-agent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`v1.19.3`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1.19.3 | build: 1.19.3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fc1eb10 - Fixing out of playing reaper, by Tlamatini's-AutoBot.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1.19.3 (git)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10, 2026 11:49 AM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83; wrapped chat-agent tools: 51;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78; authoritative agent-description rows: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ccb309a on 2026-06-08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Setted documentation as 1.19.0, by angelahack1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Git shows focused platform evolution across autonomy, operator ergonomics, runtime self-knowledge, and documentation fidelity.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VOICE IN/OUT ARRIVES,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media-I/O, voice (Talker/Whisperer)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Talker (text-to-speech): SPEAKS input_text aloud via an Ollama neural TTS model (default Orpheus-3b-FT), SNAC-decoded to a 24 kHz WAV — FEMALE-VOICE-ONLY by design (a male voice is refused, never substituted); needs snac+torch (CPU is fine) else degrades to tokens_only.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Whisperer (speech-to-text): records the mic ITSELF (no Recorder dep, 30 s default) or transcribes a file, via faster-whisper LOCALLY — NVIDIA-GPU auto-detect with an ALWAYS-present CPU fallback — or cloud Groq/OpenAI; Ollama can only tidy the finished transcript.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Both audio agents now light a zero-latency console REC indicator (blinking dot + live VU bar) driven by the audio-stream callback — ON within ~20 ms of real samples, OFF the instant the stream stops; the agent reveals its own console even when spawned headless.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sounddevice; AudioPlayer + VideoPlayer (playback): file to speakers / to a chosen display — the media-I/O family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capture/playback/voice family is observational/output, so it stays out of the Exec Report; each ships on the canvas and as a wrapped Multi-Turn tool. Arduiner adds a direct arduino-cli firmware bridge with zero-config bootstrap and a serial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76 workflow agents and 83 Multi-Turn tools (51 wrapped chat-agent + 12 ACPX/Skill + 20 core), with 27 skills.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138,522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191,116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355      97,732    137,830  70.6%
Markdown                 144      17,266     21,899  12.5%
JavaScript                28      13,895     17,486  10.0%
CSS                        6       3,760      4,799   2.7%
YAML                      81       1,687      4,225   1.2%
Other text                 7         906      1,101   0.7%
HTML                       4         858        876   0.6%
Prompt template            2         797        907   0.6%
PowerShell                 5         508        754   0.4%
JSON                       7         422        422   0.3%
JavaScript module          1         405        474   0.3%
Text                       7         251        281   0.2%
Protocol Buffers           1          20         33   0.0%
Batch                      1          15         29   0.0%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7,760  11,317
Tlamatini/agent/tests.py                                Python         5,213   6,727
Tlamatini/agent/tools.py                                Python         2,686   3,887
Tlamatini/agent/doc_generation/complete_project_docs.py Python         2,323   2,630
Tlamatini/agent/agents/flowcreator/agentic_skill.md     Markdown       2,138   2,360
BookOfTlamatini.md                                      Markdown       2,121   2,985
...ini/agent/static/agent/css/agentic_control_panel.css CSS            1,820   2,436
Tlamatini/agent/static/agent/js/agent_page_init.js      JavaScript     1,435   1,687
Tlamatini/agent/static/agent/css/agent_page.css         CSS            1,379   1,703
README.md                                               Markdown       1,367   1,941
Tlamatini/agent/static/agent/js/acp-agent-connectors.js JavaScript     1,361   1,515
Tlamatini/agent/static/agent/js/agent_page_chat.js      JavaScript     1,361   1,858
Tlamatini/agent/static/agent/js/acp-canvas-core.js      JavaScript     1,335   1,645
Tlamatini/agent/consumers.py                            Python         1,300   1,638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Git history today shows focused maintenance across the operator surface, release mechanics, and runtime behavior.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2026-06-10 | fc1eb10 | Fixing out of playing reaper,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2026-06-09 | dad4f7f | Fixing out of order Talker paged exxecution,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2026-06-09 | 4d12919 | Improving temp file location in media agents,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2026-06-09 | 648e6ae | Upgrading Talker to enable Tlamatini speak non-stop,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2026-06-09 | fe803fb | Trying to fix Talker in token managing, by angelahack1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2026-06-10 | fc1eb10 | Fixing out of playing reaper, by Tlamatini's-AutoBot.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.mcp.json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image.png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Tlamatini.ico
|-- Tlamatini.jpg
|-- Tlamatini.ps1
|-- tlamatini_app_summary.pdf
|-- Tlamatini_eXtended_Artificial_Intelligence_Humanly_Tempered.pptx
|-- TLAMATINI_MCP.md
|-- tlamatini_mcp_server.py
|-- uninstall.py
|-- unregister_flw.ps1
|-- VERSIONING.md
|-- versioning.py
|-- .claude/
|   |-- settings.json
|   |-- hooks/
|   |   |-- announce_skills.py
|   |   `-- test_announce_skills.py
|   |-- memory/
|   |   |-- feedback_agent_naming_conventions.md
|   |   |-- feedback_dont_overbuild_exec_safety.md
|   |   |-- feedback_hard_real_scenario_tests.md
|   |   |-- feedback_main_branch_only.md
|   |   |-- feedback_package_json_version_bump.md
|   |   |-- feedback_run_tlamatini_agents_visible.md
|   |   |-- feedback_state_constraints_upfront.md
|   |   |-- feedback_track_changes_pivot_file.md
|   |   |-- feedback_update_agent_docs.md
|   |   |-- feedback_user_owns_git.md
|   |   |-- MEMORY.md
|   |   |-- project_acpx_oneshot_prompt.md
|   |   |-- project_acpx_skills_menu.md
|   |   |-- project_acpx_toggle_skills.md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project_acpxer_added.md
|   |   |-- project_arduiner_agent.md
|   |   |-- project_ask_execs_feature.md
|   |   |-- project_audioplayer_agent.md
|   |   |-- project_build_concurrency_guard.md
|   |   |-- project_build_tests_and_installer_enterkey.md
|   |   |-- project_camcorder_agent.md
|   |   |-- project_carried_python_for_agents.md
|   |   |-- project_conjunction_parser_fix.md
|   |   |-- project_daily_chat_test_skill.md
|   |   |-- project_desktop_ui_lifecycle.md
|   |   |-- project_director_virtuoso_demo_prompts.md
|   |   |-- project_doc_refresh_2026_05_06.md
|   |   |-- project_doc_refresh_2026_05_08.md
|   |   |-- project_doc_refresh_2026_05_09.md
|   |   |-- project_eight_fixes_2026_05_07.md
|   |   |-- project_emailer_recmailer_oneshot.md
|   |   |-- project_embedding_memory_guard.md
|   |   |-- project_esp32er_agent.md
|   |   |-- project_execute_command_bounded_fix.md
|   |   |-- project_execute_file_foreground_fix.md
|   |   |-- project_external_exec_safety_layer.md
|   |   |-- project_flow_compiler_dialog_wins.md
|   |   |-- project_kalier_agent.md
|   |   |-- project_keyboarder_wrapped_2026_05_07.md
|   |   |-- project_living_canvas_dropped.md
|   |   |-- project_mouser_wrapped_2026_05_07.md
|   |   |-- project_native_picker_tcltk_fix.md
|   |   |-- project_native_toast.md
|   |   |-- project_numpy_pyinstaller.md
|   |   |-- project_ollama_source_build_breaks_embeddings.md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project_planner_followup.md
|   |   |-- project_playwrighter_agent.md
|   |   |-- project_playwrighter_hold_open.md
|   |   |-- project_prompt_catalog_mode_badges.md
|   |   |-- project_pythonxer_forkbomb_fix.md
|   |   |-- project_pythonxer_strict_ruff_gate.md
|   |   |-- project_quote_apostrophe_fix_2026_05_07.md
|   |   |-- project_reaper_console_window_fix.md
|   |   |-- project_recorder_agent.md
|   |   |-- project_reviewer_analyzer_agents.md
|   |   |-- project_reviewer_analyzer_demo_prompts.md
|   |   |-- project_reviewer_committed_secrets_falsepos.md
|   |   |-- project_secret_leak_recovery.md
|   |   |-- project_stm32er_agent.md
|   |   |-- project_stm32er_bootstrap_preflight.md
|   |   |-- project_stm32er_demo_prompts.md
|   |   |-- project_stm32er_docs_libs_parametrizer.md
|   |   |-- project_stm32er_hil_serial_proof_fix.md
|   |   |-- project_stm32er_tests.md
|   |   |-- project_summarizer_oneshot_mode.md
|   |   |-- project_taskbar_flash_attention.md
|   |   |-- project_teletlamatini_acpx.md
|   |   |-- project_temp_templates_policy.md
|   |   |-- project_unity_mcp_declined.md
|   |   |-- project_unrealer_expanded_surface.md
|   |   |-- project_versioning_2026_05_15.md
|   |   |-- project_videoplayer_agent.md
|   |   |-- project_windower_agent.md
|   |   `-- user_profile.md
|   `-- skills/
|       |-- tlamatini-agent-creation/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   `-- SKILL.md
|       |-- tlamatini-agent-naming/
|       |   `-- SKILL.md
|       `-- tlamatini-daily-chat-test/
|           |-- .gitignore
|           |-- SKILL.md
|           `-- harness/
|               |-- config.py
|               |-- cyber_watchdog_test.py
|               |-- qualify.py
|               |-- questions.py
|               |-- README.md
|               |-- requirements.txt
|               |-- run_test.py
|               |-- talk_test.py
|               `-- wrapped_questions.py
|-- .codex/
|   `-- skills/
|       |-- full-project-pdf-dossier/
|       |   `-- SKILL.md
|       `-- overlap-safe-pptx-dossier/
|           `-- SKILL.md
|-- .github/
|   `-- workflows/
|       `-- name-guard.yml
|-- AuxTests/
|   `-- mypdf2.py
|-- docs/
|   `-- claude/
|       |-- acpx.md
|       |-- agents.md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|-- architecture.md
|       |-- exec-report.md
|       |-- frontend.md
|       |-- gotchas.md
|       |-- INDEX.md
|       |-- mcp-tools.md
|       |-- multi-turn.md
|       `-- recent-fixes.md
|-- pyinstaller_hooks/
|   `-- hook-numpy.py
`-- Tlamatini/
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command_watchdog.py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test_audioplayer_agent.py
    |   |-- test_build_scripts.py
    |   |-- test_camcorder_agent.py
    |   |-- test_chat_bridge_bots.py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test_command_watchdog.py
    |   |-- test_crawler_agent.py
    |   |-- test_de_compresser.py
    |   |-- test_embedding_memory_guard.py
    |   |-- test_esp32er_agent.py
    |   |-- test_execute_command_bounded.py
    |   |-- test_flow_contracts.py
    |   |-- test_googler_agent.py
    |   |-- test_j_decompiler_agent.py
    |   |-- test_kalier_agent.py
    |   |-- test_native_dialogs.py
    |   |-- test_orphan_reaper.py
    |   |-- test_password_quoting.py
    |   |-- test_playwrighter_agent.py
    |   |-- test_recorder_agent.py
    |   |-- test_stm32er_agent.py
    |   |-- test_talker_agent.py
    |   |-- test_temp_dir_policy.py
    |   |-- test_unrealer_agent.py
    |   |-- test_videoplayer_agent.py
    |   |-- test_whisperer_agent.py
    |   |-- test_windower_agent.py
    |   |-- test_windows_app_registration.py
    |   |-- tests.py
    |   |-- Tlamatini.md
    |   |-- tools.py
    |   |-- urls.py
    |   |-- version.py
    |   |-- views.py
    |   |-- web_search_llm.py
    |   |-- window_flash.py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    |-- sketch.yaml
    |   |   |       `-- src/
    |   |   |           |-- Heartbeat.cpp
    |   |   |           `-- Heartbeat.h
    |   |   |-- asker/
    |   |   |   |-- asker.py
    |   |   |   `-- config.yaml
    |   |   |-- audioplayer/
    |   |   |   |-- audioplayer.py
    |   |   |   `-- config.yaml
    |   |   |-- barrier/
    |   |   |   |-- barrier.py
    |   |   |   |-- config.yaml
    |   |   |   `-- test_barrier.py
    |   |   |-- camcorder/
    |   |   |   |-- camcorder.py
    |   |   |   `-- config.yaml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talker/
    |   |   |   |-- config.yaml
    |   |   |   `-- talker.py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videoplayer/
    |   |   |   |-- config.yaml
    |   |   |   `-- videoplayer.py
    |   |   |-- whatsapper/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whatsapper.py
    |   |   |-- whatstlamatini/
    |   |   |   |-- config.yaml
    |   |   |   `-- whatstlamatini.py
    |   |   |-- whisperer/
    |   |   |   |-- config.yaml
    |   |   |   `-- whisperer.py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
    |   |   |-- 0116_add_audioplayer.py
    |   |   |-- 0117_add_chat_agent_audioplayer_tool.py
    |   |   |-- 0118_add_videoplayer.py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|-- 0119_add_chat_agent_videoplayer_tool.py
    |   |   |-- 0120_add_talker.py
    |   |   |-- 0121_add_chat_agent_talker_tool.py
    |   |   |-- 0122_add_talker_demo_prompt.py
    |   |   |-- 0123_add_whisperer.py
    |   |   |-- 0124_add_chat_agent_whisperer_tool.py
    |   |   |-- 0125_add_whisperer_demo_prompt.py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flow_making/
    |   |   |   |-- SKILL.md
    |   |   |   |-- references/
    |   |   |   |   `-- flw_schema.md
    |   |   |   `-- scripts/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|-- test_fixtures/
    |   |   `-- talker_orpheus_tokens.txt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`-- wsgi.py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