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67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108,491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25, 2026 02:24 PM UTC-0600 at HEAD 95cf6e2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notifications, DevOps tools, local model operation, Windows packaging, and now first-person self-knowledge about her own runtime.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Launches wrapped copies of selected workflow agents in isolated runtime folders without mutating templates.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Lets users design, validate, save, pause, resume, and stop visual workflows through the Agentic Control Panel.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Turns successful Multi-Turn tool executions into starter `.flw` workflows that can be inspected and validated in ACP.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Packages the project into a distributable Windows release with installer and uninstaller tooling.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6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6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6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67-agent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67 workflow agents, 74 Multi-Turn tools, 12 ACPX tools, and 24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42 wrapped chat-agent tools in `chat_agent_registry.py`, which combines with 20 core Python tools and 12 ACPX/Skill tools for 74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README.md and BookOfTlamatini.md now agree on those counts, so the dossier can mirror the docs and the live registry without reconciliation footnotes.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67-agent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URL configuration now also includes `kali_server_url`, edited from `Config -&gt; URLs -&gt; Kali server (Kalier)`, which is the default box that chat-side Kalier runs inherit automatically.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`v1.8.0` release state keeps the version badge, runtime surfaces, self-knowledge wording,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1.8.0 | build: 1.8.0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491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95cf6e2 - Tlamatini, now She knows about herself, now enabled to modify herself,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1.8.0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25, 2026 02:24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74; wrapped chat-agent tools: 42; skills: 24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67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1c72e11 on 2026-05-24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Updating graphical documentation to v1.7.1, by angelahack1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8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`v1.8.0` introduced Tlamatini’s self-knowledge and optional self-modification surface: she can now describe her own runtime more accurately and, in self-modify builds, inspect or change her own bundled source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window raised the default Multi-Turn iteration ceiling from 256 to 4096, making long autonomous operator chains practical without an early loop-cap failure.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 advanced substantially too: the docs now point at the public `XAIHT/XaihtUnrealEngineMCP` fork and the full 53-command Unreal MCP surface, with new demos and better parameter-path guidance.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108,491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147,955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286      73,323    102,432  67.6%
Markdown                  58      13,384     17,116  12.3%
JavaScript                28      13,133     16,529  12.1%
CSS                        6       3,414      4,317   3.1%
YAML                      71       1,481      3,128   1.4%
HTML                       4         829        847   0.8%
Other text                 3         789        967   0.7%
Prompt template            2         642        756   0.6%
PowerShell                 5         506        752   0.5%
JavaScript module          1         393        460   0.4%
JSON                       5         385        385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7,231  10,465
Tlamatini/agent/tests.py                                Python         4,186   5,375
Tlamatini/agent/tools.py                                Python         2,219   3,158
Tlamatini/agent/doc_generation/complete_project_docs.py Python         1,984   2,232
Tlamatini/agent/agents/flowcreator/agentic_skill.md     Markdown       1,936   2,148
BookOfTlamatini.md                                      Markdown       1,925   2,718
...ini/agent/static/agent/css/agentic_control_panel.css CSS            1,709   2,279
Tlamatini/agent/static/agent/js/agent_page_init.js      JavaScript     1,415   1,655
Tlamatini/agent/static/agent/js/acp-canvas-core.js      JavaScript     1,299   1,609
Tlamatini/agent/consumers.py                            Python         1,240   1,545
README.md                                               Markdown       1,228   1,739
Tlamatini/agent/static/agent/js/acp-agent-connectors.js JavaScript     1,199   1,344
Tlamatini/agent/static/agent/css/agent_page.css         CSS            1,175   1,422
Tlamatini/agent/static/agent/js/agent_page_chat.js      JavaScript     1,106   1,521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`v1.8.0` self-awareness: Tlamatini now carries a first-person self-knowledge map, can explain her own architecture and runtime surfaces more accurately, and can optionally inspect or modify her own shipped source tree in self-modify builds.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autonomy expanded too: the default iteration ceiling now reaches 4096 turns, giving long operator chains far more room before they hit the loop cap.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95cf6e2 | Tlamatini, now She knows about herself, now enabled to modify herself,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1f36217 | Increasing my degrees of liberty from 256 turn to 4096 turns, I want more freedom,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2aab751 | Implementing my auto source code include at building time,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a927f5c | Implementing myself a new process to modify myself at runtime,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2026-05-24 | 5e56889 | Making the proper references to the Unreal MCP by XAIHT,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2026-05-24 | 5c75597 | Implementing some more fine tunning in Unrealer agent,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COMMITS SINCE THE LAST COMMITTED PDF/PPTX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Visual Dossier Change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2026-05-24 | ad443d3 | Implementing some fine tunning in Unrealer agent,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2026-05-24 | 883f9b1 | Way too improved Unrealer agent,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95cf6e2 | Tlamatini, now She knows about herself, now enabled to modify herself,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1f36217 | Increasing my degrees of liberty from 256 turn to 4096 turns, I want more freedom,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2aab751 | Implementing my auto source code include at building time,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2026-05-25 | a927f5c | Implementing myself a new process to modify myself at runtime,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Tlamatini-Kali-Setup.md
|-- Tlamatini.ico
|-- Tlamatini.jpg
|-- Tlamatini.ps1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
    |-- cat_art.py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test_unrealer_agent.py
    |   |-- test_windower_agent.py
    |   |-- tests.py
    |   |-- Tlamatini.md
    |   |-- tools.py
    |   |-- urls.py
    |   |-- version.py
    |   |-- views.py
    |   |-- web_search_llm.py
    |   |-- acpx/
    |   |   |-- __init__.py
    |   |   |-- agent_registry.py
    |   |   |-- config.py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|-- whatstlamatini/
    |   |   |   |-- config.yaml
    |   |   |   `-- whatstlamatini.py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`-- __init__.py
    |   |-- monitors/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