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Self-hosted AI developer assistant (cloud LLMs by default) with RAG, Multi-Turn orchestration, 74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131,376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06, 2026 11:17 PM UTC-0600 at HEAD 6762e43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self-hosted AI developer assistant (cloud LLMs by default; app and RAG run locally)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V1.17.2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`v1.17.2`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V1.17.2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`v1.17.2`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74-agent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74-agent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`v1.17.2`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1.17.2 | build: 1.17.2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6762e43 -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1.17.2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06, 2026 11:17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81; wrapped chat-agent tools: 49;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75; authoritative agent-description rows: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fabd9dc on 2026-06-05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Official release of documentation as Tlamatini v1.17.0, by angelahack1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media-I/O family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 — read-only siblings of Shoter (screen), saved to Pictures/Music.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AudioPlayer (playback): plays an audio file to the speakers via soundfile + sounddevice — volume in percent, and a time-played budget that TRUNCATES a longer file or LOOPS a shorter one; sample-rate read from the file (correct pitch).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VideoPlayer (playback): plays a video file WITH audio on a chosen display via ffpyplayer (its wheel bundles ffmpeg + SDL — no external ffmpeg) plus an OpenCV window — display, volume, the same truncate/loop time budget, window size, and fullscreen; silent-OpenCV fallback.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whole family is observational/output, so it stays out of the Exec Report; each ships on the canvas and as a wrapped Multi-Turn tool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74 workflow agents and 81 Multi-Turn tools (49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131,376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180,783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339      91,772    129,180  69.9%
Markdown                 142      16,394     20,858  12.5%
JavaScript                28      13,770     17,337  10.5%
CSS                        6       3,717      4,731   2.8%
YAML                      79       1,614      3,875   1.2%
Other text                 7         906      1,101   0.7%
HTML                       4         858        876   0.7%
Prompt template            2         759        867   0.6%
PowerShell                 5         508        754   0.4%
JSON                       6         414        414   0.3%
JavaScript module          1         403        472   0.3%
Text                       6         226        256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7,648  11,139
Tlamatini/agent/tests.py                                Python         5,118   6,583
Tlamatini/agent/tools.py                                Python         2,667   3,845
Tlamatini/agent/doc_generation/complete_project_docs.py Python         2,322   2,629
BookOfTlamatini.md                                      Markdown       2,116   2,977
Tlamatini/agent/agents/flowcreator/agentic_skill.md     Markdown       2,070   2,290
...ini/agent/static/agent/css/agentic_control_panel.css CSS            1,794   2,400
Tlamatini/agent/static/agent/js/agent_page_init.js      JavaScript     1,435   1,687
Tlamatini/agent/static/agent/css/agent_page.css         CSS            1,362   1,671
README.md                                               Markdown       1,351   1,922
Tlamatini/agent/static/agent/js/acp-canvas-core.js      JavaScript     1,327   1,637
Tlamatini/agent/static/agent/js/acp-agent-connectors.js JavaScript     1,325   1,477
Tlamatini/agent/consumers.py                            Python         1,300   1,638
Tlamatini/agent/static/agent/js/agent_page_chat.js      JavaScript     1,294   1,769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Git history today shows focused maintenance across the operator surface, release mechanics, and runtime behavior.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6762e43 |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c99cb33 | Implementing smart executor-watchdog!,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0e44a6c | Update to v1.17.1 everywhere,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b0c7bc7 | I hope Claude is right!, I dont know why it startes to gimme a 4g release, that's absurd, Claude make an optimization I dont know if believe it or not, but I'll test it,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01cb02f | Fix of hanged comand's execution,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31e28f2 | Fix of hanged comand's execution, by angelahack1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d48dfaf | Track Claude Code assets in-repo (hooks, settings, skills, memories)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9261c2b | Erasing trash, by angelahack1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6762e43 |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c99cb33 | Implementing smart executor-watchdog!,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0e44a6c | Update to v1.17.1 everywhere,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b0c7bc7 | I hope Claude is right!, I dont know why it startes to gimme a 4g release, that's absurd, Claude make an optimization I dont know if believe it or not, but I'll test it,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01cb02f | Fix of hanged comand's execution,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31e28f2 | Fix of hanged comand's execution, by angelahack1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d48dfaf | Track Claude Code assets in-repo (hooks, settings, skills, memories)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
|   |   |-- project_acpx_toggle_skills.md
|   |   |-- project_acpxer_added.md
|   |   |-- project_arduiner_agent.md
|   |   |-- project_ask_execs_feature.md
|   |   |-- project_audioplayer_agent.md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
|   |   |-- project_ollama_source_build_breaks_embeddings.md
|   |   |-- project_planner_followup.md
|   |   |-- project_playwrighter_agent.md
|   |   |-- project_playwrighter_hold_open.md
|   |   |-- project_prompt_catalog_mode_badges.md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
|       |-- tlamatini-agent-naming/
|       |   `-- SKILL.md
|       `-- tlamatini-daily-chat-test/
|           |-- .gitignore
|           |-- SKILL.md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    `-- harness/
|               |-- config.py
|               |-- cyber_watchdog_test.py
|               |-- qualify.py
|               |-- questions.py
|               |-- README.md
|               |-- requirements.txt
|               |-- run_test.py
|               `-- wrapped_questions.py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command_watchdog.py
    |   |-- config.json
    |   |-- config_loader.py
    |   |-- constants.py
    |   |-- consumers.py
    |   |-- embedding_memory_guard.py
    |   |-- exec_permission.py
    |   |-- filesearch.proto
    |   |-- filesearch_pb2.py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test_audioplayer_agent.py
    |   |-- test_build_scripts.py
    |   |-- test_camcorder_agent.py
    |   |-- test_chat_bridge_bots.py
    |   |-- test_command_watchdog.py
    |   |-- test_de_compresser.py
    |   |-- test_embedding_memory_guard.py
    |   |-- test_esp32er_agent.py
    |   |-- test_execute_command_bounded.py
    |   |-- test_flow_contracts.py
    |   |-- test_kalier_agent.py
    |   |-- test_native_dialogs.py
    |   |-- test_orphan_reaper.py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test_password_quoting.py
    |   |-- test_playwrighter_agent.py
    |   |-- test_recorder_agent.py
    |   |-- test_stm32er_agent.py
    |   |-- test_temp_dir_policy.py
    |   |-- test_unrealer_agent.py
    |   |-- test_videoplayer_agent.py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
    |   |   |   |-- config.yaml
    |   |   |   `-- videoplayer.py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
    |   |   |-- 0119_add_chat_agent_videoplayer_tool.py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