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spAutoFit/>
          </a:bodyPr>
          <a:lstStyle/>
          <a:p>
            <a:pPr algn="l"/>
            <a:r>
              <a:rPr sz="1700" b="0">
                <a:solidFill>
                  <a:srgbClr val="B4BAAE"/>
                </a:solidFill>
                <a:latin typeface="Aptos"/>
              </a:rPr>
              <a:t>Self-hosted AI developer assistant (cloud LLMs by default) with RAG, Multi-Turn orchestration, 87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949</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spAutoFit/>
          </a:bodyPr>
          <a:lstStyle/>
          <a:p>
            <a:pPr algn="l"/>
            <a:r>
              <a:rPr sz="2000" b="1">
                <a:solidFill>
                  <a:srgbClr val="E8E8DE"/>
                </a:solidFill>
                <a:latin typeface="Aptos"/>
              </a:rPr>
              <a:t>203,538</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spAutoFit/>
          </a:bodyPr>
          <a:lstStyle/>
          <a:p>
            <a:pPr algn="l"/>
            <a:r>
              <a:rPr sz="900" b="0">
                <a:solidFill>
                  <a:srgbClr val="B4BAAE"/>
                </a:solidFill>
                <a:latin typeface="Aptos"/>
              </a:rPr>
              <a:t>Generated August 15, 2026 04:00 PM UTC-0600 at HEAD 3f07576b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V1.10.0 SAFETY MODIFIER STILL ACTIVE IN V1.48.13</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V1.11.0 UNINSTALL INTEGRATION CARRIED INTO V1.48.13</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V1.48.13 - FIXING DEFAULT FILES PLACEMENT IN MOVER AND DELETER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Git resolves the latest annotated release to `v1.48.13` at `3f07576b`, the same commit as local and `origin/main` HEAD. This release fixes default file placement in Mover and Deleter: relative, empty, and legacy `C:/Temp/...` Mover destinations are re-rooted under `&lt;app&gt;/Temp`, explicit absolute user destinations remain untouched, and Deleter follows the same scratch-location policy without widening deletion scope.</a:t>
            </a:r>
          </a:p>
          <a:p>
            <a:pPr>
              <a:spcAft>
                <a:spcPts val="400"/>
              </a:spcAft>
              <a:defRPr sz="1000">
                <a:solidFill>
                  <a:srgbClr val="B4BAAE"/>
                </a:solidFill>
                <a:latin typeface="Aptos"/>
              </a:defRPr>
            </a:pPr>
            <a:r>
              <a:t>`v1.48.0` introduced LaTeXer as the LaTeX-typesetting agent and wrapped `chat_agent_latexer` tool: the typesetting sibling of PDFer, with real `.tex` mathematics, bibliographies, cross-references, indexes, whole-project master detection, `\input` traversal, and a BibTeX/biber/makeindex convergence loop.</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LaTeXer hardening and prerequisite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`v1.48.2` hardens LaTeXer with an ordered eight-rung repair ladder: lint repair, inferred preamble packages, deterministic rewrite rules, a minimal probe, package acquisition, engine fallback, an explicitly configured Ollama repair model, and destructive-last bisection/quarantine. Candidate repairs are re-linted and must actually compile; degraded builds never claim clean success.</a:t>
            </a:r>
          </a:p>
          <a:p>
            <a:pPr>
              <a:spcAft>
                <a:spcPts val="400"/>
              </a:spcAft>
              <a:defRPr sz="1000">
                <a:solidFill>
                  <a:srgbClr val="B4BAAE"/>
                </a:solidFill>
                <a:latin typeface="Aptos"/>
              </a:defRPr>
            </a:pPr>
            <a:r>
              <a:t>MiKTeX is LaTeXer's recommended prerequisite because it can install a missing package on demand during compilation. Tlamatini deliberately bundles no multi-gigabyte TeX distribution; TeX Live and MacTeX are detected when already present, no-distribution runs refuse cleanly, and `action: install` launches the official MiKTeX installer. `shell_escape` remains off by default and `latexmk` must prove usable rather than merely exist.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DETERMINISTIC VERDICTS, DATABASE SAFETY, AND INTERFACE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post-tag `7e2ec979` commit adds `agent/agent_verdict.py`, a deterministic lexer/parser and ordered production-rule engine for wrapped-agent `INI_SECTION` self-reports. It fixes Exec Report false positives and false negatives without replacing auditable rules with model guesses.</a:t>
            </a:r>
          </a:p>
          <a:p>
            <a:pPr>
              <a:spcAft>
                <a:spcPts val="400"/>
              </a:spcAft>
              <a:defRPr sz="1000">
                <a:solidFill>
                  <a:srgbClr val="B4BAAE"/>
                </a:solidFill>
                <a:latin typeface="Aptos"/>
              </a:defRPr>
            </a:pPr>
            <a:r>
              <a:t>Agent truth now outranks a one-bit process exit code: a read-only diagnostic that successfully finds a defect is SUCCESS as an execution even though its finding is adverse, while refusals, missing work, declared malfunctions, explicit false flags, and real nonzero error counts remain FAILURE. Process and agent views survive key collisions as separate values, every verdict carries provenance, and malformed input fails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Data and interface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startup database guard (`agent/db_guard.py`, wired before Django in `manage.py`) checks SQLite shape/integrity, preserves suspicious evidence under `DB/Corrupted/`, prints an actionable alarm, remembers healthy size/table fingerprints, and detects silent shrink. It never auto-restores, never blocks startup, exempts volatile ledger/session tables from ordinary row-drop alarms, and caps its own evidence copies.</a:t>
            </a:r>
          </a:p>
          <a:p>
            <a:pPr>
              <a:spcAft>
                <a:spcPts val="400"/>
              </a:spcAft>
              <a:defRPr sz="1000">
                <a:solidFill>
                  <a:srgbClr val="B4BAAE"/>
                </a:solidFill>
                <a:latin typeface="Aptos"/>
              </a:defRPr>
            </a:pPr>
            <a:r>
              <a:t>Frontend dialogs now share one visual language through `dialog_theme.css` and one fail-open dismissal contract through `dialog_policy.js`: outside click and Escape cannot dismiss guarded work, titlebar X is Cancel, and sealed updater states can block dismissal. `release_notes_renderer.js` safely renders update notes.</a:t>
            </a:r>
          </a:p>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LaTeXer assets include `agent/agents/latexer/{latexer.py,config.yaml}`, migrations `0191`-`0193`, the wrapped-tool/ACPX wiring, `test_latexer_agent.py`, `test_latexer_repair_ladder.py`, the generated suite in `test_latexer_suite.py`, and step-by-step development harnesses.</a:t>
            </a:r>
          </a:p>
          <a:p>
            <a:pPr>
              <a:spcAft>
                <a:spcPts val="400"/>
              </a:spcAft>
              <a:defRPr sz="1000">
                <a:solidFill>
                  <a:srgbClr val="B4BAAE"/>
                </a:solidFill>
                <a:latin typeface="Aptos"/>
              </a:defRPr>
            </a:pPr>
            <a:r>
              <a:t>Execution-verdict assets include the new `agent/agent_verdict.py`, `test_agent_verdict.py`, expanded `test_exec_report_verdict.py`, and coordinated integration in `tools.py`, `mcp_agent.py`, and LaTeXer's structured self-report path.</a:t>
            </a:r>
          </a:p>
          <a:p>
            <a:pPr>
              <a:spcAft>
                <a:spcPts val="400"/>
              </a:spcAft>
              <a:defRPr sz="1000">
                <a:solidFill>
                  <a:srgbClr val="B4BAAE"/>
                </a:solidFill>
                <a:latin typeface="Aptos"/>
              </a:defRPr>
            </a:pPr>
            <a:r>
              <a:t>Database/runtime-safety assets include `agent/db_guard.py`, `test_db_guard.py`, pre-Django wiring in `manage.py`, guarded backup paths, and reaper/watchdog exemptions and progress metrics. The binary inventory treats corrupt-database evidence as skipped binary content rather than source.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reliability assets include `dialog_theme.css`, `dialog_policy.js`, `release_notes_renderer.js`, the centralized long-operation menu list, `checkbox_bulk_toggle.js`, `acp-connection-status.js`, template/static wiring, focused tests, and the required `STATIC_VERSION` cache-bust discipline.</a:t>
            </a:r>
          </a:p>
          <a:p>
            <a:pPr>
              <a:spcAft>
                <a:spcPts val="400"/>
              </a:spcAft>
              <a:defRPr sz="1000">
                <a:solidFill>
                  <a:srgbClr val="B4BAAE"/>
                </a:solidFill>
                <a:latin typeface="Aptos"/>
              </a:defRPr>
            </a:pPr>
            <a:r>
              <a:t>Operator refinements update Shoter's config/agent/tests and browser harnesses, PDFer's language-preserving document path, and External-MCP catalog ordering/focus behavior. These are implementation changes backed by source and tests, not documentation-only claims.</a:t>
            </a:r>
          </a:p>
          <a:p>
            <a:pPr>
              <a:spcAft>
                <a:spcPts val="400"/>
              </a:spcAft>
              <a:defRPr sz="1000">
                <a:solidFill>
                  <a:srgbClr val="B4BAAE"/>
                </a:solidFill>
                <a:latin typeface="Aptos"/>
              </a:defRPr>
            </a:pPr>
            <a:r>
              <a:t>No newly tracked standard image, audio, video, PDF, or PPTX asset was added in the audited post-dossier range. The generated tree and language tables still count every current tracked/unignored asset, and the binary/skipped totals explicitly account for non-text evidence files.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`v1.47.0` keeps the binary-content guard: `agent/rag/binary_guard.py` screens candidate context bytes with a short-circuiting extension/BOM/signature/NUL/control-ratio/UTF-8 cascade and logs each omission as `--- [BINARY-GUARD]`. Configuration can disable detection, tune the control ratio, or override text/binary extensions.</a:t>
            </a:r>
          </a:p>
          <a:p>
            <a:pPr>
              <a:spcAft>
                <a:spcPts val="400"/>
              </a:spcAft>
              <a:defRPr sz="900">
                <a:solidFill>
                  <a:srgbClr val="B4BAAE"/>
                </a:solidFill>
                <a:latin typeface="Aptos"/>
              </a:defRPr>
            </a:pPr>
            <a:r>
              <a:t>`v1.46.0` PDFer, `v1.45.x` FlowCreator and oversized-context recovery, `v1.44.0` prompt grammar, `v1.43.5` recon free-run, `v1.42.0` STM32er PlatformIO and stepwise camera demos, and `v1.41.4` External-MCP structured-result delivery remain carried behavior.</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now display `v1.48.13` on their current-release surfaces. This dossier independently verifies that identity against the annotated Git tag and commit graph while treating those documents as the primary behavioral handbook.</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the current tagged behavior and its historical predecessors are described separately.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`v1.48.13`.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the latest annotated version is `v1.48.13`, and generated repository facts confirm that tag, local HEAD, and `origin/main` share the Mover/Deleter placement-fix commit; v1.48.2 LaTeXer/verdict hardening, the v1.48.0 LaTeXer introduction, v1.47.0 binary-content guard, v1.46.0 PDFer, v1.45.0 FlowCreator wrapped chat-agent, v1.44.0 Catalog-of-Prompts parameter standardization, v1.43.5 recon free-run, v1.42.0 STM32er PlatformIO, v1.41.4 External-MCP structured output,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The 87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87</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87-agent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live operator surface now stands at 87 workflow agents, 97 Multi-Turn tools, 12 ACPX tools, and 28 skills.</a:t>
            </a:r>
          </a:p>
          <a:p>
            <a:pPr>
              <a:spcAft>
                <a:spcPts val="400"/>
              </a:spcAft>
              <a:defRPr sz="1000">
                <a:solidFill>
                  <a:srgbClr val="B4BAAE"/>
                </a:solidFill>
                <a:latin typeface="Aptos"/>
              </a:defRPr>
            </a:pPr>
            <a:r>
              <a:t>Source inspection confirms the total: 65 distinct wrapped chat-agent tools bound from `chat_agent_registry.py`, which combines with 20 core Python tools and 12 ACPX/Skill tools for 97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87-agent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`v1.48.13` documentation set; it carries v1.48.2 LaTeXer/verdict hardening, the v1.47.0 binary-content guard, v1.46.0 PDFer, the chat-callable FlowCreator, v1.44.0 Catalog-of-Prompts standardization, v1.41.4 External-MCP structured-output delivery, v1.41.3 category grouping, gap-tolerant loading, and ranked fuzzy search while preserving the broader operator context.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spAutoFit/>
          </a:bodyPr>
          <a:lstStyle/>
          <a:p>
            <a:pPr algn="l"/>
            <a:r>
              <a:rPr sz="900" b="0">
                <a:solidFill>
                  <a:srgbClr val="B4BAAE"/>
                </a:solidFill>
                <a:latin typeface="Cascadia Mono"/>
              </a:rPr>
              <a:t>Resolved current version: 1.48.13 | build: 1.48.13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949</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193</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3f07576b - Fixing Temp incorrect moving/deleting default mechanics, for mover and deleter, by angelahack1</a:t>
            </a:r>
          </a:p>
          <a:p>
            <a:pPr>
              <a:spcAft>
                <a:spcPts val="400"/>
              </a:spcAft>
              <a:defRPr sz="1300">
                <a:solidFill>
                  <a:srgbClr val="B4BAAE"/>
                </a:solidFill>
                <a:latin typeface="Aptos"/>
              </a:defRPr>
            </a:pPr>
            <a:r>
              <a:t>Resolved version: 1.48.13 (git)</a:t>
            </a:r>
          </a:p>
          <a:p>
            <a:pPr>
              <a:spcAft>
                <a:spcPts val="400"/>
              </a:spcAft>
              <a:defRPr sz="1300">
                <a:solidFill>
                  <a:srgbClr val="B4BAAE"/>
                </a:solidFill>
                <a:latin typeface="Aptos"/>
              </a:defRPr>
            </a:pPr>
            <a:r>
              <a:t>Generated on August 15, 2026 04:00 PM UTC-0600</a:t>
            </a:r>
          </a:p>
          <a:p>
            <a:pPr>
              <a:spcAft>
                <a:spcPts val="400"/>
              </a:spcAft>
              <a:defRPr sz="1300">
                <a:solidFill>
                  <a:srgbClr val="B4BAAE"/>
                </a:solidFill>
                <a:latin typeface="Aptos"/>
              </a:defRPr>
            </a:pPr>
            <a:r>
              <a:t>Inventory scope: 949 files = 949 tracked + 0 git-unignored working-tree additions</a:t>
            </a:r>
          </a:p>
          <a:p>
            <a:pPr>
              <a:spcAft>
                <a:spcPts val="400"/>
              </a:spcAft>
              <a:defRPr sz="1300">
                <a:solidFill>
                  <a:srgbClr val="B4BAAE"/>
                </a:solidFill>
                <a:latin typeface="Aptos"/>
              </a:defRPr>
            </a:pPr>
            <a:r>
              <a:t>Multi-Turn tools: 97; wrapped chat-agent tools: 65; skills: 28</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51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9e585695 on 2026-08-07</a:t>
            </a:r>
          </a:p>
          <a:p>
            <a:pPr>
              <a:spcAft>
                <a:spcPts val="400"/>
              </a:spcAft>
              <a:defRPr sz="1300">
                <a:solidFill>
                  <a:srgbClr val="B4BAAE"/>
                </a:solidFill>
                <a:latin typeface="Aptos"/>
              </a:defRPr>
            </a:pPr>
            <a:r>
              <a:t>Updating visual documentation, by Tlamatini's-AutoBot.</a:t>
            </a:r>
          </a:p>
          <a:p>
            <a:pPr>
              <a:spcAft>
                <a:spcPts val="400"/>
              </a:spcAft>
              <a:defRPr sz="1300">
                <a:solidFill>
                  <a:srgbClr val="B4BAAE"/>
                </a:solidFill>
                <a:latin typeface="Aptos"/>
              </a:defRPr>
            </a:pPr>
            <a:r>
              <a:t>Commits since then: 19</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latest annotated release is `v1.48.13`; the tag and aligned local/remote HEAD resolve to the same commit, and the version remains git-derived rather than hardcoded.</a:t>
            </a:r>
          </a:p>
          <a:p>
            <a:pPr>
              <a:spcAft>
                <a:spcPts val="400"/>
              </a:spcAft>
              <a:defRPr sz="1000">
                <a:solidFill>
                  <a:srgbClr val="B4BAAE"/>
                </a:solidFill>
                <a:latin typeface="Aptos"/>
              </a:defRPr>
            </a:pPr>
            <a:r>
              <a:t>The release delta adds and hardens LaTeXer, database startup guarding, bulk MCP/agent checkbox control, ACP backend-disconnection signaling, whole-desktop Shoter capture, language-safe PDFer output, and active-first External-MCP organization. The aligned post-tag commit adds deterministic agent-verdict reconciliation so Exec Report reflects whether work actually ran rather than confusing a successful adverse diagnostic with a process failure.</a:t>
            </a:r>
          </a:p>
          <a:p>
            <a:pPr>
              <a:spcAft>
                <a:spcPts val="400"/>
              </a:spcAft>
              <a:defRPr sz="1000">
                <a:solidFill>
                  <a:srgbClr val="B4BAAE"/>
                </a:solidFill>
                <a:latin typeface="Aptos"/>
              </a:defRPr>
            </a:pPr>
            <a:r>
              <a:t>The same refresh window also delivered the in-app self-update path: `self_update.py`, new update endpoints, staged release downloads, and the external `apply_update.ps1` swap helper that preserves operator state during upgrade.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VERIFIED IMPLEMENTATION CHANGES 4-4</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lIns="12700" rIns="12700" tIns="12700" bIns="12700">
            <a:sp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self-knowledge and optional self-modification surface has matured into the current baseline: she can describe her runtime honestly and, when `TlamatiniSourceCode/` is present, inspect the bundled rebuildable source tree that explains how she works.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V1.48.13 RELEASE LINEAGE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900">
                <a:solidFill>
                  <a:srgbClr val="B4BAAE"/>
                </a:solidFill>
                <a:latin typeface="Aptos"/>
              </a:defRPr>
            </a:pPr>
            <a:r>
              <a:t>LaTeXer (v1.48.0/v1.48.2): visual and wrapped LaTeX typesetter with whole-project compilation, bibliography/index convergence, readable diagnostics, and an eight-rung repair ladder. Requires MiKTeX; refuses cleanly when no distribution is present.</a:t>
            </a:r>
          </a:p>
          <a:p>
            <a:pPr>
              <a:spcAft>
                <a:spcPts val="400"/>
              </a:spcAft>
              <a:defRPr sz="900">
                <a:solidFill>
                  <a:srgbClr val="B4BAAE"/>
                </a:solidFill>
                <a:latin typeface="Aptos"/>
              </a:defRPr>
            </a:pPr>
            <a:r>
              <a:t>Execution verdict (v1.48.2): deterministic self-report parsing separates successful diagnostics from adverse findings, preserves process and agent truth, and fixes Exec Report false positives/false negatives.</a:t>
            </a:r>
          </a:p>
          <a:p>
            <a:pPr>
              <a:spcAft>
                <a:spcPts val="400"/>
              </a:spcAft>
              <a:defRPr sz="9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9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9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900">
                <a:solidFill>
                  <a:srgbClr val="B4BAAE"/>
                </a:solidFill>
                <a:latin typeface="Aptos"/>
              </a:defRPr>
            </a:pPr>
            <a:r>
              <a:t>Binary-content guard (v1.47.0): candidate context files are screened by bytes, binary content is dropped from the embedding chain, and each omission is logged as --- [BINARY-GUARD]; fail-open by contract.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the latest annotated version is v1.48.13; the tag, local HEAD, and origin/main resolve to the same Mover/Deleter placement-fix commit, while local configuration values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87 workflow agents and 97 Multi-Turn tools (65 wrapped chat-agent + 12 ACPX/Skill + 20 core), with 28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203,538</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290,063</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spAutoFit/>
          </a:bodyPr>
          <a:lstStyle/>
          <a:p>
            <a:pPr algn="l"/>
            <a:r>
              <a:rPr sz="800" b="0">
                <a:solidFill>
                  <a:srgbClr val="E8E8DE"/>
                </a:solidFill>
                <a:latin typeface="Cascadia Mono"/>
              </a:rPr>
              <a:t>LANGUAGE                 FILES   EFFECTIVE      TOTAL   SHARE
Python                   546     147,574    214,744  72.5%
Markdown                 168      22,773     30,351  11.2%
JavaScript                37      17,653     22,889   8.7%
CSS                       11       6,398      8,463   3.1%
Other text                13       2,629      3,090   1.3%
YAML                      92       2,093      5,400   1.0%
HTML                       4       1,123      1,169   0.6%
Prompt template            2       1,108      1,232   0.5%
PowerShell                 7         724      1,052   0.4%
JSON                       9         588        588   0.3%
JavaScript module          1         426        511   0.2%
Text                       5         241        268   0.1%
Batch                      2         188        273   0.1%
Protocol Buffers           1          20         33   0.0%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spAutoFit/>
          </a:bodyPr>
          <a:lstStyle/>
          <a:p>
            <a:pPr algn="l"/>
            <a:r>
              <a:rPr sz="800" b="0">
                <a:solidFill>
                  <a:srgbClr val="E8E8DE"/>
                </a:solidFill>
                <a:latin typeface="Cascadia Mono"/>
              </a:rPr>
              <a:t>PATH                                                     LANGUAGE     EFFECTIVE   TOTAL
Tlamatini/agent/views.py                                Python         8,554  12,495
Tlamatini/agent/tests.py                                Python         5,595   7,315
Tlamatini/agent/doc_generation/complete_project_docs.py Python         3,743   4,163
Tlamatini/agent/tools.py                                Python         3,190   4,725
Tlamatini/agent/agents/latexer/latexer.py               Python         3,151   4,593
BookOfTlamatini.md                                      Markdown       2,547   3,618
Tlamatini/agent/agents/flowcreator/agentic_skill.md     Markdown       2,339   2,580
...ini/agent/static/agent/css/agentic_control_panel.css CSS            2,074   2,891
Tlamatini/agent/agents/stm32er/stm32er.py               Python         1,983   2,694
Tlamatini/agent/chat_agent_registry.py                  Python         1,913   1,964
Tlamatini/agent/external_mcp_manager.py                 Python         1,879   2,349
Tlamatini/agent/static/agent/css/agent_page.css         CSS            1,870   2,414
Tlamatini/agent/static/agent/js/agent_page_chat.js      JavaScript     1,743   2,395
Tlamatini/agent/mcp_agent.py                            Python         1,653   2,748</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latest annotated release is `v1.48.13`; the version stays git-tag-derived (`agent/version.py`) and is never hardcoded. The tag, local HEAD, and `origin/main` resolve to the same Mover/Deleter file-placement fix, while generated inventory tables derive current agent, tool, skill, asset, and effective-line totals from live source.</a:t>
            </a:r>
          </a:p>
          <a:p>
            <a:pPr>
              <a:spcAft>
                <a:spcPts val="400"/>
              </a:spcAft>
              <a:defRPr sz="1200">
                <a:solidFill>
                  <a:srgbClr val="B4BAAE"/>
                </a:solidFill>
                <a:latin typeface="Aptos"/>
              </a:defRPr>
            </a:pPr>
            <a:r>
              <a:t>The current `v1.48.13` release fixes Mover and Deleter defaults so scratch paths stay under Tlamatini's own `Temp` policy while explicit absolute user paths remain respected. It also documents the carried dialog-theme/policy unification, long-operation menu locks, safe updater notes, line-attributed logging, and DB/reaper safeguards. The `v1.48.0` LaTeXer introduction, `v1.48.2` repair/verdict hardening, `v1.47.0` binary-content guard, `v1.46.0` PDFer, and earlier foundations remain carried.</a:t>
            </a:r>
          </a:p>
          <a:p>
            <a:pPr>
              <a:spcAft>
                <a:spcPts val="400"/>
              </a:spcAft>
              <a:defRPr sz="12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2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1200">
                <a:solidFill>
                  <a:srgbClr val="B4BAAE"/>
                </a:solidFill>
                <a:latin typeface="Aptos"/>
              </a:defRPr>
            </a:pPr>
            <a:r>
              <a:t>The latest dossier pass resolves the product at annotated release `v1.48.13`, with the tag and aligned local/remote HEAD reported together; it combines README.md and BookOfTlamatini.md with source/Git truth and retains the complete installation, Ollama, architecture, usage, tree, line inventory, and responsibility context.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Visual Dossier Change Appendix 1/4</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2026-08-15 | 3f07576b | Fixing Temp incorrect moving/deleting default mechanics, for mover and deleter, by angelahack1</a:t>
            </a:r>
          </a:p>
          <a:p>
            <a:pPr>
              <a:spcAft>
                <a:spcPts val="400"/>
              </a:spcAft>
              <a:defRPr sz="1200">
                <a:solidFill>
                  <a:srgbClr val="B4BAAE"/>
                </a:solidFill>
                <a:latin typeface="Aptos"/>
              </a:defRPr>
            </a:pPr>
            <a:r>
              <a:t>2026-08-14 | 67ea9ffe | Menus' states improved while in long-time operations, by angelahack1</a:t>
            </a:r>
          </a:p>
          <a:p>
            <a:pPr>
              <a:spcAft>
                <a:spcPts val="400"/>
              </a:spcAft>
              <a:defRPr sz="1200">
                <a:solidFill>
                  <a:srgbClr val="B4BAAE"/>
                </a:solidFill>
                <a:latin typeface="Aptos"/>
              </a:defRPr>
            </a:pPr>
            <a:r>
              <a:t>2026-08-13 | 26ed9a84 | Log identification of user line by line, and all of the lines, by Tlamatini's-AutoBot.</a:t>
            </a:r>
          </a:p>
          <a:p>
            <a:pPr>
              <a:spcAft>
                <a:spcPts val="400"/>
              </a:spcAft>
              <a:defRPr sz="1200">
                <a:solidFill>
                  <a:srgbClr val="B4BAAE"/>
                </a:solidFill>
                <a:latin typeface="Aptos"/>
              </a:defRPr>
            </a:pPr>
            <a:r>
              <a:t>2026-08-13 | 2891685c | DIsable som additional menu entries while in long-time operations, by Tlamatini's-AutoBot.</a:t>
            </a:r>
          </a:p>
          <a:p>
            <a:pPr>
              <a:spcAft>
                <a:spcPts val="400"/>
              </a:spcAft>
              <a:defRPr sz="1200">
                <a:solidFill>
                  <a:srgbClr val="B4BAAE"/>
                </a:solidFill>
                <a:latin typeface="Aptos"/>
              </a:defRPr>
            </a:pPr>
            <a:r>
              <a:t>2026-08-13 | 65db3389 | Improving "Check for updates" dialog mechanics, by Tlamatini's-AutoBot.</a:t>
            </a:r>
          </a:p>
          <a:p>
            <a:pPr>
              <a:spcAft>
                <a:spcPts val="400"/>
              </a:spcAft>
              <a:defRPr sz="1200">
                <a:solidFill>
                  <a:srgbClr val="B4BAAE"/>
                </a:solidFill>
                <a:latin typeface="Aptos"/>
              </a:defRPr>
            </a:pPr>
            <a:r>
              <a:t>2026-08-13 | 799dd8ed | Keeping standarizing the look and feel of all the dialogs, by Tlamatini's-AutoBot.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Visual Dossier Change Appendix 2/4</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2026-08-12 | c0797144 | Standarized the look and feel of the system dialogs coming from agent_page.html, by Tlamatini's-AutoBot.</a:t>
            </a:r>
          </a:p>
          <a:p>
            <a:pPr>
              <a:spcAft>
                <a:spcPts val="400"/>
              </a:spcAft>
              <a:defRPr sz="1200">
                <a:solidFill>
                  <a:srgbClr val="B4BAAE"/>
                </a:solidFill>
                <a:latin typeface="Aptos"/>
              </a:defRPr>
            </a:pPr>
            <a:r>
              <a:t>2026-08-11 | 62f7b549 | Improving way too much LaTeXer agent and its peripherals related, by Claude-CLI.</a:t>
            </a:r>
          </a:p>
          <a:p>
            <a:pPr>
              <a:spcAft>
                <a:spcPts val="400"/>
              </a:spcAft>
              <a:defRPr sz="1200">
                <a:solidFill>
                  <a:srgbClr val="B4BAAE"/>
                </a:solidFill>
                <a:latin typeface="Aptos"/>
              </a:defRPr>
            </a:pPr>
            <a:r>
              <a:t>2026-08-11 | 9ecf9da4 | Improving reapper mechanism on executors agents, db handling, and added come tests, by angelahack1</a:t>
            </a:r>
          </a:p>
          <a:p>
            <a:pPr>
              <a:spcAft>
                <a:spcPts val="400"/>
              </a:spcAft>
              <a:defRPr sz="1200">
                <a:solidFill>
                  <a:srgbClr val="B4BAAE"/>
                </a:solidFill>
                <a:latin typeface="Aptos"/>
              </a:defRPr>
            </a:pPr>
            <a:r>
              <a:t>2026-08-10 | 2b96c0fe | Synncing with Tlamatini-Spanish in config model</a:t>
            </a:r>
          </a:p>
          <a:p>
            <a:pPr>
              <a:spcAft>
                <a:spcPts val="400"/>
              </a:spcAft>
              <a:defRPr sz="1200">
                <a:solidFill>
                  <a:srgbClr val="B4BAAE"/>
                </a:solidFill>
                <a:latin typeface="Aptos"/>
              </a:defRPr>
            </a:pPr>
            <a:r>
              <a:t>2026-08-10 | a5b4f3e4 | Syncing with Tlamatini-Spanish, by angelahack1</a:t>
            </a:r>
          </a:p>
          <a:p>
            <a:pPr>
              <a:spcAft>
                <a:spcPts val="400"/>
              </a:spcAft>
              <a:defRPr sz="1200">
                <a:solidFill>
                  <a:srgbClr val="B4BAAE"/>
                </a:solidFill>
                <a:latin typeface="Aptos"/>
              </a:defRPr>
            </a:pPr>
            <a:r>
              <a:t>2026-08-09 | 9e4e5a18 | Improving pip checking in building, in unneccesary, by angelahack1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Visual Dossier Change Appendix 3/4</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2026-08-09 | 0285fea4 | Self-knowledge improvement-2, by angelahack1</a:t>
            </a:r>
          </a:p>
          <a:p>
            <a:pPr>
              <a:spcAft>
                <a:spcPts val="400"/>
              </a:spcAft>
              <a:defRPr sz="1200">
                <a:solidFill>
                  <a:srgbClr val="B4BAAE"/>
                </a:solidFill>
                <a:latin typeface="Aptos"/>
              </a:defRPr>
            </a:pPr>
            <a:r>
              <a:t>2026-08-09 | 2b5c7d03 | Self-knowledge improvement, by angelahack1</a:t>
            </a:r>
          </a:p>
          <a:p>
            <a:pPr>
              <a:spcAft>
                <a:spcPts val="400"/>
              </a:spcAft>
              <a:defRPr sz="1200">
                <a:solidFill>
                  <a:srgbClr val="B4BAAE"/>
                </a:solidFill>
                <a:latin typeface="Aptos"/>
              </a:defRPr>
            </a:pPr>
            <a:r>
              <a:t>2026-08-08 | 3ca135ad | A fine tunning getting rid the self-modify propoerty for the default version release, by angelahack1</a:t>
            </a:r>
          </a:p>
          <a:p>
            <a:pPr>
              <a:spcAft>
                <a:spcPts val="400"/>
              </a:spcAft>
              <a:defRPr sz="1200">
                <a:solidFill>
                  <a:srgbClr val="B4BAAE"/>
                </a:solidFill>
                <a:latin typeface="Aptos"/>
              </a:defRPr>
            </a:pPr>
            <a:r>
              <a:t>2026-08-08 | 475178ce | Some imprecisions fixed, by angelahack1</a:t>
            </a:r>
          </a:p>
          <a:p>
            <a:pPr>
              <a:spcAft>
                <a:spcPts val="400"/>
              </a:spcAft>
              <a:defRPr sz="1200">
                <a:solidFill>
                  <a:srgbClr val="B4BAAE"/>
                </a:solidFill>
                <a:latin typeface="Aptos"/>
              </a:defRPr>
            </a:pPr>
            <a:r>
              <a:t>2026-08-08 | 2d85bfca | Restore the three config screenshots that README.md and BookOfTlamatini.md link to</a:t>
            </a:r>
          </a:p>
          <a:p>
            <a:pPr>
              <a:spcAft>
                <a:spcPts val="400"/>
              </a:spcAft>
              <a:defRPr sz="1200">
                <a:solidFill>
                  <a:srgbClr val="B4BAAE"/>
                </a:solidFill>
                <a:latin typeface="Aptos"/>
              </a:defRPr>
            </a:pPr>
            <a:r>
              <a:t>2026-08-08 | 3c585717 | Just an image of descriptions of latests commits, by angelahack1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Visual Dossier Change Appendix 4/4</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2026-08-07 | 823116a8 | Bumping to version 1.48.2, by angelahack1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2026-08-15 | 3f07576b | Fixing Temp incorrect moving/deleting default mechanics, for mover and deleter, by angelahack1</a:t>
            </a:r>
          </a:p>
          <a:p>
            <a:pPr>
              <a:spcAft>
                <a:spcPts val="400"/>
              </a:spcAft>
              <a:defRPr sz="1200">
                <a:solidFill>
                  <a:srgbClr val="B4BAAE"/>
                </a:solidFill>
                <a:latin typeface="Aptos"/>
              </a:defRPr>
            </a:pPr>
            <a:r>
              <a:t>2026-08-14 | 67ea9ffe | Menus' states improved while in long-time operations, by angelahack1</a:t>
            </a:r>
          </a:p>
          <a:p>
            <a:pPr>
              <a:spcAft>
                <a:spcPts val="400"/>
              </a:spcAft>
              <a:defRPr sz="1200">
                <a:solidFill>
                  <a:srgbClr val="B4BAAE"/>
                </a:solidFill>
                <a:latin typeface="Aptos"/>
              </a:defRPr>
            </a:pPr>
            <a:r>
              <a:t>2026-08-13 | 26ed9a84 | Log identification of user line by line, and all of the lines, by Tlamatini's-AutoBot.</a:t>
            </a:r>
          </a:p>
          <a:p>
            <a:pPr>
              <a:spcAft>
                <a:spcPts val="400"/>
              </a:spcAft>
              <a:defRPr sz="1200">
                <a:solidFill>
                  <a:srgbClr val="B4BAAE"/>
                </a:solidFill>
                <a:latin typeface="Aptos"/>
              </a:defRPr>
            </a:pPr>
            <a:r>
              <a:t>2026-08-13 | 2891685c | DIsable som additional menu entries while in long-time operations, by Tlamatini's-AutoBot.</a:t>
            </a:r>
          </a:p>
          <a:p>
            <a:pPr>
              <a:spcAft>
                <a:spcPts val="400"/>
              </a:spcAft>
              <a:defRPr sz="1200">
                <a:solidFill>
                  <a:srgbClr val="B4BAAE"/>
                </a:solidFill>
                <a:latin typeface="Aptos"/>
              </a:defRPr>
            </a:pPr>
            <a:r>
              <a:t>2026-08-13 | 65db3389 | Improving "Check for updates" dialog mechanics, by Tlamatini's-AutoBot.</a:t>
            </a:r>
          </a:p>
          <a:p>
            <a:pPr>
              <a:spcAft>
                <a:spcPts val="400"/>
              </a:spcAft>
              <a:defRPr sz="1200">
                <a:solidFill>
                  <a:srgbClr val="B4BAAE"/>
                </a:solidFill>
                <a:latin typeface="Aptos"/>
              </a:defRPr>
            </a:pPr>
            <a:r>
              <a:t>2026-08-13 | 799dd8ed | Keeping standarizing the look and feel of all the dialogs, by Tlamatini's-AutoBot.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2026-08-12 | c0797144 | Standarized the look and feel of the system dialogs coming from agent_page.html, by Tlamatini's-AutoBot.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Tlamatini/
|-- .gitignore
|-- .mcp.json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LICENSE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TlamatiniImprovementsByClaudeOnLaTeXer.md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project_numpy_pyinstaller.md
|   |   |-- project_ollama_source_build_breaks_embeddings.md
|   |   |-- project_pdfer_agent.md
|   |   |-- project_planner_followup.md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dialog_theme_visible.py
|       |       |-- discoverer_1000.py
|       |       |-- discoverer_1000.py.antes_shoter
|       |       |-- flowcreator_wizard_e2e.py
|       |       |-- latexer_openmp_e2e.py
|       |       |-- latexer_stepbystep_5.py
|       |       |-- mcp_playwright_suite.py
|       |       |-- playwrighter_run.py
|       |       |-- qualify.py
|       |       |-- questions.py
|       |       |-- README.md
|       |       |-- requirements.txt
|       |       |-- run_test.py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companion-app-discovery.md
|   |-- external_mcp_bulletproof_architecture.md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db_guard.py
    |   |-- embedding_memory_guard.py
    |   |-- exec_permission.py
    |   |-- external_mcp_manager.py
    |   |-- filesearch.proto
    |   |-- filesearch_pb2.py
    |   |-- filesearch_pb2_grpc.py
    |   |-- global_execution_planner.py
    |   |-- global_state.py
    |   |-- gpu_perf.py
    |   |-- inet_determiner.py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
    |   |-- test_build_scripts.py
    |   |-- test_camcorder_agent.py
    |   |-- test_cancellation.py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test_chain_readiness.py
    |   |-- test_chat_bridge_bots.py
    |   |-- test_chat_history_window.py
    |   |-- test_checkbox_bulk_toggle.py
    |   |-- test_command_watchdog.py
    |   |-- test_contacts.py
    |   |-- test_crawler_agent.py
    |   |-- test_createsuperuser_wizard.py
    |   |-- test_db_backup_safety.py
    |   |-- test_db_guard.py
    |   |-- test_de_compresser.py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test_grepper_agent.py
    |   |-- test_image_interpreter_agent.py
    |   |-- test_instant_messaging_doctor.py
    |   |-- test_j_decompiler_agent.py
    |   |-- test_kalier_agent.py
    |   |-- test_latexer_agent.py
    |   |-- test_latexer_repair_ladder.py
    |   |-- test_latexer_suite.py
    |   |-- test_latexer_verbatim_channel.py
    |   |-- test_log_identity.py
    |   |-- test_native_dialogs.py
    |   |-- test_nmapper_agent.py
    |   |-- test_orphan_reaper.py
    |   |-- test_parametrizer_mcp_doctor.py
    |   |-- test_password_quoting.py
    |   |-- test_pdfer_agent.py
    |   |-- test_playwrighter_agent.py
    |   |-- test_preserved_user_state.py
    |   |-- test_prompt_catalog_contiguous.py
    |   |-- test_recorder_agent.py
    |   |-- test_self_healing.py
    |   |-- test_self_modify_gate.py
    |   |-- test_self_update.py
    |   |-- test_shoter_takes_screenshots.py
    |   |-- test_sqlite_wal_mode.py
    |   |-- test_step_by_step_mode.py
    |   |-- test_stm32er_agent.py
    |   |-- test_talker_agent.py
    |   |-- test_telegrammer_identity.py
    |   |-- test_temp_dir_policy.py
    |   |-- test_tool_failure_recovery.py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nmapper/
    |   |   |   |-- config.yaml
    |   |   |   `-- nmapper.py
    |   |   |-- node_manager/
    |   |   |   |-- config.yaml</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
    |   |   |   |-- config.yaml
    |   |   |   `-- prompter.py
    |   |   |-- pser/
    |   |   |   |-- config.yaml
    |   |   |   `-- pser.py
    |   |   |-- pythonxer/
    |   |   |   |-- config.yaml
    |   |   |   `-- pythonxer.py
    |   |   |-- raiser/
    |   |   |   |-- config.yaml
    |   |   |   `-- raiser.py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
    |   |       |       |-- ec_mc.jpg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jd-cli.bat
    |   `-- jd-cli.jar
    |-- tests_e2e/
    |   |-- oob_child_helper.py
    |   |-- README.md
    |   |-- test_create_flow_visual.py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