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60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92,274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14, 2026 05:19 PM UTC-0600 at HEAD e1d93ab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60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e1d93ab - Added Browse buttons to new dialogs of menu DB entry,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14, 2026 05:19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92,274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125,137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250      61,408     85,340  66.5%
JavaScript                27      12,330     15,560  13.4%
Markdown                  49      10,790     13,803  11.7%
CSS                        5       3,027      3,793   3.3%
YAML                      64       1,342      2,639   1.5%
Other text                 3         780        957   0.8%
HTML                       4         780        798   0.8%
PowerShell                 5         506        752   0.5%
Prompt template            2         403        477   0.4%
JSON                       5         383        383   0.4%
JavaScript module          1         377        444   0.4%
Text                       4         115        134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6,622   9,561
Tlamatini/agent/tests.py                                Python         3,886   4,963
Tlamatini/agent/tools.py                                Python         2,201   3,094
Tlamatini/agent/agents/flowcreator/agentic_skill.md     Markdown       1,778   1,981
BookOfTlamatini.md                                      Markdown       1,662   2,328
...ini/agent/static/agent/css/agentic_control_panel.css CSS            1,631   2,140
Tlamatini/agent/doc_generation/complete_project_docs.py Python         1,346   1,531
Tlamatini/agent/static/agent/js/agent_page_init.js      JavaScript     1,306   1,503
Tlamatini/agent/static/agent/js/acp-canvas-core.js      JavaScript     1,256   1,566
Tlamatini/agent/static/agent/css/agent_page.css         CSS            1,143   1,362
Tlamatini/agent/consumers.py                            Python         1,121   1,350
Tlamatini/agent/static/agent/js/acp-agent-connectors.js JavaScript     1,073   1,211
Tlamatini/agent/agents/whatstlamatini/whatstlamatini.py Python         1,044   1,300
Tlamatini/agent/static/agent/js/acp-control-buttons.js  JavaScript     1,036   1,344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Last 2 Days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2-day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operator-facing work is dominated by the new DB dropdown: backup, Set DB staging for the next start-up, startup swap-in/rollback mechanics, and native Browse buttons on both dialogs.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current Git window still shows the flow compiler / agent-contract direction influencing how chat-created and ACP-created workflows converge.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behavior kept evolving across the period through quota tuning, execution-table persistence, autonomous-action improvements, and broader tool enablement.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during the last 2 days,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THE LAST 2 DAYS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2-Day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2026-05-14 | e1d93ab | Added Browse buttons to new dialogs of menu DB entry,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2026-05-14 | 1c38970 | Updating documentation,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2026-05-14 | 70a6cd8 | Implemented the new menu DB, to backup and restore databases of Tlamatini,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2026-05-14 | 47df564 | Tlamatini's operation database backup mechanics,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2026-05-13 | b73ee03 | Enabling J-Decompiler as Multi-turn agent,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2026-05-12 | d7509c9 | Update README.md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THE LAST 2 DAYS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2-Day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2026-05-12 | 65319a6 | Adding the reference to a new video!,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
|-- uninstall.py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unregister_flw.ps1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
    |       `-- create_new_agent.md
    |-- .mcps/
    |   `-- create_new_mcp.md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path_guard.py
    |   |-- prompt.pmt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rag_enhancements.py
    |   |-- routing.py
    |   |-- test_embedding_memory_guard.py
    |   |-- test_flow_contracts.py
    |   |-- test_password_quoting.py
    |   |-- tests.py
    |   |-- tools.py
    |   |-- urls.py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
    |   |   |   |-- and.py
    |   |   |   `-- config.yaml
    |   |   |-- apirer/
    |   |   |   |-- apirer.py
    |   |   |   `-- config.yaml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|-- 0079_add_chat_agent_mouser_tool.py
    |   |   |-- 0080_add_chat_agent_sleeper_tool.py
    |   |   |-- 0081_add_window_present_and_run_wait_tools.py
    |   |   |-- 0082_add_chat_agent_j_decompiler_tool.py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