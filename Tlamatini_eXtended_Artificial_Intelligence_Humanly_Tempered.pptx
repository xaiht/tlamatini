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Tlamatini Flow</c:v>
                </c:pt>
                <c:pt idx="2">
                  <c:v>Text</c:v>
                </c:pt>
                <c:pt idx="3">
                  <c:v>HTML</c:v>
                </c:pt>
                <c:pt idx="4">
                  <c:v>Prompt template</c:v>
                </c:pt>
                <c:pt idx="5">
                  <c:v>PowerShell</c:v>
                </c:pt>
                <c:pt idx="6">
                  <c:v>YAML</c:v>
                </c:pt>
                <c:pt idx="7">
                  <c:v>Other text</c:v>
                </c:pt>
                <c:pt idx="8">
                  <c:v>JSON</c:v>
                </c:pt>
                <c:pt idx="9">
                  <c:v>CSS</c:v>
                </c:pt>
                <c:pt idx="10">
                  <c:v>JavaScript</c:v>
                </c:pt>
                <c:pt idx="11">
                  <c:v>Markdown</c:v>
                </c:pt>
                <c:pt idx="12">
                  <c:v>JavaScript module</c:v>
                </c:pt>
                <c:pt idx="13">
                  <c:v>Python</c:v>
                </c:pt>
              </c:strCache>
            </c:strRef>
          </c:cat>
          <c:val>
            <c:numRef>
              <c:f>Sheet1!$B$2:$B$15</c:f>
              <c:numCache>
                <c:formatCode>General</c:formatCode>
                <c:ptCount val="14"/>
                <c:pt idx="0">
                  <c:v>810</c:v>
                </c:pt>
                <c:pt idx="1">
                  <c:v>837</c:v>
                </c:pt>
                <c:pt idx="2">
                  <c:v>1229</c:v>
                </c:pt>
                <c:pt idx="3">
                  <c:v>1350</c:v>
                </c:pt>
                <c:pt idx="4">
                  <c:v>1382</c:v>
                </c:pt>
                <c:pt idx="5">
                  <c:v>1838</c:v>
                </c:pt>
                <c:pt idx="6">
                  <c:v>2303</c:v>
                </c:pt>
                <c:pt idx="7">
                  <c:v>5803</c:v>
                </c:pt>
                <c:pt idx="8">
                  <c:v>6264</c:v>
                </c:pt>
                <c:pt idx="9">
                  <c:v>12809</c:v>
                </c:pt>
                <c:pt idx="10">
                  <c:v>23757</c:v>
                </c:pt>
                <c:pt idx="11">
                  <c:v>32596</c:v>
                </c:pt>
                <c:pt idx="12">
                  <c:v>102470</c:v>
                </c:pt>
                <c:pt idx="13">
                  <c:v>210200</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89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with self-healing model steps.</a:t>
            </a:r>
          </a:p>
          <a:p/>
          <a:p>
            <a:r>
              <a:t>Agentic Control Panel: 89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89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50 JavaScript modules, 17 stylesheets and 5 page templates, 210 database migrations and 87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53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 no longer freeze the application.</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Six toolbar switches decide how each request runs.</a:t>
            </a:r>
          </a:p>
          <a:p/>
          <a:p>
            <a:r>
              <a:t>Beside the conversation sits a canvas that shows code, text and PDFs. Paste a screenshot with Ctrl+V or drop images on the chat: she saves them to her Temp folder and writes the full path into your message, ready for Image-Interpreter. A context ring between the toolbar and the message box shows how much of the model's window the real request uses, measured by the backend in bytes with tokens estimated.</a:t>
            </a:r>
          </a:p>
          <a:p/>
          <a:p>
            <a:r>
              <a:t>Her avatar speaks answers aloud when you ask, with a mouth that follows the spoken words. After login, pressing Enter on the welcome page takes you straight to the chat.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89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89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a:t>
            </a:r>
          </a:p>
          <a:p/>
          <a:p>
            <a:r>
              <a:t>Format: JSON tlamatini-prompting-flow, version 1.</a:t>
            </a:r>
          </a:p>
          <a:p/>
          <a:p>
            <a:r>
              <a:t>Limits: 5 MiB, 500 operations,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89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Gatewayer: Webhook and folder-drop ingress that turns outside events into triggers.</a:t>
            </a:r>
          </a:p>
          <a:p/>
          <a:p>
            <a:r>
              <a:t>Gateway Relayer: Relays GitHub and GitLab webhooks into Gatewayer.</a:t>
            </a:r>
          </a:p>
          <a:p/>
          <a:p>
            <a:r>
              <a:t>Node Manager: Infrastructure registry: discovers nodes, probes heartbeats and capabilities.</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Zavuerer: SMS, WhatsApp, Telegram, email and voice through one Zavu key.</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into one definitive report.</a:t>
            </a:r>
          </a:p>
          <a:p/>
          <a:p>
            <a:r>
              <a:t>Video-Analyzer · robotics: A deterministic motion gate plus two vision models; PASS only when both agree.</a:t>
            </a:r>
          </a:p>
          <a:p/>
          <a:p>
            <a:r>
              <a:t>Video-Analyzer · transcription: Timestamped speech from chosen audio tracks, locally.</a:t>
            </a:r>
          </a:p>
          <a:p/>
          <a:p>
            <a:r>
              <a:t>Video-Analyzer · summary: Speech plus sampled visual evidence: scenes, text, facts, decisions and limits.</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Googler keeps finding results when browsers are refused, and NetSpeed-Calculator publishes a speed with its confidence interval.</a:t>
            </a:r>
          </a:p>
          <a:p/>
          <a:p>
            <a:r>
              <a:t>Googler tries four plain-HTTP, server-rendered routes first, then a visible installed Chrome across seven browser routes with bounded retries, and always names the route that answered. Its structured dork builder writes valid operators, presets and grouped site or file-type filters, and links_only returns URLs for downloads handled downstream. Indexed is not permitted: licensing and authorization remain yours.</a:t>
            </a:r>
          </a:p>
          <a:p/>
          <a:p>
            <a:r>
              <a:t>NetSpeed-Calculator measures several keyless providers at once,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Zavuerer: One Zavu key for SMS, WhatsApp, Telegram, email and voice, with smart routing.</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source audit covers all 89 agents, build helpers, optional imports and tests.</a:t>
            </a:r>
          </a:p>
          <a:p/>
          <a:p>
            <a:r>
              <a:t>The refreshed static guard scanned 745 Python files and 69 directly referenced distributions. The main requirements file contains 87 declarations; missing Autobahn, lxml, six, pip and PlatformIO declarations were added. Existing framework and compatibility pins remain.</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Zero missing declarations; 10 guard tests and four build dependency checks passed.</a:t>
            </a:r>
          </a:p>
          <a:p/>
          <a:p>
            <a:r>
              <a:t>Resolution: Main and separate ESPHome dry runs passed; new dependencies passed temporary-environment smoke checks.</a:t>
            </a:r>
          </a:p>
          <a:p/>
          <a:p>
            <a:r>
              <a:t>Limits: Static coverage and selective smoke tests do not certify a clean installation or frozen build.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a:t>
            </a:r>
          </a:p>
          <a:p/>
          <a:p>
            <a:r>
              <a:t>Direct dictation additionally uses a private ephemeral loopback listener for its worker handshake. It closes after authentication; it is not a fourth public service or fixed port.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working tree repairs the missing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1.72.1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Source and Release Status. Source tag v1.72.1; latest published release v1.72.1. Local changes are stated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tag is not a release, and a commit after a tag is not a new tag. This dossier keeps the three apart.</a:t>
            </a:r>
          </a:p>
          <a:p/>
          <a:p>
            <a:r>
              <a:t>The annotated tag v1.72.1 was created on 2026-09-28 and resolves to commit df709d78, and the remote advertises it.</a:t>
            </a:r>
          </a:p>
          <a:p/>
          <a:p>
            <a:r>
              <a:t>The newest release published on GitHub is v1.72.1, published 2026-09-29.</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403,648 effective lines across 1,326 text files; 520,931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complete tracked file tree. Every one of the 1,566 files Git tracks, drawn as a tree.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 Id="rId4" Type="http://schemas.openxmlformats.org/officeDocument/2006/relationships/chart" Target="../charts/char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 Id="rId4" Type="http://schemas.openxmlformats.org/officeDocument/2006/relationships/chart" Target="../charts/char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1.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89</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v1.72.1</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50" b="0" i="0" spc="110">
                <a:solidFill>
                  <a:srgbClr val="A7B2B0"/>
                </a:solidFill>
                <a:latin typeface="Segoe UI Semibold"/>
              </a:rPr>
              <a:t>SOURCE VERSION</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September 28,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a complete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89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Source and Release Status</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Source tag v1.72.1; latest published release v1.72.1. Local changes are stated separately.</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complete tracked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Every file Git tracks, drawn as a tree.</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planner and a tool loop of up to 4,096 iterations over the full enabled surface of 109 built-in tools, with self-healing model steps.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89</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210</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1,566</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403,648</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Zavuerer,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 no longer freeze the application.</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Six toolbar switches decide how each request runs.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3840480"/>
          </a:xfrm>
          <a:prstGeom prst="roundRect">
            <a:avLst>
              <a:gd name="adj" fmla="val 1904"/>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credits and Check for updates.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89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89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ular Callout 33"/>
          <p:cNvSpPr/>
          <p:nvPr/>
        </p:nvSpPr>
        <p:spPr>
          <a:xfrm>
            <a:off x="6388455" y="4434840"/>
            <a:ext cx="868680" cy="548640"/>
          </a:xfrm>
          <a:prstGeom prst="wedgeRoundRectCallout">
            <a:avLst/>
          </a:pr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51F23"/>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53499" y="4434840"/>
            <a:ext cx="2142667" cy="1581912"/>
          </a:xfrm>
          <a:prstGeom prst="rect">
            <a:avLst/>
          </a:prstGeom>
          <a:noFill/>
        </p:spPr>
        <p:txBody>
          <a:bodyPr wrap="square" lIns="45720" rIns="45720" tIns="27432" bIns="27432" anchor="t">
            <a:noAutofit/>
          </a:bodyPr>
          <a:lstStyle/>
          <a:p>
            <a:pPr algn="l">
              <a:lnSpc>
                <a:spcPct val="100000"/>
              </a:lnSpc>
            </a:pPr>
            <a:r>
              <a:rPr sz="2200" b="1" i="0">
                <a:solidFill>
                  <a:srgbClr val="E2B462"/>
                </a:solidFill>
                <a:latin typeface="Consolas"/>
              </a:rPr>
              <a:t>.fpmt</a:t>
            </a:r>
          </a:p>
          <a:p>
            <a:pPr algn="l">
              <a:lnSpc>
                <a:spcPct val="100000"/>
              </a:lnSpc>
              <a:spcBef>
                <a:spcPts val="800"/>
              </a:spcBef>
            </a:pPr>
            <a:r>
              <a:rPr sz="1300" b="0" i="0">
                <a:solidFill>
                  <a:srgbClr val="ECE7DC"/>
                </a:solidFill>
                <a:latin typeface="Segoe UI"/>
              </a:rPr>
              <a:t>A portable JSON diagram: </a:t>
            </a:r>
            <a:r>
              <a:rPr sz="1200" b="0" i="0">
                <a:solidFill>
                  <a:srgbClr val="E2B462"/>
                </a:solidFill>
                <a:latin typeface="Consolas"/>
              </a:rPr>
              <a:t>tlamatini-prompting-flow</a:t>
            </a:r>
            <a:r>
              <a:rPr sz="1300" b="0" i="0">
                <a:solidFill>
                  <a:srgbClr val="ECE7DC"/>
                </a:solidFill>
                <a:latin typeface="Segoe UI"/>
              </a:rPr>
              <a:t>, version 1. Opening a file never runs it; Validate, then Play.</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1.</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operations,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Preserves unrelated configuration; downloads nothing.</a:t>
            </a:r>
          </a:p>
        </p:txBody>
      </p:sp>
      <p:graphicFrame>
        <p:nvGraphicFramePr>
          <p:cNvPr id="24" name="Chart 23"/>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5" name="Connector 2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7" name="TextBox 2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89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89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11</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10</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11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Parametrizer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Maps one agent's structured output into the next agent's configuration.</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FlowCreator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Designs a complete, validated .flw workflow from a plain objective.</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FlowHypervisor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A model watchdog that reads a running flow: OK or ATTENTION NEEDED.</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FlowBacker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Backs up a session's logs and configurations before clean-up.</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Webhook and folder-drop ingress that turns outside events into triggers.</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 Relayer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Relays GitHub and GitLab webhooks into Gatewayer.</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Node Manager</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Infrastructure registry: discovers nodes, probes heartbeats and capabilities.</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Prompter</a:t>
            </a:r>
          </a:p>
        </p:txBody>
      </p:sp>
      <p:sp>
        <p:nvSpPr>
          <p:cNvPr id="39" name="TextBox 38"/>
          <p:cNvSpPr txBox="1"/>
          <p:nvPr/>
        </p:nvSpPr>
        <p:spPr>
          <a:xfrm>
            <a:off x="9152915" y="4125468"/>
            <a:ext cx="2343835" cy="537971"/>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Sends one prompt to a model and logs a structured answer.</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Summarizer</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Summarizes text once, or watches logs and fires on a detected event.</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ACPXer</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Runs one external coding-agent CLI turn on the canvas and captures its answer.</a:t>
            </a:r>
          </a:p>
        </p:txBody>
      </p:sp>
      <p:sp>
        <p:nvSpPr>
          <p:cNvPr id="48" name="Rounded Rectangle 47"/>
          <p:cNvSpPr/>
          <p:nvPr/>
        </p:nvSpPr>
        <p:spPr>
          <a:xfrm>
            <a:off x="6205575"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70167"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33591"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MCP Doctor</a:t>
            </a:r>
          </a:p>
        </p:txBody>
      </p:sp>
      <p:sp>
        <p:nvSpPr>
          <p:cNvPr id="51" name="TextBox 50"/>
          <p:cNvSpPr txBox="1"/>
          <p:nvPr/>
        </p:nvSpPr>
        <p:spPr>
          <a:xfrm>
            <a:off x="6333591"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Diagnoses an external MCP server on paper, before any live connection.</a:t>
            </a:r>
          </a:p>
        </p:txBody>
      </p:sp>
      <p:cxnSp>
        <p:nvCxnSpPr>
          <p:cNvPr id="52" name="Connector 5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4" name="TextBox 5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10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Shows an in-browser notification, optionally with a sound.</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WhatsApp through Meta's Cloud API, or explicitly from your own number.</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Zavuerer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SMS, WhatsApp, Telegram, email and voice through one Zavu key.</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Brings the full Tlamatini chat, Multi-Turn included, into Telegram.</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551383"/>
          </a:xfrm>
          <a:prstGeom prst="rect">
            <a:avLst/>
          </a:prstGeom>
          <a:noFill/>
        </p:spPr>
        <p:txBody>
          <a:bodyPr wrap="square" lIns="45720" rIns="45720" tIns="27432" bIns="27432" anchor="t">
            <a:noAutofit/>
          </a:bodyPr>
          <a:lstStyle/>
          <a:p>
            <a:pPr algn="l">
              <a:lnSpc>
                <a:spcPct val="100000"/>
              </a:lnSpc>
            </a:pPr>
            <a:r>
              <a:rPr sz="1550" b="1" i="0">
                <a:solidFill>
                  <a:srgbClr val="F7F2E8"/>
                </a:solidFill>
                <a:latin typeface="Palatino Linotype"/>
              </a:rPr>
              <a:t>Instant Messaging Doctor</a:t>
            </a:r>
          </a:p>
        </p:txBody>
      </p:sp>
      <p:sp>
        <p:nvSpPr>
          <p:cNvPr id="39" name="TextBox 38"/>
          <p:cNvSpPr txBox="1"/>
          <p:nvPr/>
        </p:nvSpPr>
        <p:spPr>
          <a:xfrm>
            <a:off x="9152915" y="4300423"/>
            <a:ext cx="2343835" cy="363016"/>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Diagnoses and safely repairs Telegram and WhatsApp readiness.</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2880360"/>
          </a:xfrm>
          <a:prstGeom prst="roundRect">
            <a:avLst>
              <a:gd name="adj" fmla="val 253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into one definitive report.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AND NETWORK</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Search that survives, measurement that shows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Googler keeps finding results when browsers are refused, and NetSpeed-Calculator publishes a speed with its confidence interval.</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Googler tiers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plain-HTTP routes, then visible Chrome across seven.</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builder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Valid operators, presets, grouped filters, links_only output.</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NetSpeed</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Zavuerer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Zavu key for SMS, WhatsApp, Telegram, email and voice, with smart routing.</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3758184"/>
          </a:xfrm>
          <a:prstGeom prst="roundRect">
            <a:avLst>
              <a:gd name="adj" fmla="val 194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Binary-content guard</a:t>
            </a:r>
          </a:p>
        </p:txBody>
      </p:sp>
      <p:sp>
        <p:nvSpPr>
          <p:cNvPr id="14" name="TextBox 13"/>
          <p:cNvSpPr txBox="1"/>
          <p:nvPr/>
        </p:nvSpPr>
        <p:spPr>
          <a:xfrm>
            <a:off x="3957431"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15" name="TextBox 14"/>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Dropping real context is worse than embedding one odd file.</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Verdict parsing</a:t>
            </a:r>
          </a:p>
        </p:txBody>
      </p:sp>
      <p:sp>
        <p:nvSpPr>
          <p:cNvPr id="18" name="TextBox 17"/>
          <p:cNvSpPr txBox="1"/>
          <p:nvPr/>
        </p:nvSpPr>
        <p:spPr>
          <a:xfrm>
            <a:off x="3957431" y="2880360"/>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19" name="TextBox 18"/>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parse error falls through to the next rule; it never raises.</a:t>
            </a:r>
          </a:p>
        </p:txBody>
      </p:sp>
      <p:sp>
        <p:nvSpPr>
          <p:cNvPr id="20" name="TextBox 19"/>
          <p:cNvSpPr txBox="1"/>
          <p:nvPr/>
        </p:nvSpPr>
        <p:spPr>
          <a:xfrm>
            <a:off x="640080" y="325526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Port and console settings</a:t>
            </a:r>
          </a:p>
        </p:txBody>
      </p:sp>
      <p:sp>
        <p:nvSpPr>
          <p:cNvPr id="21" name="TextBox 20"/>
          <p:cNvSpPr txBox="1"/>
          <p:nvPr/>
        </p:nvSpPr>
        <p:spPr>
          <a:xfrm>
            <a:off x="3957431" y="3255264"/>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22" name="TextBox 21"/>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typo must never stop the server from starting.</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 provisioner</a:t>
            </a:r>
          </a:p>
        </p:txBody>
      </p:sp>
      <p:sp>
        <p:nvSpPr>
          <p:cNvPr id="25" name="TextBox 24"/>
          <p:cNvSpPr txBox="1"/>
          <p:nvPr/>
        </p:nvSpPr>
        <p:spPr>
          <a:xfrm>
            <a:off x="3957431" y="3630168"/>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26" name="TextBox 25"/>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failed download never blocks start-up.</a:t>
            </a:r>
          </a:p>
        </p:txBody>
      </p:sp>
      <p:sp>
        <p:nvSpPr>
          <p:cNvPr id="27" name="TextBox 26"/>
          <p:cNvSpPr txBox="1"/>
          <p:nvPr/>
        </p:nvSpPr>
        <p:spPr>
          <a:xfrm>
            <a:off x="640080" y="4005072"/>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8" name="TextBox 27"/>
          <p:cNvSpPr txBox="1"/>
          <p:nvPr/>
        </p:nvSpPr>
        <p:spPr>
          <a:xfrm>
            <a:off x="3957431" y="4005072"/>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29" name="TextBox 28"/>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Any doubt resolves to Deny.</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copies</a:t>
            </a:r>
          </a:p>
        </p:txBody>
      </p:sp>
      <p:sp>
        <p:nvSpPr>
          <p:cNvPr id="32" name="TextBox 31"/>
          <p:cNvSpPr txBox="1"/>
          <p:nvPr/>
        </p:nvSpPr>
        <p:spPr>
          <a:xfrm>
            <a:off x="3957431" y="437997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33" name="TextBox 32"/>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An unclear or unchecked copy is reported as a failure.</a:t>
            </a:r>
          </a:p>
        </p:txBody>
      </p:sp>
      <p:sp>
        <p:nvSpPr>
          <p:cNvPr id="34" name="TextBox 33"/>
          <p:cNvSpPr txBox="1"/>
          <p:nvPr/>
        </p:nvSpPr>
        <p:spPr>
          <a:xfrm>
            <a:off x="640080" y="475488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 bisect guard</a:t>
            </a:r>
          </a:p>
        </p:txBody>
      </p:sp>
      <p:sp>
        <p:nvSpPr>
          <p:cNvPr id="35" name="TextBox 34"/>
          <p:cNvSpPr txBox="1"/>
          <p:nvPr/>
        </p:nvSpPr>
        <p:spPr>
          <a:xfrm>
            <a:off x="3957431" y="4754880"/>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36" name="TextBox 35"/>
          <p:cNvSpPr txBox="1"/>
          <p:nvPr/>
        </p:nvSpPr>
        <p:spPr>
          <a:xfrm>
            <a:off x="5726686" y="475488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When in doubt, protect the author's content.</a:t>
            </a:r>
          </a:p>
        </p:txBody>
      </p:sp>
      <p:sp>
        <p:nvSpPr>
          <p:cNvPr id="37" name="Rectangle 36"/>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12978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Firmware preflights</a:t>
            </a:r>
          </a:p>
        </p:txBody>
      </p:sp>
      <p:sp>
        <p:nvSpPr>
          <p:cNvPr id="39" name="TextBox 38"/>
          <p:cNvSpPr txBox="1"/>
          <p:nvPr/>
        </p:nvSpPr>
        <p:spPr>
          <a:xfrm>
            <a:off x="3957431" y="5129784"/>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40" name="TextBox 39"/>
          <p:cNvSpPr txBox="1"/>
          <p:nvPr/>
        </p:nvSpPr>
        <p:spPr>
          <a:xfrm>
            <a:off x="5726686" y="512978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Refuse rather than build or flash the wrong target.</a:t>
            </a:r>
          </a:p>
        </p:txBody>
      </p:sp>
      <p:sp>
        <p:nvSpPr>
          <p:cNvPr id="41" name="TextBox 40"/>
          <p:cNvSpPr txBox="1"/>
          <p:nvPr/>
        </p:nvSpPr>
        <p:spPr>
          <a:xfrm>
            <a:off x="640080" y="550468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Deleter</a:t>
            </a:r>
          </a:p>
        </p:txBody>
      </p:sp>
      <p:sp>
        <p:nvSpPr>
          <p:cNvPr id="42" name="TextBox 41"/>
          <p:cNvSpPr txBox="1"/>
          <p:nvPr/>
        </p:nvSpPr>
        <p:spPr>
          <a:xfrm>
            <a:off x="3957431" y="5504688"/>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43" name="TextBox 42"/>
          <p:cNvSpPr txBox="1"/>
          <p:nvPr/>
        </p:nvSpPr>
        <p:spPr>
          <a:xfrm>
            <a:off x="5726686" y="550468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Refuses protected folders, repository roots and drive roots.</a:t>
            </a:r>
          </a:p>
        </p:txBody>
      </p:sp>
      <p:cxnSp>
        <p:nvCxnSpPr>
          <p:cNvPr id="44" name="Connector 4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46" name="TextBox 4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release installer, which bundles Python 3.12.10,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source audit covers all 89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Zero missing declarations; 10 guard tests and four build dependency checks passed.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Resolution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Main and separate ESPHome dry runs passed; new dependencies passed temporary-environment smoke checks.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Static coverage and selective smoke tests do not certify a clean installation or frozen build.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Optional: her rebuildable source ships beside her.</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8000 (configurable), 8765 and 50051 on loopback.</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a:t>
            </a:r>
          </a:p>
        </p:txBody>
      </p:sp>
      <p:sp>
        <p:nvSpPr>
          <p:cNvPr id="34" name="TextBox 33"/>
          <p:cNvSpPr txBox="1"/>
          <p:nvPr/>
        </p:nvSpPr>
        <p:spPr>
          <a:xfrm>
            <a:off x="73139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context provider.</a:t>
            </a:r>
          </a:p>
        </p:txBody>
      </p:sp>
      <p:sp>
        <p:nvSpPr>
          <p:cNvPr id="36" name="TextBox 35"/>
          <p:cNvSpPr txBox="1"/>
          <p:nvPr/>
        </p:nvSpPr>
        <p:spPr>
          <a:xfrm>
            <a:off x="6217920" y="3346703"/>
            <a:ext cx="949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a:t>
            </a:r>
          </a:p>
        </p:txBody>
      </p:sp>
      <p:sp>
        <p:nvSpPr>
          <p:cNvPr id="37" name="TextBox 36"/>
          <p:cNvSpPr txBox="1"/>
          <p:nvPr/>
        </p:nvSpPr>
        <p:spPr>
          <a:xfrm>
            <a:off x="73139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346703"/>
            <a:ext cx="30320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context provider.</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django_port</a:t>
            </a:r>
          </a:p>
        </p:txBody>
      </p:sp>
      <p:sp>
        <p:nvSpPr>
          <p:cNvPr id="14" name="TextBox 13"/>
          <p:cNvSpPr txBox="1"/>
          <p:nvPr/>
        </p:nvSpPr>
        <p:spPr>
          <a:xfrm>
            <a:off x="4731480"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8000</a:t>
            </a:r>
          </a:p>
        </p:txBody>
      </p:sp>
      <p:sp>
        <p:nvSpPr>
          <p:cNvPr id="15" name="TextBox 14"/>
          <p:cNvSpPr txBox="1"/>
          <p:nvPr/>
        </p:nvSpPr>
        <p:spPr>
          <a:xfrm>
            <a:off x="6500734" y="2505456"/>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Web port for every launch path; fails open to 8000.</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unified_agent_max_iterations</a:t>
            </a:r>
          </a:p>
        </p:txBody>
      </p:sp>
      <p:sp>
        <p:nvSpPr>
          <p:cNvPr id="18" name="TextBox 17"/>
          <p:cNvSpPr txBox="1"/>
          <p:nvPr/>
        </p:nvSpPr>
        <p:spPr>
          <a:xfrm>
            <a:off x="4731480"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4096</a:t>
            </a:r>
          </a:p>
        </p:txBody>
      </p:sp>
      <p:sp>
        <p:nvSpPr>
          <p:cNvPr id="19" name="TextBox 18"/>
          <p:cNvSpPr txBox="1"/>
          <p:nvPr/>
        </p:nvSpPr>
        <p:spPr>
          <a:xfrm>
            <a:off x="6500734" y="2872740"/>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Upper bound on Multi-Turn tool-loop turns.</a:t>
            </a:r>
          </a:p>
        </p:txBody>
      </p:sp>
      <p:sp>
        <p:nvSpPr>
          <p:cNvPr id="20" name="TextBox 19"/>
          <p:cNvSpPr txBox="1"/>
          <p:nvPr/>
        </p:nvSpPr>
        <p:spPr>
          <a:xfrm>
            <a:off x="640080" y="3240023"/>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unified_agent_llm_step_timeout_seconds</a:t>
            </a:r>
          </a:p>
        </p:txBody>
      </p:sp>
      <p:sp>
        <p:nvSpPr>
          <p:cNvPr id="21" name="TextBox 20"/>
          <p:cNvSpPr txBox="1"/>
          <p:nvPr/>
        </p:nvSpPr>
        <p:spPr>
          <a:xfrm>
            <a:off x="4731480"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900</a:t>
            </a:r>
          </a:p>
        </p:txBody>
      </p:sp>
      <p:sp>
        <p:nvSpPr>
          <p:cNvPr id="22" name="TextBox 21"/>
          <p:cNvSpPr txBox="1"/>
          <p:nvPr/>
        </p:nvSpPr>
        <p:spPr>
          <a:xfrm>
            <a:off x="6500734" y="3240023"/>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Watchdog for one model attempt.</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llm_client_timeout_seconds</a:t>
            </a:r>
          </a:p>
        </p:txBody>
      </p:sp>
      <p:sp>
        <p:nvSpPr>
          <p:cNvPr id="25" name="TextBox 24"/>
          <p:cNvSpPr txBox="1"/>
          <p:nvPr/>
        </p:nvSpPr>
        <p:spPr>
          <a:xfrm>
            <a:off x="4731480"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600</a:t>
            </a:r>
          </a:p>
        </p:txBody>
      </p:sp>
      <p:sp>
        <p:nvSpPr>
          <p:cNvPr id="26" name="TextBox 25"/>
          <p:cNvSpPr txBox="1"/>
          <p:nvPr/>
        </p:nvSpPr>
        <p:spPr>
          <a:xfrm>
            <a:off x="6500734" y="3607307"/>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How long one model call may take.</a:t>
            </a:r>
          </a:p>
        </p:txBody>
      </p:sp>
      <p:sp>
        <p:nvSpPr>
          <p:cNvPr id="27" name="TextBox 26"/>
          <p:cNvSpPr txBox="1"/>
          <p:nvPr/>
        </p:nvSpPr>
        <p:spPr>
          <a:xfrm>
            <a:off x="640080" y="3974591"/>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ollama_repeat_penalty</a:t>
            </a:r>
          </a:p>
        </p:txBody>
      </p:sp>
      <p:sp>
        <p:nvSpPr>
          <p:cNvPr id="28" name="TextBox 27"/>
          <p:cNvSpPr txBox="1"/>
          <p:nvPr/>
        </p:nvSpPr>
        <p:spPr>
          <a:xfrm>
            <a:off x="4731480"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1.2</a:t>
            </a:r>
          </a:p>
        </p:txBody>
      </p:sp>
      <p:sp>
        <p:nvSpPr>
          <p:cNvPr id="29" name="TextBox 28"/>
          <p:cNvSpPr txBox="1"/>
          <p:nvPr/>
        </p:nvSpPr>
        <p:spPr>
          <a:xfrm>
            <a:off x="6500734" y="3974591"/>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Repetition penalty; 1.9 emptied answers.</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ollama_repeat_last_n</a:t>
            </a:r>
          </a:p>
        </p:txBody>
      </p:sp>
      <p:sp>
        <p:nvSpPr>
          <p:cNvPr id="32" name="TextBox 31"/>
          <p:cNvSpPr txBox="1"/>
          <p:nvPr/>
        </p:nvSpPr>
        <p:spPr>
          <a:xfrm>
            <a:off x="4731480"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256</a:t>
            </a:r>
          </a:p>
        </p:txBody>
      </p:sp>
      <p:sp>
        <p:nvSpPr>
          <p:cNvPr id="33" name="TextBox 32"/>
          <p:cNvSpPr txBox="1"/>
          <p:nvPr/>
        </p:nvSpPr>
        <p:spPr>
          <a:xfrm>
            <a:off x="6500734" y="4341875"/>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How far back that penalty looks.</a:t>
            </a:r>
          </a:p>
        </p:txBody>
      </p:sp>
      <p:sp>
        <p:nvSpPr>
          <p:cNvPr id="34" name="TextBox 33"/>
          <p:cNvSpPr txBox="1"/>
          <p:nvPr/>
        </p:nvSpPr>
        <p:spPr>
          <a:xfrm>
            <a:off x="640080" y="4709159"/>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ollama_num_ctx</a:t>
            </a:r>
          </a:p>
        </p:txBody>
      </p:sp>
      <p:sp>
        <p:nvSpPr>
          <p:cNvPr id="35" name="TextBox 34"/>
          <p:cNvSpPr txBox="1"/>
          <p:nvPr/>
        </p:nvSpPr>
        <p:spPr>
          <a:xfrm>
            <a:off x="4731480"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1048576</a:t>
            </a:r>
          </a:p>
        </p:txBody>
      </p:sp>
      <p:sp>
        <p:nvSpPr>
          <p:cNvPr id="36" name="TextBox 35"/>
          <p:cNvSpPr txBox="1"/>
          <p:nvPr/>
        </p:nvSpPr>
        <p:spPr>
          <a:xfrm>
            <a:off x="6500734" y="4709159"/>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Requested context window.</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binary_context_detection</a:t>
            </a:r>
          </a:p>
        </p:txBody>
      </p:sp>
      <p:sp>
        <p:nvSpPr>
          <p:cNvPr id="39" name="TextBox 38"/>
          <p:cNvSpPr txBox="1"/>
          <p:nvPr/>
        </p:nvSpPr>
        <p:spPr>
          <a:xfrm>
            <a:off x="4731480"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true</a:t>
            </a:r>
          </a:p>
        </p:txBody>
      </p:sp>
      <p:sp>
        <p:nvSpPr>
          <p:cNvPr id="40" name="TextBox 39"/>
          <p:cNvSpPr txBox="1"/>
          <p:nvPr/>
        </p:nvSpPr>
        <p:spPr>
          <a:xfrm>
            <a:off x="6500734" y="5076443"/>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Screens files by content before embedding.</a:t>
            </a:r>
          </a:p>
        </p:txBody>
      </p:sp>
      <p:sp>
        <p:nvSpPr>
          <p:cNvPr id="41" name="TextBox 40"/>
          <p:cNvSpPr txBox="1"/>
          <p:nvPr/>
        </p:nvSpPr>
        <p:spPr>
          <a:xfrm>
            <a:off x="640080" y="5443727"/>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console_quick_edit</a:t>
            </a:r>
          </a:p>
        </p:txBody>
      </p:sp>
      <p:sp>
        <p:nvSpPr>
          <p:cNvPr id="42" name="TextBox 41"/>
          <p:cNvSpPr txBox="1"/>
          <p:nvPr/>
        </p:nvSpPr>
        <p:spPr>
          <a:xfrm>
            <a:off x="4731480"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false</a:t>
            </a:r>
          </a:p>
        </p:txBody>
      </p:sp>
      <p:sp>
        <p:nvSpPr>
          <p:cNvPr id="43" name="TextBox 42"/>
          <p:cNvSpPr txBox="1"/>
          <p:nvPr/>
        </p:nvSpPr>
        <p:spPr>
          <a:xfrm>
            <a:off x="6500734" y="5443727"/>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Keeps a click from pausing a frozen console.</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runtime_autoprovision</a:t>
            </a:r>
          </a:p>
        </p:txBody>
      </p:sp>
      <p:sp>
        <p:nvSpPr>
          <p:cNvPr id="46" name="TextBox 45"/>
          <p:cNvSpPr txBox="1"/>
          <p:nvPr/>
        </p:nvSpPr>
        <p:spPr>
          <a:xfrm>
            <a:off x="4731480"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true</a:t>
            </a:r>
          </a:p>
        </p:txBody>
      </p:sp>
      <p:sp>
        <p:nvSpPr>
          <p:cNvPr id="47" name="TextBox 46"/>
          <p:cNvSpPr txBox="1"/>
          <p:nvPr/>
        </p:nvSpPr>
        <p:spPr>
          <a:xfrm>
            <a:off x="6500734" y="5811011"/>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Lets MCP servers provision Node or uv privately.</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sampler values come from repeated trials on real workloads. That failure is heavy-tailed, so a single fast run is never a reason to change them.</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LATEST BUILD REPAIR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current working tree repairs the missing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300" b="0" i="0">
                <a:solidFill>
                  <a:srgbClr val="F7F2E8"/>
                </a:solidFill>
                <a:latin typeface="Palatino Linotype"/>
              </a:rPr>
              <a:t>Source and Release Status</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Source tag v1.72.1; latest published release v1.72.1. Local changes are stated separately.</a:t>
            </a:r>
          </a:p>
        </p:txBody>
      </p:sp>
      <p:sp>
        <p:nvSpPr>
          <p:cNvPr id="8" name="Diamond 7"/>
          <p:cNvSpPr/>
          <p:nvPr/>
        </p:nvSpPr>
        <p:spPr>
          <a:xfrm>
            <a:off x="822960" y="534009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 context gauge that tells the truth</a:t>
            </a:r>
          </a:p>
        </p:txBody>
      </p:sp>
      <p:sp>
        <p:nvSpPr>
          <p:cNvPr id="10" name="Diamond 9"/>
          <p:cNvSpPr/>
          <p:nvPr/>
        </p:nvSpPr>
        <p:spPr>
          <a:xfrm>
            <a:off x="822960" y="561441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Direct dictation and dependency coverage</a:t>
            </a:r>
          </a:p>
        </p:txBody>
      </p:sp>
      <p:sp>
        <p:nvSpPr>
          <p:cNvPr id="12" name="Diamond 11"/>
          <p:cNvSpPr/>
          <p:nvPr/>
        </p:nvSpPr>
        <p:spPr>
          <a:xfrm>
            <a:off x="822960" y="588873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v1.70.0: the Prompt Flow Panel</a:t>
            </a:r>
          </a:p>
        </p:txBody>
      </p:sp>
      <p:sp>
        <p:nvSpPr>
          <p:cNvPr id="14" name="Diamond 13"/>
          <p:cNvSpPr/>
          <p:nvPr/>
        </p:nvSpPr>
        <p:spPr>
          <a:xfrm>
            <a:off x="4206240" y="534009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How the line arrived here</a:t>
            </a:r>
          </a:p>
        </p:txBody>
      </p:sp>
      <p:sp>
        <p:nvSpPr>
          <p:cNvPr id="16" name="Diamond 15"/>
          <p:cNvSpPr/>
          <p:nvPr/>
        </p:nvSpPr>
        <p:spPr>
          <a:xfrm>
            <a:off x="4206240" y="561441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Tag, commit and publication, stated plainly</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2026-09-19</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v1.62.2</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v1.62.2 Setting more comfortable value of sleep stop timer to 3.5s, and setting jcyhsiao/qwen3.5cloud:latest to replace the obsolete qwen3.5:cloud.</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2026-09-19</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v1.63.0</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v1.63.0 Empowering Video-Analyzer agent!.</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v1.64.0</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v1.64.0 Empowering general model selection in configuration!.</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v1.65.0</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v1.65.0 Context meter implemented!.</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v1.65.2</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v1.65.2 Context Governor improved: measure the real request, and never bind zero tools.</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v1.65.3</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Release v1.65.3 Improved LaTeXer: bracing a leading before a command eats it as an optional argument.</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2026-09-21</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v1.65.4</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v1.65.4 Improved gauge of context.</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2026-09-22</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v1.65.5</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v1.65.5 Fixing spinner state while initially re-loading context.</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2026-09-26</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v1.70.0</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v1.70.0 A dozen of improvements based/towards on the Prompting Flow Panel and UX Standarization between both panels.</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v1.71.0</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v1.71.0 Implementing a fancy fancy microphone to Whsperer in a cero latency direct impl. into Tlamatini's Chat.</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Implementing a fancy fancy microphone to Whisperer in a cero latency direct implementation into Tlamatini's Chat, and added configuration parameters.</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2026-09-28</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v1.72.1</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v1.72.1 Improving gauge meter measurement under one-shot chain.</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Tag, commit and publication, stated plainly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tag is not a release, and a commit after a tag is not a new tag. This dossier keeps the three apart.</a:t>
            </a:r>
          </a:p>
        </p:txBody>
      </p:sp>
      <p:sp>
        <p:nvSpPr>
          <p:cNvPr id="8" name="Rounded Rectangle 7"/>
          <p:cNvSpPr/>
          <p:nvPr/>
        </p:nvSpPr>
        <p:spPr>
          <a:xfrm>
            <a:off x="566928" y="2084831"/>
            <a:ext cx="5212080" cy="1993392"/>
          </a:xfrm>
          <a:prstGeom prst="roundRect">
            <a:avLst>
              <a:gd name="adj" fmla="val 458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3017520"/>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883664"/>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The tag</a:t>
            </a:r>
          </a:p>
        </p:txBody>
      </p:sp>
      <p:sp>
        <p:nvSpPr>
          <p:cNvPr id="11" name="TextBox 10"/>
          <p:cNvSpPr txBox="1"/>
          <p:nvPr/>
        </p:nvSpPr>
        <p:spPr>
          <a:xfrm>
            <a:off x="2670048" y="2139696"/>
            <a:ext cx="2971800" cy="1883664"/>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v1.72.1 resolves to </a:t>
            </a:r>
            <a:r>
              <a:rPr sz="1300" b="0" i="0">
                <a:solidFill>
                  <a:srgbClr val="E2B462"/>
                </a:solidFill>
                <a:latin typeface="Consolas"/>
              </a:rPr>
              <a:t>df709d78</a:t>
            </a:r>
            <a:r>
              <a:rPr sz="1400" b="0" i="0">
                <a:solidFill>
                  <a:srgbClr val="A7B2B0"/>
                </a:solidFill>
                <a:latin typeface="Segoe UI"/>
              </a:rPr>
              <a:t>, created 2026-09-28.</a:t>
            </a:r>
          </a:p>
        </p:txBody>
      </p:sp>
      <p:sp>
        <p:nvSpPr>
          <p:cNvPr id="12" name="Rounded Rectangle 11"/>
          <p:cNvSpPr/>
          <p:nvPr/>
        </p:nvSpPr>
        <p:spPr>
          <a:xfrm>
            <a:off x="566928" y="4206240"/>
            <a:ext cx="5212080" cy="1993392"/>
          </a:xfrm>
          <a:prstGeom prst="roundRect">
            <a:avLst>
              <a:gd name="adj" fmla="val 458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5138927"/>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4261103"/>
            <a:ext cx="1554480" cy="1883664"/>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a:t>
            </a:r>
          </a:p>
        </p:txBody>
      </p:sp>
      <p:sp>
        <p:nvSpPr>
          <p:cNvPr id="15" name="TextBox 14"/>
          <p:cNvSpPr txBox="1"/>
          <p:nvPr/>
        </p:nvSpPr>
        <p:spPr>
          <a:xfrm>
            <a:off x="2670048" y="4261103"/>
            <a:ext cx="2971800" cy="1883664"/>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The newest release on GitHub is v1.72.1.</a:t>
            </a:r>
          </a:p>
        </p:txBody>
      </p:sp>
      <p:sp>
        <p:nvSpPr>
          <p:cNvPr id="16" name="Rounded Rectangle 15"/>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19" name="TextBox 18"/>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0" name="TextBox 19"/>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Reported version</a:t>
            </a:r>
          </a:p>
        </p:txBody>
      </p:sp>
      <p:sp>
        <p:nvSpPr>
          <p:cNvPr id="21" name="TextBox 20"/>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1.72.1</a:t>
            </a:r>
          </a:p>
        </p:txBody>
      </p:sp>
      <p:sp>
        <p:nvSpPr>
          <p:cNvPr id="22" name="Rectangle 21"/>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Nearest tag</a:t>
            </a:r>
          </a:p>
        </p:txBody>
      </p:sp>
      <p:sp>
        <p:nvSpPr>
          <p:cNvPr id="24" name="TextBox 23"/>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v1.72.1 → df709d78 (2026-09-28)</a:t>
            </a:r>
          </a:p>
        </p:txBody>
      </p:sp>
      <p:sp>
        <p:nvSpPr>
          <p:cNvPr id="25" name="TextBox 24"/>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Inspected HEAD</a:t>
            </a:r>
          </a:p>
        </p:txBody>
      </p:sp>
      <p:sp>
        <p:nvSpPr>
          <p:cNvPr id="26" name="TextBox 25"/>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df709d78 (0 commit(s) after the tag)</a:t>
            </a:r>
          </a:p>
        </p:txBody>
      </p:sp>
      <p:sp>
        <p:nvSpPr>
          <p:cNvPr id="27" name="Rectangle 26"/>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29" name="TextBox 28"/>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sp>
        <p:nvSpPr>
          <p:cNvPr id="30" name="TextBox 29"/>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Latest published release</a:t>
            </a:r>
          </a:p>
        </p:txBody>
      </p:sp>
      <p:sp>
        <p:nvSpPr>
          <p:cNvPr id="31" name="TextBox 30"/>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v1.72.1</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df709d78 · 2026-09-28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Reported 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1.72.1 (git)</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1,566</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0</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1,326</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240</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520,931</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403,648</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89</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210</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50 · 17 · 5</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87</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403,648 effective lines across 1,326 text files; 520,931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748</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299,907</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210,200</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52.1%</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103,847</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102,470</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25.4%</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205</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43,045</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32,596</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8.1%</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73</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30,032</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23,757</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15,983</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12,809</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6,264</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6,264</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38</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6,782</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5,803</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96</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6,202</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2,303</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0.6%</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2,520</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1,838</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1,524</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1,382</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1,407</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1,350</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1,556</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1,229</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380</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264</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25</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25</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1,326</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520,931</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403,648</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1,195</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292,601</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131</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111,047</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1,326</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403,648</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8,728</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5,963</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5,194</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3,427</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3,324</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3,160</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3,066</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2,429</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2,167</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Tlamatini/agent/static/agent/css/agentic_control_panel.css</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CSS</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2,133</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Tlamatini/agent/agents/stm32er/stm32er.py</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1,983</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Tlamatini/agent/mcp_agent.py</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1,932</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1,930</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1,872</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Tlamatini/agent/static/agent/js/acp-agent-connectors.js</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1,595</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Tlamatini/agent/consumers.py</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1,593</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Tlamatini/agent/static/agent/js/agent_page_init.js</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1,579</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026408"/>
          </a:xfrm>
          <a:prstGeom prst="roundRect">
            <a:avLst>
              <a:gd name="adj" fmla="val 18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df709d78</a:t>
            </a:r>
          </a:p>
        </p:txBody>
      </p:sp>
      <p:sp>
        <p:nvSpPr>
          <p:cNvPr id="14" name="TextBox 13"/>
          <p:cNvSpPr txBox="1"/>
          <p:nvPr/>
        </p:nvSpPr>
        <p:spPr>
          <a:xfrm>
            <a:off x="1967020" y="2505456"/>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2026-09-28</a:t>
            </a:r>
          </a:p>
        </p:txBody>
      </p:sp>
      <p:sp>
        <p:nvSpPr>
          <p:cNvPr id="15" name="TextBox 14"/>
          <p:cNvSpPr txBox="1"/>
          <p:nvPr/>
        </p:nvSpPr>
        <p:spPr>
          <a:xfrm>
            <a:off x="3515118" y="2505456"/>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Removing the System-Metrics "no system context" placeholder from every one-shot question, by Claude</a:t>
            </a:r>
          </a:p>
        </p:txBody>
      </p:sp>
      <p:sp>
        <p:nvSpPr>
          <p:cNvPr id="16" name="Rectangle 15"/>
          <p:cNvSpPr/>
          <p:nvPr/>
        </p:nvSpPr>
        <p:spPr>
          <a:xfrm>
            <a:off x="585216" y="2782823"/>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9399"/>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e8d66c01</a:t>
            </a:r>
          </a:p>
        </p:txBody>
      </p:sp>
      <p:sp>
        <p:nvSpPr>
          <p:cNvPr id="18" name="TextBox 17"/>
          <p:cNvSpPr txBox="1"/>
          <p:nvPr/>
        </p:nvSpPr>
        <p:spPr>
          <a:xfrm>
            <a:off x="1967020" y="2819399"/>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2026-09-28</a:t>
            </a:r>
          </a:p>
        </p:txBody>
      </p:sp>
      <p:sp>
        <p:nvSpPr>
          <p:cNvPr id="19" name="TextBox 18"/>
          <p:cNvSpPr txBox="1"/>
          <p:nvPr/>
        </p:nvSpPr>
        <p:spPr>
          <a:xfrm>
            <a:off x="3515118" y="2819399"/>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Making the context gauge REAL - Ollama's own token counts, exact in one-shot and Multi-Turn, by Claude</a:t>
            </a:r>
          </a:p>
        </p:txBody>
      </p:sp>
      <p:sp>
        <p:nvSpPr>
          <p:cNvPr id="20" name="TextBox 19"/>
          <p:cNvSpPr txBox="1"/>
          <p:nvPr/>
        </p:nvSpPr>
        <p:spPr>
          <a:xfrm>
            <a:off x="640080" y="3133343"/>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5c7da8fd</a:t>
            </a:r>
          </a:p>
        </p:txBody>
      </p:sp>
      <p:sp>
        <p:nvSpPr>
          <p:cNvPr id="21" name="TextBox 20"/>
          <p:cNvSpPr txBox="1"/>
          <p:nvPr/>
        </p:nvSpPr>
        <p:spPr>
          <a:xfrm>
            <a:off x="1967020" y="3133343"/>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2026-09-27</a:t>
            </a:r>
          </a:p>
        </p:txBody>
      </p:sp>
      <p:sp>
        <p:nvSpPr>
          <p:cNvPr id="22" name="TextBox 21"/>
          <p:cNvSpPr txBox="1"/>
          <p:nvPr/>
        </p:nvSpPr>
        <p:spPr>
          <a:xfrm>
            <a:off x="3515118" y="3133343"/>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Bumped to Tlamatini v1.72.0, by angelahack1</a:t>
            </a:r>
          </a:p>
        </p:txBody>
      </p:sp>
      <p:sp>
        <p:nvSpPr>
          <p:cNvPr id="23" name="Rectangle 22"/>
          <p:cNvSpPr/>
          <p:nvPr/>
        </p:nvSpPr>
        <p:spPr>
          <a:xfrm>
            <a:off x="585216" y="3410711"/>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47287"/>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c970b02b</a:t>
            </a:r>
          </a:p>
        </p:txBody>
      </p:sp>
      <p:sp>
        <p:nvSpPr>
          <p:cNvPr id="25" name="TextBox 24"/>
          <p:cNvSpPr txBox="1"/>
          <p:nvPr/>
        </p:nvSpPr>
        <p:spPr>
          <a:xfrm>
            <a:off x="1967020" y="3447287"/>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2026-09-27</a:t>
            </a:r>
          </a:p>
        </p:txBody>
      </p:sp>
      <p:sp>
        <p:nvSpPr>
          <p:cNvPr id="26" name="TextBox 25"/>
          <p:cNvSpPr txBox="1"/>
          <p:nvPr/>
        </p:nvSpPr>
        <p:spPr>
          <a:xfrm>
            <a:off x="3515118" y="3447287"/>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Bumping every current-version reference in source and docs to v1.72.0, by Claude</a:t>
            </a:r>
          </a:p>
        </p:txBody>
      </p:sp>
      <p:sp>
        <p:nvSpPr>
          <p:cNvPr id="27" name="TextBox 26"/>
          <p:cNvSpPr txBox="1"/>
          <p:nvPr/>
        </p:nvSpPr>
        <p:spPr>
          <a:xfrm>
            <a:off x="640080" y="3761232"/>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e3668a47</a:t>
            </a:r>
          </a:p>
        </p:txBody>
      </p:sp>
      <p:sp>
        <p:nvSpPr>
          <p:cNvPr id="28" name="TextBox 27"/>
          <p:cNvSpPr txBox="1"/>
          <p:nvPr/>
        </p:nvSpPr>
        <p:spPr>
          <a:xfrm>
            <a:off x="1967020" y="3761232"/>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2026-09-27</a:t>
            </a:r>
          </a:p>
        </p:txBody>
      </p:sp>
      <p:sp>
        <p:nvSpPr>
          <p:cNvPr id="29" name="TextBox 28"/>
          <p:cNvSpPr txBox="1"/>
          <p:nvPr/>
        </p:nvSpPr>
        <p:spPr>
          <a:xfrm>
            <a:off x="3515118" y="3761232"/>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Adding Config &gt; Mic configuration parameters to the zero-latency Whisperer microphone in Tlamatini's Chat, committed by Claude</a:t>
            </a:r>
          </a:p>
        </p:txBody>
      </p:sp>
      <p:sp>
        <p:nvSpPr>
          <p:cNvPr id="30" name="Rectangle 29"/>
          <p:cNvSpPr/>
          <p:nvPr/>
        </p:nvSpPr>
        <p:spPr>
          <a:xfrm>
            <a:off x="585216" y="4206240"/>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242816"/>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0cfe4d00</a:t>
            </a:r>
          </a:p>
        </p:txBody>
      </p:sp>
      <p:sp>
        <p:nvSpPr>
          <p:cNvPr id="32" name="TextBox 31"/>
          <p:cNvSpPr txBox="1"/>
          <p:nvPr/>
        </p:nvSpPr>
        <p:spPr>
          <a:xfrm>
            <a:off x="1967020" y="4242816"/>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2026-09-27</a:t>
            </a:r>
          </a:p>
        </p:txBody>
      </p:sp>
      <p:sp>
        <p:nvSpPr>
          <p:cNvPr id="33" name="TextBox 32"/>
          <p:cNvSpPr txBox="1"/>
          <p:nvPr/>
        </p:nvSpPr>
        <p:spPr>
          <a:xfrm>
            <a:off x="3515118" y="4242816"/>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Syncing the dev model configuration with the installed Tlamatini, by Claude</a:t>
            </a:r>
          </a:p>
        </p:txBody>
      </p:sp>
      <p:sp>
        <p:nvSpPr>
          <p:cNvPr id="34" name="TextBox 33"/>
          <p:cNvSpPr txBox="1"/>
          <p:nvPr/>
        </p:nvSpPr>
        <p:spPr>
          <a:xfrm>
            <a:off x="640080" y="4556760"/>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445797f8</a:t>
            </a:r>
          </a:p>
        </p:txBody>
      </p:sp>
      <p:sp>
        <p:nvSpPr>
          <p:cNvPr id="35" name="TextBox 34"/>
          <p:cNvSpPr txBox="1"/>
          <p:nvPr/>
        </p:nvSpPr>
        <p:spPr>
          <a:xfrm>
            <a:off x="1967020" y="4556760"/>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2026-09-27</a:t>
            </a:r>
          </a:p>
        </p:txBody>
      </p:sp>
      <p:sp>
        <p:nvSpPr>
          <p:cNvPr id="36" name="TextBox 35"/>
          <p:cNvSpPr txBox="1"/>
          <p:nvPr/>
        </p:nvSpPr>
        <p:spPr>
          <a:xfrm>
            <a:off x="3515118" y="4556760"/>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Implementing a very fancy microphone to Whsperer in a cero latency direct implementation into Tlamatini's Chat, by angelahack1</a:t>
            </a:r>
          </a:p>
        </p:txBody>
      </p:sp>
      <p:sp>
        <p:nvSpPr>
          <p:cNvPr id="37" name="Rectangle 36"/>
          <p:cNvSpPr/>
          <p:nvPr/>
        </p:nvSpPr>
        <p:spPr>
          <a:xfrm>
            <a:off x="585216" y="5001768"/>
            <a:ext cx="11021263" cy="4815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38344"/>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512973fb</a:t>
            </a:r>
          </a:p>
        </p:txBody>
      </p:sp>
      <p:sp>
        <p:nvSpPr>
          <p:cNvPr id="39" name="TextBox 38"/>
          <p:cNvSpPr txBox="1"/>
          <p:nvPr/>
        </p:nvSpPr>
        <p:spPr>
          <a:xfrm>
            <a:off x="1967020" y="5038344"/>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2026-09-27</a:t>
            </a:r>
          </a:p>
        </p:txBody>
      </p:sp>
      <p:sp>
        <p:nvSpPr>
          <p:cNvPr id="40" name="TextBox 39"/>
          <p:cNvSpPr txBox="1"/>
          <p:nvPr/>
        </p:nvSpPr>
        <p:spPr>
          <a:xfrm>
            <a:off x="3515118" y="5038344"/>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Image analizers improved with real error reports in fatal level instead of silently proceed on this delicate topic for Tlamatini: images, by angelahack1</a:t>
            </a:r>
          </a:p>
        </p:txBody>
      </p:sp>
      <p:sp>
        <p:nvSpPr>
          <p:cNvPr id="41" name="TextBox 40"/>
          <p:cNvSpPr txBox="1"/>
          <p:nvPr/>
        </p:nvSpPr>
        <p:spPr>
          <a:xfrm>
            <a:off x="640080" y="5519928"/>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efc21e25</a:t>
            </a:r>
          </a:p>
        </p:txBody>
      </p:sp>
      <p:sp>
        <p:nvSpPr>
          <p:cNvPr id="42" name="TextBox 41"/>
          <p:cNvSpPr txBox="1"/>
          <p:nvPr/>
        </p:nvSpPr>
        <p:spPr>
          <a:xfrm>
            <a:off x="1967020" y="5519928"/>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2026-09-26</a:t>
            </a:r>
          </a:p>
        </p:txBody>
      </p:sp>
      <p:sp>
        <p:nvSpPr>
          <p:cNvPr id="43" name="TextBox 42"/>
          <p:cNvSpPr txBox="1"/>
          <p:nvPr/>
        </p:nvSpPr>
        <p:spPr>
          <a:xfrm>
            <a:off x="3515118" y="5519928"/>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Partial shit repaired by claude a iditot as claude are very often.</a:t>
            </a:r>
          </a:p>
        </p:txBody>
      </p:sp>
      <p:sp>
        <p:nvSpPr>
          <p:cNvPr id="44" name="Rectangle 43"/>
          <p:cNvSpPr/>
          <p:nvPr/>
        </p:nvSpPr>
        <p:spPr>
          <a:xfrm>
            <a:off x="585216" y="5797296"/>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33872"/>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f8f6aa2d</a:t>
            </a:r>
          </a:p>
        </p:txBody>
      </p:sp>
      <p:sp>
        <p:nvSpPr>
          <p:cNvPr id="46" name="TextBox 45"/>
          <p:cNvSpPr txBox="1"/>
          <p:nvPr/>
        </p:nvSpPr>
        <p:spPr>
          <a:xfrm>
            <a:off x="1967020" y="5833872"/>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2026-09-26</a:t>
            </a:r>
          </a:p>
        </p:txBody>
      </p:sp>
      <p:sp>
        <p:nvSpPr>
          <p:cNvPr id="47" name="TextBox 46"/>
          <p:cNvSpPr txBox="1"/>
          <p:nvPr/>
        </p:nvSpPr>
        <p:spPr>
          <a:xfrm>
            <a:off x="3515118" y="5833872"/>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Replacing the retired qwen3.5 vision model with mistral-large-3:675b-cloud, by Claude</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1133856"/>
          </a:xfrm>
          <a:prstGeom prst="roundRect">
            <a:avLst>
              <a:gd name="adj" fmla="val 645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426378ba</a:t>
            </a:r>
          </a:p>
        </p:txBody>
      </p:sp>
      <p:sp>
        <p:nvSpPr>
          <p:cNvPr id="14" name="TextBox 13"/>
          <p:cNvSpPr txBox="1"/>
          <p:nvPr/>
        </p:nvSpPr>
        <p:spPr>
          <a:xfrm>
            <a:off x="1967020" y="2505456"/>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2026-09-26</a:t>
            </a:r>
          </a:p>
        </p:txBody>
      </p:sp>
      <p:sp>
        <p:nvSpPr>
          <p:cNvPr id="15" name="TextBox 14"/>
          <p:cNvSpPr txBox="1"/>
          <p:nvPr/>
        </p:nvSpPr>
        <p:spPr>
          <a:xfrm>
            <a:off x="3515118" y="2505456"/>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Fixing PDF context image analysis sending "@config" as the model name, by Claude</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d12646f2</a:t>
            </a:r>
          </a:p>
        </p:txBody>
      </p:sp>
      <p:sp>
        <p:nvSpPr>
          <p:cNvPr id="18" name="TextBox 17"/>
          <p:cNvSpPr txBox="1"/>
          <p:nvPr/>
        </p:nvSpPr>
        <p:spPr>
          <a:xfrm>
            <a:off x="1967020" y="2880360"/>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2026-09-26</a:t>
            </a:r>
          </a:p>
        </p:txBody>
      </p:sp>
      <p:sp>
        <p:nvSpPr>
          <p:cNvPr id="19" name="TextBox 18"/>
          <p:cNvSpPr txBox="1"/>
          <p:nvPr/>
        </p:nvSpPr>
        <p:spPr>
          <a:xfrm>
            <a:off x="3515118" y="2880360"/>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Self-update / self-modify inclusion sweep of this week's work, by Claude</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3950" b="0" i="0">
                <a:solidFill>
                  <a:srgbClr val="F7F2E8"/>
                </a:solidFill>
                <a:latin typeface="Palatino Linotype"/>
              </a:rPr>
              <a:t>The complete tracked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Every one of the 1,566 files Git tracks, drawn as a tree.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1,566 tracked files at commit df709d78;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a:p>
            <a:pPr algn="l">
              <a:lnSpc>
                <a:spcPct val="100000"/>
              </a:lnSpc>
            </a:pPr>
            <a:r>
              <a:rPr sz="800" b="0" i="0">
                <a:solidFill>
                  <a:srgbClr val="ECE7DC"/>
                </a:solidFill>
                <a:latin typeface="Consolas"/>
              </a:rPr>
              <a:t>├── MCPMemoriesFlowCreation.flw</a:t>
            </a:r>
          </a:p>
          <a:p>
            <a:pPr algn="l">
              <a:lnSpc>
                <a:spcPct val="100000"/>
              </a:lnSpc>
            </a:pPr>
            <a:r>
              <a:rPr sz="800" b="0" i="0">
                <a:solidFill>
                  <a:srgbClr val="ECE7DC"/>
                </a:solidFill>
                <a:latin typeface="Consolas"/>
              </a:rPr>
              <a:t>├── MessagingConnectorAssistant_Design.md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1,566 tracked files at commit df709d78;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1,566 tracked files at commit df709d78;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demo_flows/</a:t>
            </a:r>
          </a:p>
          <a:p>
            <a:pPr algn="l">
              <a:lnSpc>
                <a:spcPct val="100000"/>
              </a:lnSpc>
            </a:pPr>
            <a:r>
              <a:rPr sz="800" b="0" i="0">
                <a:solidFill>
                  <a:srgbClr val="ECE7DC"/>
                </a:solidFill>
                <a:latin typeface="Consolas"/>
              </a:rPr>
              <a:t>│   ├── demo1_globber_to_parametrizer_to_zavuerer.flw</a:t>
            </a:r>
          </a:p>
          <a:p>
            <a:pPr algn="l">
              <a:lnSpc>
                <a:spcPct val="100000"/>
              </a:lnSpc>
            </a:pPr>
            <a:r>
              <a:rPr sz="800" b="0" i="0">
                <a:solidFill>
                  <a:srgbClr val="ECE7DC"/>
                </a:solidFill>
                <a:latin typeface="Consolas"/>
              </a:rPr>
              <a:t>│   ├── demo2_apirer_to_parametrizer_to_zavuerer.flw</a:t>
            </a:r>
          </a:p>
          <a:p>
            <a:pPr algn="l">
              <a:lnSpc>
                <a:spcPct val="100000"/>
              </a:lnSpc>
            </a:pPr>
            <a:r>
              <a:rPr sz="800" b="0" i="0">
                <a:solidFill>
                  <a:srgbClr val="ECE7DC"/>
                </a:solidFill>
                <a:latin typeface="Consolas"/>
              </a:rPr>
              <a:t>│   └── demo3_zavuerer_health_to_parametrizer_to_filecre</a:t>
            </a:r>
          </a:p>
          <a:p>
            <a:pPr algn="l">
              <a:lnSpc>
                <a:spcPct val="100000"/>
              </a:lnSpc>
            </a:pPr>
            <a:r>
              <a:rPr sz="800" b="0" i="0">
                <a:solidFill>
                  <a:srgbClr val="ECE7DC"/>
                </a:solidFill>
                <a:latin typeface="Consolas"/>
              </a:rPr>
              <a:t>│         » ator.flw</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3BBE93"/>
                </a:solidFill>
                <a:latin typeface="Consolas"/>
              </a:rPr>
              <a:t>├── Tests/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1,566 tracked files at commit df709d78;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config.json</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1,566 tracked files at commit df709d78;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test_orphan_reaper.py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test_zavuerer_agent.py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1,566 tracked files at commit df709d78;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gateway_relayer/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7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1,566 tracked files at commit df709d78;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gateway_relayer.md</a:t>
            </a:r>
          </a:p>
          <a:p>
            <a:pPr algn="l">
              <a:lnSpc>
                <a:spcPct val="100000"/>
              </a:lnSpc>
            </a:pPr>
            <a:r>
              <a:rPr sz="800" b="0" i="0">
                <a:solidFill>
                  <a:srgbClr val="ECE7DC"/>
                </a:solidFill>
                <a:latin typeface="Consolas"/>
              </a:rPr>
              <a:t>    │   │   │   └── gateway_relayer.py</a:t>
            </a:r>
          </a:p>
          <a:p>
            <a:pPr algn="l">
              <a:lnSpc>
                <a:spcPct val="100000"/>
              </a:lnSpc>
            </a:pPr>
            <a:r>
              <a:rPr sz="800" b="0" i="0">
                <a:solidFill>
                  <a:srgbClr val="3BBE93"/>
                </a:solidFill>
                <a:latin typeface="Consolas"/>
              </a:rPr>
              <a:t>    │   │   ├── gatewayer/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gatewayer.md</a:t>
            </a:r>
          </a:p>
          <a:p>
            <a:pPr algn="l">
              <a:lnSpc>
                <a:spcPct val="100000"/>
              </a:lnSpc>
            </a:pPr>
            <a:r>
              <a:rPr sz="800" b="0" i="0">
                <a:solidFill>
                  <a:srgbClr val="ECE7DC"/>
                </a:solidFill>
                <a:latin typeface="Consolas"/>
              </a:rPr>
              <a:t>    │   │   │   ├── gatewayer.py</a:t>
            </a:r>
          </a:p>
          <a:p>
            <a:pPr algn="l">
              <a:lnSpc>
                <a:spcPct val="100000"/>
              </a:lnSpc>
            </a:pPr>
            <a:r>
              <a:rPr sz="800" b="0" i="0">
                <a:solidFill>
                  <a:srgbClr val="ECE7DC"/>
                </a:solidFill>
                <a:latin typeface="Consolas"/>
              </a:rPr>
              <a:t>    │   │   │   └── gatewayer_explanation.md</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node_manager/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node_manager.md</a:t>
            </a:r>
          </a:p>
          <a:p>
            <a:pPr algn="l">
              <a:lnSpc>
                <a:spcPct val="100000"/>
              </a:lnSpc>
            </a:pPr>
            <a:r>
              <a:rPr sz="800" b="0" i="0">
                <a:solidFill>
                  <a:srgbClr val="ECE7DC"/>
                </a:solidFill>
                <a:latin typeface="Consolas"/>
              </a:rPr>
              <a:t>    │   │   │   ├── node_manager.py</a:t>
            </a:r>
          </a:p>
          <a:p>
            <a:pPr algn="l">
              <a:lnSpc>
                <a:spcPct val="100000"/>
              </a:lnSpc>
            </a:pPr>
            <a:r>
              <a:rPr sz="800" b="0" i="0">
                <a:solidFill>
                  <a:srgbClr val="ECE7DC"/>
                </a:solidFill>
                <a:latin typeface="Consolas"/>
              </a:rPr>
              <a:t>    │   │   │   ├── nodes_example.json</a:t>
            </a:r>
          </a:p>
          <a:p>
            <a:pPr algn="l">
              <a:lnSpc>
                <a:spcPct val="100000"/>
              </a:lnSpc>
            </a:pPr>
            <a:r>
              <a:rPr sz="800" b="0" i="0">
                <a:solidFill>
                  <a:srgbClr val="ECE7DC"/>
                </a:solidFill>
                <a:latin typeface="Consolas"/>
              </a:rPr>
              <a:t>    │   │   │   └── nodes_example.yaml</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8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1,566 tracked files at commit df709d78;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video_content.py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windower.py</a:t>
            </a:r>
          </a:p>
          <a:p>
            <a:pPr algn="l">
              <a:lnSpc>
                <a:spcPct val="100000"/>
              </a:lnSpc>
            </a:pPr>
            <a:r>
              <a:rPr sz="800" b="0" i="0">
                <a:solidFill>
                  <a:srgbClr val="3BBE93"/>
                </a:solidFill>
                <a:latin typeface="Consolas"/>
              </a:rPr>
              <a:t>    │   │   └── zavuerer/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zavuerer.py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9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1,566 tracked files at commit df709d78;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migrations/</a:t>
            </a:r>
          </a:p>
          <a:p>
            <a:pPr algn="l">
              <a:lnSpc>
                <a:spcPct val="100000"/>
              </a:lnSpc>
            </a:pPr>
            <a:r>
              <a:rPr sz="800" b="0" i="0">
                <a:solidFill>
                  <a:srgbClr val="ECE7DC"/>
                </a:solidFill>
                <a:latin typeface="Consolas"/>
              </a:rPr>
              <a:t>    │   │   ├── 0001_initial.py</a:t>
            </a:r>
          </a:p>
          <a:p>
            <a:pPr algn="l">
              <a:lnSpc>
                <a:spcPct val="100000"/>
              </a:lnSpc>
            </a:pPr>
            <a:r>
              <a:rPr sz="800" b="0" i="0">
                <a:solidFill>
                  <a:srgbClr val="ECE7DC"/>
                </a:solidFill>
                <a:latin typeface="Consolas"/>
              </a:rPr>
              <a:t>    │   │   ├── 0002_populate_db.py</a:t>
            </a:r>
          </a:p>
          <a:p>
            <a:pPr algn="l">
              <a:lnSpc>
                <a:spcPct val="100000"/>
              </a:lnSpc>
            </a:pPr>
            <a:r>
              <a:rPr sz="800" b="0" i="0">
                <a:solidFill>
                  <a:srgbClr val="ECE7DC"/>
                </a:solidFill>
                <a:latin typeface="Consolas"/>
              </a:rPr>
              <a:t>    │   │   ├── 0003_add_cleaner.py</a:t>
            </a:r>
          </a:p>
          <a:p>
            <a:pPr algn="l">
              <a:lnSpc>
                <a:spcPct val="100000"/>
              </a:lnSpc>
            </a:pPr>
            <a:r>
              <a:rPr sz="800" b="0" i="0">
                <a:solidFill>
                  <a:srgbClr val="ECE7DC"/>
                </a:solidFill>
                <a:latin typeface="Consolas"/>
              </a:rPr>
              <a:t>    │   │   ├── 0004_add_deleter.py</a:t>
            </a:r>
          </a:p>
          <a:p>
            <a:pPr algn="l">
              <a:lnSpc>
                <a:spcPct val="100000"/>
              </a:lnSpc>
            </a:pPr>
            <a:r>
              <a:rPr sz="800" b="0" i="0">
                <a:solidFill>
                  <a:srgbClr val="ECE7DC"/>
                </a:solidFill>
                <a:latin typeface="Consolas"/>
              </a:rPr>
              <a:t>    │   │   ├── 0005_add_executer.py</a:t>
            </a:r>
          </a:p>
          <a:p>
            <a:pPr algn="l">
              <a:lnSpc>
                <a:spcPct val="100000"/>
              </a:lnSpc>
            </a:pPr>
            <a:r>
              <a:rPr sz="800" b="0" i="0">
                <a:solidFill>
                  <a:srgbClr val="ECE7DC"/>
                </a:solidFill>
                <a:latin typeface="Consolas"/>
              </a:rPr>
              <a:t>    │   │   ├── 0006_add_notifier.py</a:t>
            </a:r>
          </a:p>
          <a:p>
            <a:pPr algn="l">
              <a:lnSpc>
                <a:spcPct val="100000"/>
              </a:lnSpc>
            </a:pPr>
            <a:r>
              <a:rPr sz="800" b="0" i="0">
                <a:solidFill>
                  <a:srgbClr val="ECE7DC"/>
                </a:solidFill>
                <a:latin typeface="Consolas"/>
              </a:rPr>
              <a:t>    │   │   ├── 0007_add_stopper.py</a:t>
            </a:r>
          </a:p>
          <a:p>
            <a:pPr algn="l">
              <a:lnSpc>
                <a:spcPct val="100000"/>
              </a:lnSpc>
            </a:pPr>
            <a:r>
              <a:rPr sz="800" b="0" i="0">
                <a:solidFill>
                  <a:srgbClr val="ECE7DC"/>
                </a:solidFill>
                <a:latin typeface="Consolas"/>
              </a:rPr>
              <a:t>    │   │   ├── 0008_add_recmailer.py</a:t>
            </a:r>
          </a:p>
          <a:p>
            <a:pPr algn="l">
              <a:lnSpc>
                <a:spcPct val="100000"/>
              </a:lnSpc>
            </a:pPr>
            <a:r>
              <a:rPr sz="800" b="0" i="0">
                <a:solidFill>
                  <a:srgbClr val="ECE7DC"/>
                </a:solidFill>
                <a:latin typeface="Consolas"/>
              </a:rPr>
              <a:t>    │   │   ├── 0009_add_whatsapper.py</a:t>
            </a:r>
          </a:p>
          <a:p>
            <a:pPr algn="l">
              <a:lnSpc>
                <a:spcPct val="100000"/>
              </a:lnSpc>
            </a:pPr>
            <a:r>
              <a:rPr sz="800" b="0" i="0">
                <a:solidFill>
                  <a:srgbClr val="ECE7DC"/>
                </a:solidFill>
                <a:latin typeface="Consolas"/>
              </a:rPr>
              <a:t>    │   │   ├── 0010_add_pythonxer.py</a:t>
            </a:r>
          </a:p>
          <a:p>
            <a:pPr algn="l">
              <a:lnSpc>
                <a:spcPct val="100000"/>
              </a:lnSpc>
            </a:pPr>
            <a:r>
              <a:rPr sz="800" b="0" i="0">
                <a:solidFill>
                  <a:srgbClr val="ECE7DC"/>
                </a:solidFill>
                <a:latin typeface="Consolas"/>
              </a:rPr>
              <a:t>    │   │   ├── 0011_add_asker.py</a:t>
            </a:r>
          </a:p>
          <a:p>
            <a:pPr algn="l">
              <a:lnSpc>
                <a:spcPct val="100000"/>
              </a:lnSpc>
            </a:pPr>
            <a:r>
              <a:rPr sz="800" b="0" i="0">
                <a:solidFill>
                  <a:srgbClr val="ECE7DC"/>
                </a:solidFill>
                <a:latin typeface="Consolas"/>
              </a:rPr>
              <a:t>    │   │   ├── 0012_repopulate_all_agents.py</a:t>
            </a:r>
          </a:p>
          <a:p>
            <a:pPr algn="l">
              <a:lnSpc>
                <a:spcPct val="100000"/>
              </a:lnSpc>
            </a:pPr>
            <a:r>
              <a:rPr sz="800" b="0" i="0">
                <a:solidFill>
                  <a:srgbClr val="ECE7DC"/>
                </a:solidFill>
                <a:latin typeface="Consolas"/>
              </a:rPr>
              <a:t>    │   │   ├── 0013_add_forker.py</a:t>
            </a:r>
          </a:p>
          <a:p>
            <a:pPr algn="l">
              <a:lnSpc>
                <a:spcPct val="100000"/>
              </a:lnSpc>
            </a:pPr>
            <a:r>
              <a:rPr sz="800" b="0" i="0">
                <a:solidFill>
                  <a:srgbClr val="ECE7DC"/>
                </a:solidFill>
                <a:latin typeface="Consolas"/>
              </a:rPr>
              <a:t>    │   │   ├── 0014_repopulate_all_agents.py</a:t>
            </a:r>
          </a:p>
          <a:p>
            <a:pPr algn="l">
              <a:lnSpc>
                <a:spcPct val="100000"/>
              </a:lnSpc>
            </a:pPr>
            <a:r>
              <a:rPr sz="800" b="0" i="0">
                <a:solidFill>
                  <a:srgbClr val="ECE7DC"/>
                </a:solidFill>
                <a:latin typeface="Consolas"/>
              </a:rPr>
              <a:t>    │   │   ├── 0015_add_shoter.py</a:t>
            </a:r>
          </a:p>
          <a:p>
            <a:pPr algn="l">
              <a:lnSpc>
                <a:spcPct val="100000"/>
              </a:lnSpc>
            </a:pPr>
            <a:r>
              <a:rPr sz="800" b="0" i="0">
                <a:solidFill>
                  <a:srgbClr val="ECE7DC"/>
                </a:solidFill>
                <a:latin typeface="Consolas"/>
              </a:rPr>
              <a:t>    │   │   ├── 0016_repopulate_all_agents.py</a:t>
            </a:r>
          </a:p>
          <a:p>
            <a:pPr algn="l">
              <a:lnSpc>
                <a:spcPct val="100000"/>
              </a:lnSpc>
            </a:pPr>
            <a:r>
              <a:rPr sz="800" b="0" i="0">
                <a:solidFill>
                  <a:srgbClr val="ECE7DC"/>
                </a:solidFill>
                <a:latin typeface="Consolas"/>
              </a:rPr>
              <a:t>    │   │   ├── 0017_add_ssher.py</a:t>
            </a:r>
          </a:p>
          <a:p>
            <a:pPr algn="l">
              <a:lnSpc>
                <a:spcPct val="100000"/>
              </a:lnSpc>
            </a:pPr>
            <a:r>
              <a:rPr sz="800" b="0" i="0">
                <a:solidFill>
                  <a:srgbClr val="ECE7DC"/>
                </a:solidFill>
                <a:latin typeface="Consolas"/>
              </a:rPr>
              <a:t>    │   │   ├── 0018_repopulate_all_agents.py</a:t>
            </a:r>
          </a:p>
          <a:p>
            <a:pPr algn="l">
              <a:lnSpc>
                <a:spcPct val="100000"/>
              </a:lnSpc>
            </a:pPr>
            <a:r>
              <a:rPr sz="800" b="0" i="0">
                <a:solidFill>
                  <a:srgbClr val="ECE7DC"/>
                </a:solidFill>
                <a:latin typeface="Consolas"/>
              </a:rPr>
              <a:t>    │   │   ├── 0019_add_scper.py</a:t>
            </a:r>
          </a:p>
          <a:p>
            <a:pPr algn="l">
              <a:lnSpc>
                <a:spcPct val="100000"/>
              </a:lnSpc>
            </a:pPr>
            <a:r>
              <a:rPr sz="800" b="0" i="0">
                <a:solidFill>
                  <a:srgbClr val="ECE7DC"/>
                </a:solidFill>
                <a:latin typeface="Consolas"/>
              </a:rPr>
              <a:t>    │   │   ├── 0020_repopulate_all_agents.py</a:t>
            </a:r>
          </a:p>
          <a:p>
            <a:pPr algn="l">
              <a:lnSpc>
                <a:spcPct val="100000"/>
              </a:lnSpc>
            </a:pPr>
            <a:r>
              <a:rPr sz="800" b="0" i="0">
                <a:solidFill>
                  <a:srgbClr val="ECE7DC"/>
                </a:solidFill>
                <a:latin typeface="Consolas"/>
              </a:rPr>
              <a:t>    │   │   ├── 0021_add_telegramrx.py</a:t>
            </a:r>
          </a:p>
          <a:p>
            <a:pPr algn="l">
              <a:lnSpc>
                <a:spcPct val="100000"/>
              </a:lnSpc>
            </a:pPr>
            <a:r>
              <a:rPr sz="800" b="0" i="0">
                <a:solidFill>
                  <a:srgbClr val="ECE7DC"/>
                </a:solidFill>
                <a:latin typeface="Consolas"/>
              </a:rPr>
              <a:t>    │   │   ├── 0022_repopulate_all_agents.py</a:t>
            </a:r>
          </a:p>
          <a:p>
            <a:pPr algn="l">
              <a:lnSpc>
                <a:spcPct val="100000"/>
              </a:lnSpc>
            </a:pPr>
            <a:r>
              <a:rPr sz="800" b="0" i="0">
                <a:solidFill>
                  <a:srgbClr val="ECE7DC"/>
                </a:solidFill>
                <a:latin typeface="Consolas"/>
              </a:rPr>
              <a:t>    │   │   ├── 0023_add_mongoxer.py</a:t>
            </a:r>
          </a:p>
          <a:p>
            <a:pPr algn="l">
              <a:lnSpc>
                <a:spcPct val="100000"/>
              </a:lnSpc>
            </a:pPr>
            <a:r>
              <a:rPr sz="800" b="0" i="0">
                <a:solidFill>
                  <a:srgbClr val="ECE7DC"/>
                </a:solidFill>
                <a:latin typeface="Consolas"/>
              </a:rPr>
              <a:t>    │   │   ├── 0024_repopulate_all_agents.py</a:t>
            </a:r>
          </a:p>
          <a:p>
            <a:pPr algn="l">
              <a:lnSpc>
                <a:spcPct val="100000"/>
              </a:lnSpc>
            </a:pPr>
            <a:r>
              <a:rPr sz="800" b="0" i="0">
                <a:solidFill>
                  <a:srgbClr val="ECE7DC"/>
                </a:solidFill>
                <a:latin typeface="Consolas"/>
              </a:rPr>
              <a:t>    │   │   ├── 0025_add_telegramer.py</a:t>
            </a:r>
          </a:p>
          <a:p>
            <a:pPr algn="l">
              <a:lnSpc>
                <a:spcPct val="100000"/>
              </a:lnSpc>
            </a:pPr>
            <a:r>
              <a:rPr sz="800" b="0" i="0">
                <a:solidFill>
                  <a:srgbClr val="ECE7DC"/>
                </a:solidFill>
                <a:latin typeface="Consolas"/>
              </a:rPr>
              <a:t>    │   │   ├── 0026_repopulate_all_agents.py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0027_add_sqler.py</a:t>
            </a:r>
          </a:p>
          <a:p>
            <a:pPr algn="l">
              <a:lnSpc>
                <a:spcPct val="100000"/>
              </a:lnSpc>
            </a:pPr>
            <a:r>
              <a:rPr sz="800" b="0" i="0">
                <a:solidFill>
                  <a:srgbClr val="ECE7DC"/>
                </a:solidFill>
                <a:latin typeface="Consolas"/>
              </a:rPr>
              <a:t>    │   │   ├── 0028_repopulate_all_agents.py</a:t>
            </a:r>
          </a:p>
          <a:p>
            <a:pPr algn="l">
              <a:lnSpc>
                <a:spcPct val="100000"/>
              </a:lnSpc>
            </a:pPr>
            <a:r>
              <a:rPr sz="800" b="0" i="0">
                <a:solidFill>
                  <a:srgbClr val="ECE7DC"/>
                </a:solidFill>
                <a:latin typeface="Consolas"/>
              </a:rPr>
              <a:t>    │   │   ├── 0029_add_prompter.py</a:t>
            </a:r>
          </a:p>
          <a:p>
            <a:pPr algn="l">
              <a:lnSpc>
                <a:spcPct val="100000"/>
              </a:lnSpc>
            </a:pPr>
            <a:r>
              <a:rPr sz="800" b="0" i="0">
                <a:solidFill>
                  <a:srgbClr val="ECE7DC"/>
                </a:solidFill>
                <a:latin typeface="Consolas"/>
              </a:rPr>
              <a:t>    │   │   ├── 0030_repopulate_all_agents.py</a:t>
            </a:r>
          </a:p>
          <a:p>
            <a:pPr algn="l">
              <a:lnSpc>
                <a:spcPct val="100000"/>
              </a:lnSpc>
            </a:pPr>
            <a:r>
              <a:rPr sz="800" b="0" i="0">
                <a:solidFill>
                  <a:srgbClr val="ECE7DC"/>
                </a:solidFill>
                <a:latin typeface="Consolas"/>
              </a:rPr>
              <a:t>    │   │   ├── 0031_add_flowcreator.py</a:t>
            </a:r>
          </a:p>
          <a:p>
            <a:pPr algn="l">
              <a:lnSpc>
                <a:spcPct val="100000"/>
              </a:lnSpc>
            </a:pPr>
            <a:r>
              <a:rPr sz="800" b="0" i="0">
                <a:solidFill>
                  <a:srgbClr val="ECE7DC"/>
                </a:solidFill>
                <a:latin typeface="Consolas"/>
              </a:rPr>
              <a:t>    │   │   ├── 0032_repopulate_all_agents.py</a:t>
            </a:r>
          </a:p>
          <a:p>
            <a:pPr algn="l">
              <a:lnSpc>
                <a:spcPct val="100000"/>
              </a:lnSpc>
            </a:pPr>
            <a:r>
              <a:rPr sz="800" b="0" i="0">
                <a:solidFill>
                  <a:srgbClr val="ECE7DC"/>
                </a:solidFill>
                <a:latin typeface="Consolas"/>
              </a:rPr>
              <a:t>    │   │   ├── 0033_add_gitter.py</a:t>
            </a:r>
          </a:p>
          <a:p>
            <a:pPr algn="l">
              <a:lnSpc>
                <a:spcPct val="100000"/>
              </a:lnSpc>
            </a:pPr>
            <a:r>
              <a:rPr sz="800" b="0" i="0">
                <a:solidFill>
                  <a:srgbClr val="ECE7DC"/>
                </a:solidFill>
                <a:latin typeface="Consolas"/>
              </a:rPr>
              <a:t>    │   │   ├── 0034_add_dockerer.py</a:t>
            </a:r>
          </a:p>
          <a:p>
            <a:pPr algn="l">
              <a:lnSpc>
                <a:spcPct val="100000"/>
              </a:lnSpc>
            </a:pPr>
            <a:r>
              <a:rPr sz="800" b="0" i="0">
                <a:solidFill>
                  <a:srgbClr val="ECE7DC"/>
                </a:solidFill>
                <a:latin typeface="Consolas"/>
              </a:rPr>
              <a:t>    │   │   ├── 0035_add_pser.py</a:t>
            </a:r>
          </a:p>
          <a:p>
            <a:pPr algn="l">
              <a:lnSpc>
                <a:spcPct val="100000"/>
              </a:lnSpc>
            </a:pPr>
            <a:r>
              <a:rPr sz="800" b="0" i="0">
                <a:solidFill>
                  <a:srgbClr val="ECE7DC"/>
                </a:solidFill>
                <a:latin typeface="Consolas"/>
              </a:rPr>
              <a:t>    │   │   ├── 0036_add_kuberneter.py</a:t>
            </a:r>
          </a:p>
          <a:p>
            <a:pPr algn="l">
              <a:lnSpc>
                <a:spcPct val="100000"/>
              </a:lnSpc>
            </a:pPr>
            <a:r>
              <a:rPr sz="800" b="0" i="0">
                <a:solidFill>
                  <a:srgbClr val="ECE7DC"/>
                </a:solidFill>
                <a:latin typeface="Consolas"/>
              </a:rPr>
              <a:t>    │   │   ├── 0037_add_apirer.py</a:t>
            </a:r>
          </a:p>
          <a:p>
            <a:pPr algn="l">
              <a:lnSpc>
                <a:spcPct val="100000"/>
              </a:lnSpc>
            </a:pPr>
            <a:r>
              <a:rPr sz="800" b="0" i="0">
                <a:solidFill>
                  <a:srgbClr val="ECE7DC"/>
                </a:solidFill>
                <a:latin typeface="Consolas"/>
              </a:rPr>
              <a:t>    │   │   ├── 0038_add_jenkinser.py</a:t>
            </a:r>
          </a:p>
          <a:p>
            <a:pPr algn="l">
              <a:lnSpc>
                <a:spcPct val="100000"/>
              </a:lnSpc>
            </a:pPr>
            <a:r>
              <a:rPr sz="800" b="0" i="0">
                <a:solidFill>
                  <a:srgbClr val="ECE7DC"/>
                </a:solidFill>
                <a:latin typeface="Consolas"/>
              </a:rPr>
              <a:t>    │   │   ├── 0039_add_crawler.py</a:t>
            </a:r>
          </a:p>
          <a:p>
            <a:pPr algn="l">
              <a:lnSpc>
                <a:spcPct val="100000"/>
              </a:lnSpc>
            </a:pPr>
            <a:r>
              <a:rPr sz="800" b="0" i="0">
                <a:solidFill>
                  <a:srgbClr val="ECE7DC"/>
                </a:solidFill>
                <a:latin typeface="Consolas"/>
              </a:rPr>
              <a:t>    │   │   ├── 0040_add_summarizer.py</a:t>
            </a:r>
          </a:p>
          <a:p>
            <a:pPr algn="l">
              <a:lnSpc>
                <a:spcPct val="100000"/>
              </a:lnSpc>
            </a:pPr>
            <a:r>
              <a:rPr sz="800" b="0" i="0">
                <a:solidFill>
                  <a:srgbClr val="ECE7DC"/>
                </a:solidFill>
                <a:latin typeface="Consolas"/>
              </a:rPr>
              <a:t>    │   │   ├── 0041_add_flowhypervisor.py</a:t>
            </a:r>
          </a:p>
          <a:p>
            <a:pPr algn="l">
              <a:lnSpc>
                <a:spcPct val="100000"/>
              </a:lnSpc>
            </a:pPr>
            <a:r>
              <a:rPr sz="800" b="0" i="0">
                <a:solidFill>
                  <a:srgbClr val="ECE7DC"/>
                </a:solidFill>
                <a:latin typeface="Consolas"/>
              </a:rPr>
              <a:t>    │   │   ├── 0042_add_mouser.py</a:t>
            </a:r>
          </a:p>
          <a:p>
            <a:pPr algn="l">
              <a:lnSpc>
                <a:spcPct val="100000"/>
              </a:lnSpc>
            </a:pPr>
            <a:r>
              <a:rPr sz="800" b="0" i="0">
                <a:solidFill>
                  <a:srgbClr val="ECE7DC"/>
                </a:solidFill>
                <a:latin typeface="Consolas"/>
              </a:rPr>
              <a:t>    │   │   ├── 0043_agentmessage_conversation_user.py</a:t>
            </a:r>
          </a:p>
          <a:p>
            <a:pPr algn="l">
              <a:lnSpc>
                <a:spcPct val="100000"/>
              </a:lnSpc>
            </a:pPr>
            <a:r>
              <a:rPr sz="800" b="0" i="0">
                <a:solidFill>
                  <a:srgbClr val="ECE7DC"/>
                </a:solidFill>
                <a:latin typeface="Consolas"/>
              </a:rPr>
              <a:t>    │   │   ├── 0044_add_counter.py</a:t>
            </a:r>
          </a:p>
          <a:p>
            <a:pPr algn="l">
              <a:lnSpc>
                <a:spcPct val="100000"/>
              </a:lnSpc>
            </a:pPr>
            <a:r>
              <a:rPr sz="800" b="0" i="0">
                <a:solidFill>
                  <a:srgbClr val="ECE7DC"/>
                </a:solidFill>
                <a:latin typeface="Consolas"/>
              </a:rPr>
              <a:t>    │   │   ├── 0045_add_file_interpreter.py</a:t>
            </a:r>
          </a:p>
          <a:p>
            <a:pPr algn="l">
              <a:lnSpc>
                <a:spcPct val="100000"/>
              </a:lnSpc>
            </a:pPr>
            <a:r>
              <a:rPr sz="800" b="0" i="0">
                <a:solidFill>
                  <a:srgbClr val="ECE7DC"/>
                </a:solidFill>
                <a:latin typeface="Consolas"/>
              </a:rPr>
              <a:t>    │   │   ├── 0046_add_image_interpreter.py</a:t>
            </a:r>
          </a:p>
          <a:p>
            <a:pPr algn="l">
              <a:lnSpc>
                <a:spcPct val="100000"/>
              </a:lnSpc>
            </a:pPr>
            <a:r>
              <a:rPr sz="800" b="0" i="0">
                <a:solidFill>
                  <a:srgbClr val="ECE7DC"/>
                </a:solidFill>
                <a:latin typeface="Consolas"/>
              </a:rPr>
              <a:t>    │   │   ├── 0047_add_gatewayer.py</a:t>
            </a:r>
          </a:p>
          <a:p>
            <a:pPr algn="l">
              <a:lnSpc>
                <a:spcPct val="100000"/>
              </a:lnSpc>
            </a:pPr>
            <a:r>
              <a:rPr sz="800" b="0" i="0">
                <a:solidFill>
                  <a:srgbClr val="ECE7DC"/>
                </a:solidFill>
                <a:latin typeface="Consolas"/>
              </a:rPr>
              <a:t>    │   │   ├── 0048_add_gateway_relayer.py</a:t>
            </a:r>
          </a:p>
          <a:p>
            <a:pPr algn="l">
              <a:lnSpc>
                <a:spcPct val="100000"/>
              </a:lnSpc>
            </a:pPr>
            <a:r>
              <a:rPr sz="800" b="0" i="0">
                <a:solidFill>
                  <a:srgbClr val="ECE7DC"/>
                </a:solidFill>
                <a:latin typeface="Consolas"/>
              </a:rPr>
              <a:t>    │   │   ├── 0049_add_node_manager.py</a:t>
            </a:r>
          </a:p>
          <a:p>
            <a:pPr algn="l">
              <a:lnSpc>
                <a:spcPct val="100000"/>
              </a:lnSpc>
            </a:pPr>
            <a:r>
              <a:rPr sz="800" b="0" i="0">
                <a:solidFill>
                  <a:srgbClr val="ECE7DC"/>
                </a:solidFill>
                <a:latin typeface="Consolas"/>
              </a:rPr>
              <a:t>    │   │   ├── 0050_add_file_creator.py</a:t>
            </a:r>
          </a:p>
          <a:p>
            <a:pPr algn="l">
              <a:lnSpc>
                <a:spcPct val="100000"/>
              </a:lnSpc>
            </a:pPr>
            <a:r>
              <a:rPr sz="800" b="0" i="0">
                <a:solidFill>
                  <a:srgbClr val="ECE7DC"/>
                </a:solidFill>
                <a:latin typeface="Consolas"/>
              </a:rPr>
              <a:t>    │   │   ├── 0051_add_file_extractor.py</a:t>
            </a:r>
          </a:p>
          <a:p>
            <a:pPr algn="l">
              <a:lnSpc>
                <a:spcPct val="100000"/>
              </a:lnSpc>
            </a:pPr>
            <a:r>
              <a:rPr sz="800" b="0" i="0">
                <a:solidFill>
                  <a:srgbClr val="ECE7DC"/>
                </a:solidFill>
                <a:latin typeface="Consolas"/>
              </a:rPr>
              <a:t>    │   │   ├── 0052_add_kyber_keygen.py</a:t>
            </a:r>
          </a:p>
          <a:p>
            <a:pPr algn="l">
              <a:lnSpc>
                <a:spcPct val="100000"/>
              </a:lnSpc>
            </a:pPr>
            <a:r>
              <a:rPr sz="800" b="0" i="0">
                <a:solidFill>
                  <a:srgbClr val="ECE7DC"/>
                </a:solidFill>
                <a:latin typeface="Consolas"/>
              </a:rPr>
              <a:t>    │   │   ├── 0053_add_kyber_cipher.py</a:t>
            </a:r>
          </a:p>
          <a:p>
            <a:pPr algn="l">
              <a:lnSpc>
                <a:spcPct val="100000"/>
              </a:lnSpc>
            </a:pPr>
            <a:r>
              <a:rPr sz="800" b="0" i="0">
                <a:solidFill>
                  <a:srgbClr val="ECE7DC"/>
                </a:solidFill>
                <a:latin typeface="Consolas"/>
              </a:rPr>
              <a:t>    │   │   ├── 0054_add_kyber_decipher.py</a:t>
            </a:r>
          </a:p>
          <a:p>
            <a:pPr algn="l">
              <a:lnSpc>
                <a:spcPct val="100000"/>
              </a:lnSpc>
            </a:pPr>
            <a:r>
              <a:rPr sz="800" b="0" i="0">
                <a:solidFill>
                  <a:srgbClr val="ECE7DC"/>
                </a:solidFill>
                <a:latin typeface="Consolas"/>
              </a:rPr>
              <a:t>    │   │   ├── 0055_fix_kyber_cipher_names.py</a:t>
            </a:r>
          </a:p>
          <a:p>
            <a:pPr algn="l">
              <a:lnSpc>
                <a:spcPct val="100000"/>
              </a:lnSpc>
            </a:pPr>
            <a:r>
              <a:rPr sz="800" b="0" i="0">
                <a:solidFill>
                  <a:srgbClr val="ECE7DC"/>
                </a:solidFill>
                <a:latin typeface="Consolas"/>
              </a:rPr>
              <a:t>    │   │   ├── 0056_add_parametrizer.py</a:t>
            </a:r>
          </a:p>
          <a:p>
            <a:pPr algn="l">
              <a:lnSpc>
                <a:spcPct val="100000"/>
              </a:lnSpc>
            </a:pPr>
            <a:r>
              <a:rPr sz="800" b="0" i="0">
                <a:solidFill>
                  <a:srgbClr val="ECE7DC"/>
                </a:solidFill>
                <a:latin typeface="Consolas"/>
              </a:rPr>
              <a:t>    │   │   ├── 0057_add_flowbacker.py</a:t>
            </a:r>
          </a:p>
          <a:p>
            <a:pPr algn="l">
              <a:lnSpc>
                <a:spcPct val="100000"/>
              </a:lnSpc>
            </a:pPr>
            <a:r>
              <a:rPr sz="800" b="0" i="0">
                <a:solidFill>
                  <a:srgbClr val="ECE7DC"/>
                </a:solidFill>
                <a:latin typeface="Consolas"/>
              </a:rPr>
              <a:t>    │   │   ├── 0058_add_barrier.py</a:t>
            </a:r>
          </a:p>
          <a:p>
            <a:pPr algn="l">
              <a:lnSpc>
                <a:spcPct val="100000"/>
              </a:lnSpc>
            </a:pPr>
            <a:r>
              <a:rPr sz="800" b="0" i="0">
                <a:solidFill>
                  <a:srgbClr val="ECE7DC"/>
                </a:solidFill>
                <a:latin typeface="Consolas"/>
              </a:rPr>
              <a:t>    │   │   ├── 0059_add_j_decompiler.py</a:t>
            </a:r>
          </a:p>
          <a:p>
            <a:pPr algn="l">
              <a:lnSpc>
                <a:spcPct val="100000"/>
              </a:lnSpc>
            </a:pPr>
            <a:r>
              <a:rPr sz="800" b="0" i="0">
                <a:solidFill>
                  <a:srgbClr val="ECE7DC"/>
                </a:solidFill>
                <a:latin typeface="Consolas"/>
              </a:rPr>
              <a:t>    │   │   ├── 0060_add_agent_parametrizer_tool.py</a:t>
            </a:r>
          </a:p>
          <a:p>
            <a:pPr algn="l">
              <a:lnSpc>
                <a:spcPct val="100000"/>
              </a:lnSpc>
            </a:pPr>
            <a:r>
              <a:rPr sz="800" b="0" i="0">
                <a:solidFill>
                  <a:srgbClr val="ECE7DC"/>
                </a:solidFill>
                <a:latin typeface="Consolas"/>
              </a:rPr>
              <a:t>    │   │   ├── 0061_add_agent_starter_tool.py</a:t>
            </a:r>
          </a:p>
          <a:p>
            <a:pPr algn="l">
              <a:lnSpc>
                <a:spcPct val="100000"/>
              </a:lnSpc>
            </a:pPr>
            <a:r>
              <a:rPr sz="800" b="0" i="0">
                <a:solidFill>
                  <a:srgbClr val="ECE7DC"/>
                </a:solidFill>
                <a:latin typeface="Consolas"/>
              </a:rPr>
              <a:t>    │   │   ├── 0062_sync_agent_control_tools_and_prompt</a:t>
            </a:r>
          </a:p>
          <a:p>
            <a:pPr algn="l">
              <a:lnSpc>
                <a:spcPct val="100000"/>
              </a:lnSpc>
            </a:pPr>
            <a:r>
              <a:rPr sz="800" b="0" i="0">
                <a:solidFill>
                  <a:srgbClr val="ECE7DC"/>
                </a:solidFill>
                <a:latin typeface="Consolas"/>
              </a:rPr>
              <a:t>    │   │   │     » s.py</a:t>
            </a:r>
          </a:p>
          <a:p>
            <a:pPr algn="l">
              <a:lnSpc>
                <a:spcPct val="100000"/>
              </a:lnSpc>
            </a:pPr>
            <a:r>
              <a:rPr sz="800" b="0" i="0">
                <a:solidFill>
                  <a:srgbClr val="ECE7DC"/>
                </a:solidFill>
                <a:latin typeface="Consolas"/>
              </a:rPr>
              <a:t>    │   │   ├── 0063_add_agent_parametrizer_prompt.py</a:t>
            </a:r>
          </a:p>
          <a:p>
            <a:pPr algn="l">
              <a:lnSpc>
                <a:spcPct val="100000"/>
              </a:lnSpc>
            </a:pPr>
            <a:r>
              <a:rPr sz="800" b="0" i="0">
                <a:solidFill>
                  <a:srgbClr val="ECE7DC"/>
                </a:solidFill>
                <a:latin typeface="Consolas"/>
              </a:rPr>
              <a:t>    │   │   ├── 0064_add_chat_agent_run_model.py</a:t>
            </a:r>
          </a:p>
          <a:p>
            <a:pPr algn="l">
              <a:lnSpc>
                <a:spcPct val="100000"/>
              </a:lnSpc>
            </a:pPr>
            <a:r>
              <a:rPr sz="800" b="0" i="0">
                <a:solidFill>
                  <a:srgbClr val="ECE7DC"/>
                </a:solidFill>
                <a:latin typeface="Consolas"/>
              </a:rPr>
              <a:t>    │   │   ├── 0065_add_chat_wrapped_agent_tools.py</a:t>
            </a:r>
          </a:p>
          <a:p>
            <a:pPr algn="l">
              <a:lnSpc>
                <a:spcPct val="100000"/>
              </a:lnSpc>
            </a:pPr>
            <a:r>
              <a:rPr sz="800" b="0" i="0">
                <a:solidFill>
                  <a:srgbClr val="ECE7DC"/>
                </a:solidFill>
                <a:latin typeface="Consolas"/>
              </a:rPr>
              <a:t>    │   │   ├── 0066_add_keyboarder.py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0067_add_multi_turn_demo_prompts.py</a:t>
            </a:r>
          </a:p>
          <a:p>
            <a:pPr algn="l">
              <a:lnSpc>
                <a:spcPct val="100000"/>
              </a:lnSpc>
            </a:pPr>
            <a:r>
              <a:rPr sz="800" b="0" i="0">
                <a:solidFill>
                  <a:srgbClr val="ECE7DC"/>
                </a:solidFill>
                <a:latin typeface="Consolas"/>
              </a:rPr>
              <a:t>    │   │   ├── 0068_add_googler_tool.py</a:t>
            </a:r>
          </a:p>
          <a:p>
            <a:pPr algn="l">
              <a:lnSpc>
                <a:spcPct val="100000"/>
              </a:lnSpc>
            </a:pPr>
            <a:r>
              <a:rPr sz="800" b="0" i="0">
                <a:solidFill>
                  <a:srgbClr val="ECE7DC"/>
                </a:solidFill>
                <a:latin typeface="Consolas"/>
              </a:rPr>
              <a:t>    │   │   ├── 0069_add_googler_agent.py</a:t>
            </a:r>
          </a:p>
          <a:p>
            <a:pPr algn="l">
              <a:lnSpc>
                <a:spcPct val="100000"/>
              </a:lnSpc>
            </a:pPr>
            <a:r>
              <a:rPr sz="800" b="0" i="0">
                <a:solidFill>
                  <a:srgbClr val="ECE7DC"/>
                </a:solidFill>
                <a:latin typeface="Consolas"/>
              </a:rPr>
              <a:t>    │   │   ├── 0070_add_teletlamatini.py</a:t>
            </a:r>
          </a:p>
          <a:p>
            <a:pPr algn="l">
              <a:lnSpc>
                <a:spcPct val="100000"/>
              </a:lnSpc>
            </a:pPr>
            <a:r>
              <a:rPr sz="800" b="0" i="0">
                <a:solidFill>
                  <a:srgbClr val="ECE7DC"/>
                </a:solidFill>
                <a:latin typeface="Consolas"/>
              </a:rPr>
              <a:t>    │   │   ├── 0071_acpx_skills.py</a:t>
            </a:r>
          </a:p>
          <a:p>
            <a:pPr algn="l">
              <a:lnSpc>
                <a:spcPct val="100000"/>
              </a:lnSpc>
            </a:pPr>
            <a:r>
              <a:rPr sz="800" b="0" i="0">
                <a:solidFill>
                  <a:srgbClr val="ECE7DC"/>
                </a:solidFill>
                <a:latin typeface="Consolas"/>
              </a:rPr>
              <a:t>    │   │   ├── 0072_add_acpx_demo_prompts.py</a:t>
            </a:r>
          </a:p>
          <a:p>
            <a:pPr algn="l">
              <a:lnSpc>
                <a:spcPct val="100000"/>
              </a:lnSpc>
            </a:pPr>
            <a:r>
              <a:rPr sz="800" b="0" i="0">
                <a:solidFill>
                  <a:srgbClr val="ECE7DC"/>
                </a:solidFill>
                <a:latin typeface="Consolas"/>
              </a:rPr>
              <a:t>    │   │   ├── 0073_acpx_demo_gemini_uplift.py</a:t>
            </a:r>
          </a:p>
          <a:p>
            <a:pPr algn="l">
              <a:lnSpc>
                <a:spcPct val="100000"/>
              </a:lnSpc>
            </a:pPr>
            <a:r>
              <a:rPr sz="800" b="0" i="0">
                <a:solidFill>
                  <a:srgbClr val="ECE7DC"/>
                </a:solidFill>
                <a:latin typeface="Consolas"/>
              </a:rPr>
              <a:t>    │   │   ├── 0074_simplify_demo_prompts.py</a:t>
            </a:r>
          </a:p>
          <a:p>
            <a:pPr algn="l">
              <a:lnSpc>
                <a:spcPct val="100000"/>
              </a:lnSpc>
            </a:pPr>
            <a:r>
              <a:rPr sz="800" b="0" i="0">
                <a:solidFill>
                  <a:srgbClr val="ECE7DC"/>
                </a:solidFill>
                <a:latin typeface="Consolas"/>
              </a:rPr>
              <a:t>    │   │   ├── 0075_add_acpx_tool_surface.py</a:t>
            </a:r>
          </a:p>
          <a:p>
            <a:pPr algn="l">
              <a:lnSpc>
                <a:spcPct val="100000"/>
              </a:lnSpc>
            </a:pPr>
            <a:r>
              <a:rPr sz="800" b="0" i="0">
                <a:solidFill>
                  <a:srgbClr val="ECE7DC"/>
                </a:solidFill>
                <a:latin typeface="Consolas"/>
              </a:rPr>
              <a:t>    │   │   ├── 0076_add_acpxer.py</a:t>
            </a:r>
          </a:p>
          <a:p>
            <a:pPr algn="l">
              <a:lnSpc>
                <a:spcPct val="100000"/>
              </a:lnSpc>
            </a:pPr>
            <a:r>
              <a:rPr sz="800" b="0" i="0">
                <a:solidFill>
                  <a:srgbClr val="ECE7DC"/>
                </a:solidFill>
                <a:latin typeface="Consolas"/>
              </a:rPr>
              <a:t>    │   │   ├── 0077_add_whatstlamatini.py</a:t>
            </a:r>
          </a:p>
          <a:p>
            <a:pPr algn="l">
              <a:lnSpc>
                <a:spcPct val="100000"/>
              </a:lnSpc>
            </a:pPr>
            <a:r>
              <a:rPr sz="800" b="0" i="0">
                <a:solidFill>
                  <a:srgbClr val="ECE7DC"/>
                </a:solidFill>
                <a:latin typeface="Consolas"/>
              </a:rPr>
              <a:t>    │   │   ├── 0078_add_chat_agent_keyboarder_tool.py</a:t>
            </a:r>
          </a:p>
          <a:p>
            <a:pPr algn="l">
              <a:lnSpc>
                <a:spcPct val="100000"/>
              </a:lnSpc>
            </a:pPr>
            <a:r>
              <a:rPr sz="800" b="0" i="0">
                <a:solidFill>
                  <a:srgbClr val="ECE7DC"/>
                </a:solidFill>
                <a:latin typeface="Consolas"/>
              </a:rPr>
              <a:t>    │   │   ├── 0079_add_chat_agent_mouser_tool.py</a:t>
            </a:r>
          </a:p>
          <a:p>
            <a:pPr algn="l">
              <a:lnSpc>
                <a:spcPct val="100000"/>
              </a:lnSpc>
            </a:pPr>
            <a:r>
              <a:rPr sz="800" b="0" i="0">
                <a:solidFill>
                  <a:srgbClr val="ECE7DC"/>
                </a:solidFill>
                <a:latin typeface="Consolas"/>
              </a:rPr>
              <a:t>    │   │   ├── 0080_add_chat_agent_sleeper_tool.py</a:t>
            </a:r>
          </a:p>
          <a:p>
            <a:pPr algn="l">
              <a:lnSpc>
                <a:spcPct val="100000"/>
              </a:lnSpc>
            </a:pPr>
            <a:r>
              <a:rPr sz="800" b="0" i="0">
                <a:solidFill>
                  <a:srgbClr val="ECE7DC"/>
                </a:solidFill>
                <a:latin typeface="Consolas"/>
              </a:rPr>
              <a:t>    │   │   ├── 0081_add_window_present_and_run_wait_too</a:t>
            </a:r>
          </a:p>
          <a:p>
            <a:pPr algn="l">
              <a:lnSpc>
                <a:spcPct val="100000"/>
              </a:lnSpc>
            </a:pPr>
            <a:r>
              <a:rPr sz="800" b="0" i="0">
                <a:solidFill>
                  <a:srgbClr val="ECE7DC"/>
                </a:solidFill>
                <a:latin typeface="Consolas"/>
              </a:rPr>
              <a:t>    │   │   │     » ls.py</a:t>
            </a:r>
          </a:p>
          <a:p>
            <a:pPr algn="l">
              <a:lnSpc>
                <a:spcPct val="100000"/>
              </a:lnSpc>
            </a:pPr>
            <a:r>
              <a:rPr sz="800" b="0" i="0">
                <a:solidFill>
                  <a:srgbClr val="ECE7DC"/>
                </a:solidFill>
                <a:latin typeface="Consolas"/>
              </a:rPr>
              <a:t>    │   │   ├── 0082_add_chat_agent_j_decompiler_tool.py</a:t>
            </a:r>
          </a:p>
          <a:p>
            <a:pPr algn="l">
              <a:lnSpc>
                <a:spcPct val="100000"/>
              </a:lnSpc>
            </a:pPr>
            <a:r>
              <a:rPr sz="800" b="0" i="0">
                <a:solidFill>
                  <a:srgbClr val="ECE7DC"/>
                </a:solidFill>
                <a:latin typeface="Consolas"/>
              </a:rPr>
              <a:t>    │   │   ├── 0083_add_de_compresser.py</a:t>
            </a:r>
          </a:p>
          <a:p>
            <a:pPr algn="l">
              <a:lnSpc>
                <a:spcPct val="100000"/>
              </a:lnSpc>
            </a:pPr>
            <a:r>
              <a:rPr sz="800" b="0" i="0">
                <a:solidFill>
                  <a:srgbClr val="ECE7DC"/>
                </a:solidFill>
                <a:latin typeface="Consolas"/>
              </a:rPr>
              <a:t>    │   │   ├── 0084_add_chat_agent_de_compresser_tool.p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0085_add_unrealer.py</a:t>
            </a:r>
          </a:p>
          <a:p>
            <a:pPr algn="l">
              <a:lnSpc>
                <a:spcPct val="100000"/>
              </a:lnSpc>
            </a:pPr>
            <a:r>
              <a:rPr sz="800" b="0" i="0">
                <a:solidFill>
                  <a:srgbClr val="ECE7DC"/>
                </a:solidFill>
                <a:latin typeface="Consolas"/>
              </a:rPr>
              <a:t>    │   │   ├── 0086_add_chat_agent_unrealer_tool.py</a:t>
            </a:r>
          </a:p>
          <a:p>
            <a:pPr algn="l">
              <a:lnSpc>
                <a:spcPct val="100000"/>
              </a:lnSpc>
            </a:pPr>
            <a:r>
              <a:rPr sz="800" b="0" i="0">
                <a:solidFill>
                  <a:srgbClr val="ECE7DC"/>
                </a:solidFill>
                <a:latin typeface="Consolas"/>
              </a:rPr>
              <a:t>    │   │   ├── 0087_add_unrealer_demo_prompt.py</a:t>
            </a:r>
          </a:p>
          <a:p>
            <a:pPr algn="l">
              <a:lnSpc>
                <a:spcPct val="100000"/>
              </a:lnSpc>
            </a:pPr>
            <a:r>
              <a:rPr sz="800" b="0" i="0">
                <a:solidFill>
                  <a:srgbClr val="ECE7DC"/>
                </a:solidFill>
                <a:latin typeface="Consolas"/>
              </a:rPr>
              <a:t>    │   │   ├── 0088_add_reviewer.py</a:t>
            </a:r>
          </a:p>
          <a:p>
            <a:pPr algn="l">
              <a:lnSpc>
                <a:spcPct val="100000"/>
              </a:lnSpc>
            </a:pPr>
            <a:r>
              <a:rPr sz="800" b="0" i="0">
                <a:solidFill>
                  <a:srgbClr val="ECE7DC"/>
                </a:solidFill>
                <a:latin typeface="Consolas"/>
              </a:rPr>
              <a:t>    │   │   ├── 0089_add_analyzer.py</a:t>
            </a:r>
          </a:p>
          <a:p>
            <a:pPr algn="l">
              <a:lnSpc>
                <a:spcPct val="100000"/>
              </a:lnSpc>
            </a:pPr>
            <a:r>
              <a:rPr sz="800" b="0" i="0">
                <a:solidFill>
                  <a:srgbClr val="ECE7DC"/>
                </a:solidFill>
                <a:latin typeface="Consolas"/>
              </a:rPr>
              <a:t>    │   │   ├── 0090_add_reviewer_analyzer_demo_prompts.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0091_add_playwrighter.py</a:t>
            </a:r>
          </a:p>
          <a:p>
            <a:pPr algn="l">
              <a:lnSpc>
                <a:spcPct val="100000"/>
              </a:lnSpc>
            </a:pPr>
            <a:r>
              <a:rPr sz="800" b="0" i="0">
                <a:solidFill>
                  <a:srgbClr val="ECE7DC"/>
                </a:solidFill>
                <a:latin typeface="Consolas"/>
              </a:rPr>
              <a:t>    │   │   ├── 0092_add_chat_agent_playwrighter_tool.py</a:t>
            </a:r>
          </a:p>
          <a:p>
            <a:pPr algn="l">
              <a:lnSpc>
                <a:spcPct val="100000"/>
              </a:lnSpc>
            </a:pPr>
            <a:r>
              <a:rPr sz="800" b="0" i="0">
                <a:solidFill>
                  <a:srgbClr val="ECE7DC"/>
                </a:solidFill>
                <a:latin typeface="Consolas"/>
              </a:rPr>
              <a:t>    │   │   ├── 0093_add_windower.py</a:t>
            </a:r>
          </a:p>
          <a:p>
            <a:pPr algn="l">
              <a:lnSpc>
                <a:spcPct val="100000"/>
              </a:lnSpc>
            </a:pPr>
            <a:r>
              <a:rPr sz="800" b="0" i="0">
                <a:solidFill>
                  <a:srgbClr val="ECE7DC"/>
                </a:solidFill>
                <a:latin typeface="Consolas"/>
              </a:rPr>
              <a:t>    │   │   ├── 0094_add_chat_agent_windower_tool.py</a:t>
            </a:r>
          </a:p>
          <a:p>
            <a:pPr algn="l">
              <a:lnSpc>
                <a:spcPct val="100000"/>
              </a:lnSpc>
            </a:pPr>
            <a:r>
              <a:rPr sz="800" b="0" i="0">
                <a:solidFill>
                  <a:srgbClr val="ECE7DC"/>
                </a:solidFill>
                <a:latin typeface="Consolas"/>
              </a:rPr>
              <a:t>    │   │   ├── 0095_add_windower_playwrighter_demo_prom</a:t>
            </a:r>
          </a:p>
          <a:p>
            <a:pPr algn="l">
              <a:lnSpc>
                <a:spcPct val="100000"/>
              </a:lnSpc>
            </a:pPr>
            <a:r>
              <a:rPr sz="800" b="0" i="0">
                <a:solidFill>
                  <a:srgbClr val="ECE7DC"/>
                </a:solidFill>
                <a:latin typeface="Consolas"/>
              </a:rPr>
              <a:t>    │   │   │     » pts.py</a:t>
            </a:r>
          </a:p>
          <a:p>
            <a:pPr algn="l">
              <a:lnSpc>
                <a:spcPct val="100000"/>
              </a:lnSpc>
            </a:pPr>
            <a:r>
              <a:rPr sz="800" b="0" i="0">
                <a:solidFill>
                  <a:srgbClr val="ECE7DC"/>
                </a:solidFill>
                <a:latin typeface="Consolas"/>
              </a:rPr>
              <a:t>    │   │   ├── 0096_add_director_virtuoso_demo_prompts.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0097_add_kalier.py</a:t>
            </a:r>
          </a:p>
          <a:p>
            <a:pPr algn="l">
              <a:lnSpc>
                <a:spcPct val="100000"/>
              </a:lnSpc>
            </a:pPr>
            <a:r>
              <a:rPr sz="800" b="0" i="0">
                <a:solidFill>
                  <a:srgbClr val="ECE7DC"/>
                </a:solidFill>
                <a:latin typeface="Consolas"/>
              </a:rPr>
              <a:t>    │   │   ├── 0098_add_chat_agent_kalier_tool.py</a:t>
            </a:r>
          </a:p>
          <a:p>
            <a:pPr algn="l">
              <a:lnSpc>
                <a:spcPct val="100000"/>
              </a:lnSpc>
            </a:pPr>
            <a:r>
              <a:rPr sz="800" b="0" i="0">
                <a:solidFill>
                  <a:srgbClr val="ECE7DC"/>
                </a:solidFill>
                <a:latin typeface="Consolas"/>
              </a:rPr>
              <a:t>    │   │   ├── 0099_add_kalier_demo_prompts.py</a:t>
            </a:r>
          </a:p>
          <a:p>
            <a:pPr algn="l">
              <a:lnSpc>
                <a:spcPct val="100000"/>
              </a:lnSpc>
            </a:pPr>
            <a:r>
              <a:rPr sz="800" b="0" i="0">
                <a:solidFill>
                  <a:srgbClr val="ECE7DC"/>
                </a:solidFill>
                <a:latin typeface="Consolas"/>
              </a:rPr>
              <a:t>    │   │   ├── 0100_add_unrealer_extended_demo_prompts.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0101_add_stm32er.py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10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1,566 tracked files at commit df709d78;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0102_add_chat_agent_stm32er_tool.py</a:t>
            </a:r>
          </a:p>
          <a:p>
            <a:pPr algn="l">
              <a:lnSpc>
                <a:spcPct val="100000"/>
              </a:lnSpc>
            </a:pPr>
            <a:r>
              <a:rPr sz="800" b="0" i="0">
                <a:solidFill>
                  <a:srgbClr val="ECE7DC"/>
                </a:solidFill>
                <a:latin typeface="Consolas"/>
              </a:rPr>
              <a:t>    │   │   ├── 0103_add_stm32er_demo_prompts.py</a:t>
            </a:r>
          </a:p>
          <a:p>
            <a:pPr algn="l">
              <a:lnSpc>
                <a:spcPct val="100000"/>
              </a:lnSpc>
            </a:pPr>
            <a:r>
              <a:rPr sz="800" b="0" i="0">
                <a:solidFill>
                  <a:srgbClr val="ECE7DC"/>
                </a:solidFill>
                <a:latin typeface="Consolas"/>
              </a:rPr>
              <a:t>    │   │   ├── 0104_fix_stm32er_hil_serial_proof.py</a:t>
            </a:r>
          </a:p>
          <a:p>
            <a:pPr algn="l">
              <a:lnSpc>
                <a:spcPct val="100000"/>
              </a:lnSpc>
            </a:pPr>
            <a:r>
              <a:rPr sz="800" b="0" i="0">
                <a:solidFill>
                  <a:srgbClr val="ECE7DC"/>
                </a:solidFill>
                <a:latin typeface="Consolas"/>
              </a:rPr>
              <a:t>    │   │   ├── 0105_add_esp32er.py</a:t>
            </a:r>
          </a:p>
          <a:p>
            <a:pPr algn="l">
              <a:lnSpc>
                <a:spcPct val="100000"/>
              </a:lnSpc>
            </a:pPr>
            <a:r>
              <a:rPr sz="800" b="0" i="0">
                <a:solidFill>
                  <a:srgbClr val="ECE7DC"/>
                </a:solidFill>
                <a:latin typeface="Consolas"/>
              </a:rPr>
              <a:t>    │   │   ├── 0106_add_chat_agent_esp32er_tool.py</a:t>
            </a:r>
          </a:p>
          <a:p>
            <a:pPr algn="l">
              <a:lnSpc>
                <a:spcPct val="100000"/>
              </a:lnSpc>
            </a:pPr>
            <a:r>
              <a:rPr sz="800" b="0" i="0">
                <a:solidFill>
                  <a:srgbClr val="ECE7DC"/>
                </a:solidFill>
                <a:latin typeface="Consolas"/>
              </a:rPr>
              <a:t>    │   │   ├── 0107_add_esp32er_demo_prompts.py</a:t>
            </a:r>
          </a:p>
          <a:p>
            <a:pPr algn="l">
              <a:lnSpc>
                <a:spcPct val="100000"/>
              </a:lnSpc>
            </a:pPr>
            <a:r>
              <a:rPr sz="800" b="0" i="0">
                <a:solidFill>
                  <a:srgbClr val="ECE7DC"/>
                </a:solidFill>
                <a:latin typeface="Consolas"/>
              </a:rPr>
              <a:t>    │   │   ├── 0108_add_flow_making_demo_prompt.py</a:t>
            </a:r>
          </a:p>
          <a:p>
            <a:pPr algn="l">
              <a:lnSpc>
                <a:spcPct val="100000"/>
              </a:lnSpc>
            </a:pPr>
            <a:r>
              <a:rPr sz="800" b="0" i="0">
                <a:solidFill>
                  <a:srgbClr val="ECE7DC"/>
                </a:solidFill>
                <a:latin typeface="Consolas"/>
              </a:rPr>
              <a:t>    │   │   ├── 0109_add_arduiner.py</a:t>
            </a:r>
          </a:p>
          <a:p>
            <a:pPr algn="l">
              <a:lnSpc>
                <a:spcPct val="100000"/>
              </a:lnSpc>
            </a:pPr>
            <a:r>
              <a:rPr sz="800" b="0" i="0">
                <a:solidFill>
                  <a:srgbClr val="ECE7DC"/>
                </a:solidFill>
                <a:latin typeface="Consolas"/>
              </a:rPr>
              <a:t>    │   │   ├── 0110_add_chat_agent_arduiner_tool.py</a:t>
            </a:r>
          </a:p>
          <a:p>
            <a:pPr algn="l">
              <a:lnSpc>
                <a:spcPct val="100000"/>
              </a:lnSpc>
            </a:pPr>
            <a:r>
              <a:rPr sz="800" b="0" i="0">
                <a:solidFill>
                  <a:srgbClr val="ECE7DC"/>
                </a:solidFill>
                <a:latin typeface="Consolas"/>
              </a:rPr>
              <a:t>    │   │   ├── 0111_add_arduiner_demo_prompts.py</a:t>
            </a:r>
          </a:p>
          <a:p>
            <a:pPr algn="l">
              <a:lnSpc>
                <a:spcPct val="100000"/>
              </a:lnSpc>
            </a:pPr>
            <a:r>
              <a:rPr sz="800" b="0" i="0">
                <a:solidFill>
                  <a:srgbClr val="ECE7DC"/>
                </a:solidFill>
                <a:latin typeface="Consolas"/>
              </a:rPr>
              <a:t>    │   │   ├── 0112_add_camcorder.py</a:t>
            </a:r>
          </a:p>
          <a:p>
            <a:pPr algn="l">
              <a:lnSpc>
                <a:spcPct val="100000"/>
              </a:lnSpc>
            </a:pPr>
            <a:r>
              <a:rPr sz="800" b="0" i="0">
                <a:solidFill>
                  <a:srgbClr val="ECE7DC"/>
                </a:solidFill>
                <a:latin typeface="Consolas"/>
              </a:rPr>
              <a:t>    │   │   ├── 0113_add_chat_agent_camcorder_tool.py</a:t>
            </a:r>
          </a:p>
          <a:p>
            <a:pPr algn="l">
              <a:lnSpc>
                <a:spcPct val="100000"/>
              </a:lnSpc>
            </a:pPr>
            <a:r>
              <a:rPr sz="800" b="0" i="0">
                <a:solidFill>
                  <a:srgbClr val="ECE7DC"/>
                </a:solidFill>
                <a:latin typeface="Consolas"/>
              </a:rPr>
              <a:t>    │   │   ├── 0114_add_recorder.py</a:t>
            </a:r>
          </a:p>
          <a:p>
            <a:pPr algn="l">
              <a:lnSpc>
                <a:spcPct val="100000"/>
              </a:lnSpc>
            </a:pPr>
            <a:r>
              <a:rPr sz="800" b="0" i="0">
                <a:solidFill>
                  <a:srgbClr val="ECE7DC"/>
                </a:solidFill>
                <a:latin typeface="Consolas"/>
              </a:rPr>
              <a:t>    │   │   ├── 0115_add_chat_agent_recorder_tool.py</a:t>
            </a:r>
          </a:p>
          <a:p>
            <a:pPr algn="l">
              <a:lnSpc>
                <a:spcPct val="100000"/>
              </a:lnSpc>
            </a:pPr>
            <a:r>
              <a:rPr sz="800" b="0" i="0">
                <a:solidFill>
                  <a:srgbClr val="ECE7DC"/>
                </a:solidFill>
                <a:latin typeface="Consolas"/>
              </a:rPr>
              <a:t>    │   │   ├── 0116_add_audioplayer.py</a:t>
            </a:r>
          </a:p>
          <a:p>
            <a:pPr algn="l">
              <a:lnSpc>
                <a:spcPct val="100000"/>
              </a:lnSpc>
            </a:pPr>
            <a:r>
              <a:rPr sz="800" b="0" i="0">
                <a:solidFill>
                  <a:srgbClr val="ECE7DC"/>
                </a:solidFill>
                <a:latin typeface="Consolas"/>
              </a:rPr>
              <a:t>    │   │   ├── 0117_add_chat_agent_audioplayer_tool.py</a:t>
            </a:r>
          </a:p>
          <a:p>
            <a:pPr algn="l">
              <a:lnSpc>
                <a:spcPct val="100000"/>
              </a:lnSpc>
            </a:pPr>
            <a:r>
              <a:rPr sz="800" b="0" i="0">
                <a:solidFill>
                  <a:srgbClr val="ECE7DC"/>
                </a:solidFill>
                <a:latin typeface="Consolas"/>
              </a:rPr>
              <a:t>    │   │   ├── 0118_add_videoplayer.py</a:t>
            </a:r>
          </a:p>
          <a:p>
            <a:pPr algn="l">
              <a:lnSpc>
                <a:spcPct val="100000"/>
              </a:lnSpc>
            </a:pPr>
            <a:r>
              <a:rPr sz="800" b="0" i="0">
                <a:solidFill>
                  <a:srgbClr val="ECE7DC"/>
                </a:solidFill>
                <a:latin typeface="Consolas"/>
              </a:rPr>
              <a:t>    │   │   ├── 0119_add_chat_agent_videoplayer_tool.py</a:t>
            </a:r>
          </a:p>
          <a:p>
            <a:pPr algn="l">
              <a:lnSpc>
                <a:spcPct val="100000"/>
              </a:lnSpc>
            </a:pPr>
            <a:r>
              <a:rPr sz="800" b="0" i="0">
                <a:solidFill>
                  <a:srgbClr val="ECE7DC"/>
                </a:solidFill>
                <a:latin typeface="Consolas"/>
              </a:rPr>
              <a:t>    │   │   ├── 0120_add_talker.py</a:t>
            </a:r>
          </a:p>
          <a:p>
            <a:pPr algn="l">
              <a:lnSpc>
                <a:spcPct val="100000"/>
              </a:lnSpc>
            </a:pPr>
            <a:r>
              <a:rPr sz="800" b="0" i="0">
                <a:solidFill>
                  <a:srgbClr val="ECE7DC"/>
                </a:solidFill>
                <a:latin typeface="Consolas"/>
              </a:rPr>
              <a:t>    │   │   ├── 0121_add_chat_agent_talker_tool.py</a:t>
            </a:r>
          </a:p>
          <a:p>
            <a:pPr algn="l">
              <a:lnSpc>
                <a:spcPct val="100000"/>
              </a:lnSpc>
            </a:pPr>
            <a:r>
              <a:rPr sz="800" b="0" i="0">
                <a:solidFill>
                  <a:srgbClr val="ECE7DC"/>
                </a:solidFill>
                <a:latin typeface="Consolas"/>
              </a:rPr>
              <a:t>    │   │   ├── 0122_add_talker_demo_prompt.py</a:t>
            </a:r>
          </a:p>
          <a:p>
            <a:pPr algn="l">
              <a:lnSpc>
                <a:spcPct val="100000"/>
              </a:lnSpc>
            </a:pPr>
            <a:r>
              <a:rPr sz="800" b="0" i="0">
                <a:solidFill>
                  <a:srgbClr val="ECE7DC"/>
                </a:solidFill>
                <a:latin typeface="Consolas"/>
              </a:rPr>
              <a:t>    │   │   ├── 0123_add_whisperer.py</a:t>
            </a:r>
          </a:p>
          <a:p>
            <a:pPr algn="l">
              <a:lnSpc>
                <a:spcPct val="100000"/>
              </a:lnSpc>
            </a:pPr>
            <a:r>
              <a:rPr sz="800" b="0" i="0">
                <a:solidFill>
                  <a:srgbClr val="ECE7DC"/>
                </a:solidFill>
                <a:latin typeface="Consolas"/>
              </a:rPr>
              <a:t>    │   │   ├── 0124_add_chat_agent_whisperer_tool.py</a:t>
            </a:r>
          </a:p>
          <a:p>
            <a:pPr algn="l">
              <a:lnSpc>
                <a:spcPct val="100000"/>
              </a:lnSpc>
            </a:pPr>
            <a:r>
              <a:rPr sz="800" b="0" i="0">
                <a:solidFill>
                  <a:srgbClr val="ECE7DC"/>
                </a:solidFill>
                <a:latin typeface="Consolas"/>
              </a:rPr>
              <a:t>    │   │   ├── 0125_add_whisperer_demo_prompt.py</a:t>
            </a:r>
          </a:p>
          <a:p>
            <a:pPr algn="l">
              <a:lnSpc>
                <a:spcPct val="100000"/>
              </a:lnSpc>
            </a:pPr>
            <a:r>
              <a:rPr sz="800" b="0" i="0">
                <a:solidFill>
                  <a:srgbClr val="ECE7DC"/>
                </a:solidFill>
                <a:latin typeface="Consolas"/>
              </a:rPr>
              <a:t>    │   │   ├── 0126_add_blenderer.py</a:t>
            </a:r>
          </a:p>
          <a:p>
            <a:pPr algn="l">
              <a:lnSpc>
                <a:spcPct val="100000"/>
              </a:lnSpc>
            </a:pPr>
            <a:r>
              <a:rPr sz="800" b="0" i="0">
                <a:solidFill>
                  <a:srgbClr val="ECE7DC"/>
                </a:solidFill>
                <a:latin typeface="Consolas"/>
              </a:rPr>
              <a:t>    │   │   ├── 0127_add_chat_agent_blenderer_tool.py</a:t>
            </a:r>
          </a:p>
          <a:p>
            <a:pPr algn="l">
              <a:lnSpc>
                <a:spcPct val="100000"/>
              </a:lnSpc>
            </a:pPr>
            <a:r>
              <a:rPr sz="800" b="0" i="0">
                <a:solidFill>
                  <a:srgbClr val="ECE7DC"/>
                </a:solidFill>
                <a:latin typeface="Consolas"/>
              </a:rPr>
              <a:t>    │   │   ├── 0128_add_blenderer_demo_prompts.py</a:t>
            </a:r>
          </a:p>
          <a:p>
            <a:pPr algn="l">
              <a:lnSpc>
                <a:spcPct val="100000"/>
              </a:lnSpc>
            </a:pPr>
            <a:r>
              <a:rPr sz="800" b="0" i="0">
                <a:solidFill>
                  <a:srgbClr val="ECE7DC"/>
                </a:solidFill>
                <a:latin typeface="Consolas"/>
              </a:rPr>
              <a:t>    │   │   ├── 0129_add_editor.py</a:t>
            </a:r>
          </a:p>
          <a:p>
            <a:pPr algn="l">
              <a:lnSpc>
                <a:spcPct val="100000"/>
              </a:lnSpc>
            </a:pPr>
            <a:r>
              <a:rPr sz="800" b="0" i="0">
                <a:solidFill>
                  <a:srgbClr val="ECE7DC"/>
                </a:solidFill>
                <a:latin typeface="Consolas"/>
              </a:rPr>
              <a:t>    │   │   ├── 0130_add_chat_agent_editor_tool.py</a:t>
            </a:r>
          </a:p>
          <a:p>
            <a:pPr algn="l">
              <a:lnSpc>
                <a:spcPct val="100000"/>
              </a:lnSpc>
            </a:pPr>
            <a:r>
              <a:rPr sz="800" b="0" i="0">
                <a:solidFill>
                  <a:srgbClr val="ECE7DC"/>
                </a:solidFill>
                <a:latin typeface="Consolas"/>
              </a:rPr>
              <a:t>    │   │   ├── 0131_add_editor_demo_prompts.py</a:t>
            </a:r>
          </a:p>
          <a:p>
            <a:pPr algn="l">
              <a:lnSpc>
                <a:spcPct val="100000"/>
              </a:lnSpc>
            </a:pPr>
            <a:r>
              <a:rPr sz="800" b="0" i="0">
                <a:solidFill>
                  <a:srgbClr val="ECE7DC"/>
                </a:solidFill>
                <a:latin typeface="Consolas"/>
              </a:rPr>
              <a:t>    │   │   ├── 0132_add_grepper.py</a:t>
            </a:r>
          </a:p>
          <a:p>
            <a:pPr algn="l">
              <a:lnSpc>
                <a:spcPct val="100000"/>
              </a:lnSpc>
            </a:pPr>
            <a:r>
              <a:rPr sz="800" b="0" i="0">
                <a:solidFill>
                  <a:srgbClr val="ECE7DC"/>
                </a:solidFill>
                <a:latin typeface="Consolas"/>
              </a:rPr>
              <a:t>    │   │   ├── 0133_add_chat_agent_grepper_tool.py</a:t>
            </a:r>
          </a:p>
          <a:p>
            <a:pPr algn="l">
              <a:lnSpc>
                <a:spcPct val="100000"/>
              </a:lnSpc>
            </a:pPr>
            <a:r>
              <a:rPr sz="800" b="0" i="0">
                <a:solidFill>
                  <a:srgbClr val="ECE7DC"/>
                </a:solidFill>
                <a:latin typeface="Consolas"/>
              </a:rPr>
              <a:t>    │   │   ├── 0134_add_grepper_demo_prompts.py</a:t>
            </a:r>
          </a:p>
          <a:p>
            <a:pPr algn="l">
              <a:lnSpc>
                <a:spcPct val="100000"/>
              </a:lnSpc>
            </a:pPr>
            <a:r>
              <a:rPr sz="800" b="0" i="0">
                <a:solidFill>
                  <a:srgbClr val="ECE7DC"/>
                </a:solidFill>
                <a:latin typeface="Consolas"/>
              </a:rPr>
              <a:t>    │   │   ├── 0135_add_globber.py</a:t>
            </a:r>
          </a:p>
          <a:p>
            <a:pPr algn="l">
              <a:lnSpc>
                <a:spcPct val="100000"/>
              </a:lnSpc>
            </a:pPr>
            <a:r>
              <a:rPr sz="800" b="0" i="0">
                <a:solidFill>
                  <a:srgbClr val="ECE7DC"/>
                </a:solidFill>
                <a:latin typeface="Consolas"/>
              </a:rPr>
              <a:t>    │   │   ├── 0136_add_chat_agent_globber_tool.py</a:t>
            </a:r>
          </a:p>
          <a:p>
            <a:pPr algn="l">
              <a:lnSpc>
                <a:spcPct val="100000"/>
              </a:lnSpc>
            </a:pPr>
            <a:r>
              <a:rPr sz="800" b="0" i="0">
                <a:solidFill>
                  <a:srgbClr val="ECE7DC"/>
                </a:solidFill>
                <a:latin typeface="Consolas"/>
              </a:rPr>
              <a:t>    │   │   ├── 0137_add_globber_demo_prompts.py</a:t>
            </a:r>
          </a:p>
          <a:p>
            <a:pPr algn="l">
              <a:lnSpc>
                <a:spcPct val="100000"/>
              </a:lnSpc>
            </a:pPr>
            <a:r>
              <a:rPr sz="800" b="0" i="0">
                <a:solidFill>
                  <a:srgbClr val="ECE7DC"/>
                </a:solidFill>
                <a:latin typeface="Consolas"/>
              </a:rPr>
              <a:t>    │   │   ├── 0138_add_esphomer.py</a:t>
            </a:r>
          </a:p>
          <a:p>
            <a:pPr algn="l">
              <a:lnSpc>
                <a:spcPct val="100000"/>
              </a:lnSpc>
            </a:pPr>
            <a:r>
              <a:rPr sz="800" b="0" i="0">
                <a:solidFill>
                  <a:srgbClr val="ECE7DC"/>
                </a:solidFill>
                <a:latin typeface="Consolas"/>
              </a:rPr>
              <a:t>    │   │   ├── 0139_add_chat_agent_esphomer_tool.py</a:t>
            </a:r>
          </a:p>
          <a:p>
            <a:pPr algn="l">
              <a:lnSpc>
                <a:spcPct val="100000"/>
              </a:lnSpc>
            </a:pPr>
            <a:r>
              <a:rPr sz="800" b="0" i="0">
                <a:solidFill>
                  <a:srgbClr val="ECE7DC"/>
                </a:solidFill>
                <a:latin typeface="Consolas"/>
              </a:rPr>
              <a:t>    │   │   ├── 0140_add_esphomer_demo_prompts.py</a:t>
            </a:r>
          </a:p>
          <a:p>
            <a:pPr algn="l">
              <a:lnSpc>
                <a:spcPct val="100000"/>
              </a:lnSpc>
            </a:pPr>
            <a:r>
              <a:rPr sz="800" b="0" i="0">
                <a:solidFill>
                  <a:srgbClr val="ECE7DC"/>
                </a:solidFill>
                <a:latin typeface="Consolas"/>
              </a:rPr>
              <a:t>    │   │   ├── 0141_add_mcp_doctor.py</a:t>
            </a:r>
          </a:p>
          <a:p>
            <a:pPr algn="l">
              <a:lnSpc>
                <a:spcPct val="100000"/>
              </a:lnSpc>
            </a:pPr>
            <a:r>
              <a:rPr sz="800" b="0" i="0">
                <a:solidFill>
                  <a:srgbClr val="ECE7DC"/>
                </a:solidFill>
                <a:latin typeface="Consolas"/>
              </a:rPr>
              <a:t>    │   │   ├── 0142_add_chat_agent_mcp_doctor_tool.py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0143_add_mcp_doctor_demo_prompt.py</a:t>
            </a:r>
          </a:p>
          <a:p>
            <a:pPr algn="l">
              <a:lnSpc>
                <a:spcPct val="100000"/>
              </a:lnSpc>
            </a:pPr>
            <a:r>
              <a:rPr sz="800" b="0" i="0">
                <a:solidFill>
                  <a:srgbClr val="ECE7DC"/>
                </a:solidFill>
                <a:latin typeface="Consolas"/>
              </a:rPr>
              <a:t>    │   │   ├── 0144_insert_java17_maven_demo_prompt_at_</a:t>
            </a:r>
          </a:p>
          <a:p>
            <a:pPr algn="l">
              <a:lnSpc>
                <a:spcPct val="100000"/>
              </a:lnSpc>
            </a:pPr>
            <a:r>
              <a:rPr sz="800" b="0" i="0">
                <a:solidFill>
                  <a:srgbClr val="ECE7DC"/>
                </a:solidFill>
                <a:latin typeface="Consolas"/>
              </a:rPr>
              <a:t>    │   │   │     » 5.py</a:t>
            </a:r>
          </a:p>
          <a:p>
            <a:pPr algn="l">
              <a:lnSpc>
                <a:spcPct val="100000"/>
              </a:lnSpc>
            </a:pPr>
            <a:r>
              <a:rPr sz="800" b="0" i="0">
                <a:solidFill>
                  <a:srgbClr val="ECE7DC"/>
                </a:solidFill>
                <a:latin typeface="Consolas"/>
              </a:rPr>
              <a:t>    │   │   ├── 0145_insert_createsuperuser_wizard_promp</a:t>
            </a:r>
          </a:p>
          <a:p>
            <a:pPr algn="l">
              <a:lnSpc>
                <a:spcPct val="100000"/>
              </a:lnSpc>
            </a:pPr>
            <a:r>
              <a:rPr sz="800" b="0" i="0">
                <a:solidFill>
                  <a:srgbClr val="ECE7DC"/>
                </a:solidFill>
                <a:latin typeface="Consolas"/>
              </a:rPr>
              <a:t>    │   │   │     » t_at_1.py</a:t>
            </a:r>
          </a:p>
          <a:p>
            <a:pPr algn="l">
              <a:lnSpc>
                <a:spcPct val="100000"/>
              </a:lnSpc>
            </a:pPr>
            <a:r>
              <a:rPr sz="800" b="0" i="0">
                <a:solidFill>
                  <a:srgbClr val="ECE7DC"/>
                </a:solidFill>
                <a:latin typeface="Consolas"/>
              </a:rPr>
              <a:t>    │   │   ├── 0146_update_createsuperuser_wizard_conti</a:t>
            </a:r>
          </a:p>
          <a:p>
            <a:pPr algn="l">
              <a:lnSpc>
                <a:spcPct val="100000"/>
              </a:lnSpc>
            </a:pPr>
            <a:r>
              <a:rPr sz="800" b="0" i="0">
                <a:solidFill>
                  <a:srgbClr val="ECE7DC"/>
                </a:solidFill>
                <a:latin typeface="Consolas"/>
              </a:rPr>
              <a:t>    │   │   │     » nuation.py</a:t>
            </a:r>
          </a:p>
          <a:p>
            <a:pPr algn="l">
              <a:lnSpc>
                <a:spcPct val="100000"/>
              </a:lnSpc>
            </a:pPr>
            <a:r>
              <a:rPr sz="800" b="0" i="0">
                <a:solidFill>
                  <a:srgbClr val="ECE7DC"/>
                </a:solidFill>
                <a:latin typeface="Consolas"/>
              </a:rPr>
              <a:t>    │   │   ├── 0147_add_unreal_game_demo_prompts.py</a:t>
            </a:r>
          </a:p>
          <a:p>
            <a:pPr algn="l">
              <a:lnSpc>
                <a:spcPct val="100000"/>
              </a:lnSpc>
            </a:pPr>
            <a:r>
              <a:rPr sz="800" b="0" i="0">
                <a:solidFill>
                  <a:srgbClr val="ECE7DC"/>
                </a:solidFill>
                <a:latin typeface="Consolas"/>
              </a:rPr>
              <a:t>    │   │   ├── 0148_add_discoverer_demo_prompts.py</a:t>
            </a:r>
          </a:p>
          <a:p>
            <a:pPr algn="l">
              <a:lnSpc>
                <a:spcPct val="100000"/>
              </a:lnSpc>
            </a:pPr>
            <a:r>
              <a:rPr sz="800" b="0" i="0">
                <a:solidFill>
                  <a:srgbClr val="ECE7DC"/>
                </a:solidFill>
                <a:latin typeface="Consolas"/>
              </a:rPr>
              <a:t>    │   │   ├── 0149_add_discoverer.py</a:t>
            </a:r>
          </a:p>
          <a:p>
            <a:pPr algn="l">
              <a:lnSpc>
                <a:spcPct val="100000"/>
              </a:lnSpc>
            </a:pPr>
            <a:r>
              <a:rPr sz="800" b="0" i="0">
                <a:solidFill>
                  <a:srgbClr val="ECE7DC"/>
                </a:solidFill>
                <a:latin typeface="Consolas"/>
              </a:rPr>
              <a:t>    │   │   ├── 0150_add_chat_agent_discoverer_tool.py</a:t>
            </a:r>
          </a:p>
          <a:p>
            <a:pPr algn="l">
              <a:lnSpc>
                <a:spcPct val="100000"/>
              </a:lnSpc>
            </a:pPr>
            <a:r>
              <a:rPr sz="800" b="0" i="0">
                <a:solidFill>
                  <a:srgbClr val="ECE7DC"/>
                </a:solidFill>
                <a:latin typeface="Consolas"/>
              </a:rPr>
              <a:t>    │   │   ├── 0151_retire_old_messaging_add_telegramme</a:t>
            </a:r>
          </a:p>
          <a:p>
            <a:pPr algn="l">
              <a:lnSpc>
                <a:spcPct val="100000"/>
              </a:lnSpc>
            </a:pPr>
            <a:r>
              <a:rPr sz="800" b="0" i="0">
                <a:solidFill>
                  <a:srgbClr val="ECE7DC"/>
                </a:solidFill>
                <a:latin typeface="Consolas"/>
              </a:rPr>
              <a:t>    │   │   │     » r.py</a:t>
            </a:r>
          </a:p>
          <a:p>
            <a:pPr algn="l">
              <a:lnSpc>
                <a:spcPct val="100000"/>
              </a:lnSpc>
            </a:pPr>
            <a:r>
              <a:rPr sz="800" b="0" i="0">
                <a:solidFill>
                  <a:srgbClr val="ECE7DC"/>
                </a:solidFill>
                <a:latin typeface="Consolas"/>
              </a:rPr>
              <a:t>    │   │   ├── 0152_add_instant_messaging_doctor.py</a:t>
            </a:r>
          </a:p>
          <a:p>
            <a:pPr algn="l">
              <a:lnSpc>
                <a:spcPct val="100000"/>
              </a:lnSpc>
            </a:pPr>
            <a:r>
              <a:rPr sz="800" b="0" i="0">
                <a:solidFill>
                  <a:srgbClr val="ECE7DC"/>
                </a:solidFill>
                <a:latin typeface="Consolas"/>
              </a:rPr>
              <a:t>    │   │   ├── 0153_add_chat_agent_instant_messaging_do</a:t>
            </a:r>
          </a:p>
          <a:p>
            <a:pPr algn="l">
              <a:lnSpc>
                <a:spcPct val="100000"/>
              </a:lnSpc>
            </a:pPr>
            <a:r>
              <a:rPr sz="800" b="0" i="0">
                <a:solidFill>
                  <a:srgbClr val="ECE7DC"/>
                </a:solidFill>
                <a:latin typeface="Consolas"/>
              </a:rPr>
              <a:t>    │   │   │     » ctor_tool.py</a:t>
            </a:r>
          </a:p>
          <a:p>
            <a:pPr algn="l">
              <a:lnSpc>
                <a:spcPct val="100000"/>
              </a:lnSpc>
            </a:pPr>
            <a:r>
              <a:rPr sz="800" b="0" i="0">
                <a:solidFill>
                  <a:srgbClr val="ECE7DC"/>
                </a:solidFill>
                <a:latin typeface="Consolas"/>
              </a:rPr>
              <a:t>    │   │   ├── 0154_add_instant_messaging_doctor_demo_p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0155_add_contact_scaffold_demo_prompt.py</a:t>
            </a:r>
          </a:p>
          <a:p>
            <a:pPr algn="l">
              <a:lnSpc>
                <a:spcPct val="100000"/>
              </a:lnSpc>
            </a:pPr>
            <a:r>
              <a:rPr sz="800" b="0" i="0">
                <a:solidFill>
                  <a:srgbClr val="ECE7DC"/>
                </a:solidFill>
                <a:latin typeface="Consolas"/>
              </a:rPr>
              <a:t>    │   │   ├── 0156_add_telegrammer_identity_demo_promp</a:t>
            </a:r>
          </a:p>
          <a:p>
            <a:pPr algn="l">
              <a:lnSpc>
                <a:spcPct val="100000"/>
              </a:lnSpc>
            </a:pPr>
            <a:r>
              <a:rPr sz="800" b="0" i="0">
                <a:solidFill>
                  <a:srgbClr val="ECE7DC"/>
                </a:solidFill>
                <a:latin typeface="Consolas"/>
              </a:rPr>
              <a:t>    │   │   │     » ts.py</a:t>
            </a:r>
          </a:p>
          <a:p>
            <a:pPr algn="l">
              <a:lnSpc>
                <a:spcPct val="100000"/>
              </a:lnSpc>
            </a:pPr>
            <a:r>
              <a:rPr sz="800" b="0" i="0">
                <a:solidFill>
                  <a:srgbClr val="ECE7DC"/>
                </a:solidFill>
                <a:latin typeface="Consolas"/>
              </a:rPr>
              <a:t>    │   │   ├── 0157_add_whatsapper_identity_demo_prompt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0158_redesign_messaging_demo_prompts.py</a:t>
            </a:r>
          </a:p>
          <a:p>
            <a:pPr algn="l">
              <a:lnSpc>
                <a:spcPct val="100000"/>
              </a:lnSpc>
            </a:pPr>
            <a:r>
              <a:rPr sz="800" b="0" i="0">
                <a:solidFill>
                  <a:srgbClr val="ECE7DC"/>
                </a:solidFill>
                <a:latin typeface="Consolas"/>
              </a:rPr>
              <a:t>    │   │   ├── 0159_add_zavuerer.py</a:t>
            </a:r>
          </a:p>
          <a:p>
            <a:pPr algn="l">
              <a:lnSpc>
                <a:spcPct val="100000"/>
              </a:lnSpc>
            </a:pPr>
            <a:r>
              <a:rPr sz="800" b="0" i="0">
                <a:solidFill>
                  <a:srgbClr val="ECE7DC"/>
                </a:solidFill>
                <a:latin typeface="Consolas"/>
              </a:rPr>
              <a:t>    │   │   ├── 0160_add_chat_agent_zavuerer_tool.py</a:t>
            </a:r>
          </a:p>
          <a:p>
            <a:pPr algn="l">
              <a:lnSpc>
                <a:spcPct val="100000"/>
              </a:lnSpc>
            </a:pPr>
            <a:r>
              <a:rPr sz="800" b="0" i="0">
                <a:solidFill>
                  <a:srgbClr val="ECE7DC"/>
                </a:solidFill>
                <a:latin typeface="Consolas"/>
              </a:rPr>
              <a:t>    │   │   ├── 0161_add_zavuerer_demo_prompts.py</a:t>
            </a:r>
          </a:p>
          <a:p>
            <a:pPr algn="l">
              <a:lnSpc>
                <a:spcPct val="100000"/>
              </a:lnSpc>
            </a:pPr>
            <a:r>
              <a:rPr sz="800" b="0" i="0">
                <a:solidFill>
                  <a:srgbClr val="ECE7DC"/>
                </a:solidFill>
                <a:latin typeface="Consolas"/>
              </a:rPr>
              <a:t>    │   │   ├── 0162_add_zavuerer_catalog_prompts.py</a:t>
            </a:r>
          </a:p>
          <a:p>
            <a:pPr algn="l">
              <a:lnSpc>
                <a:spcPct val="100000"/>
              </a:lnSpc>
            </a:pPr>
            <a:r>
              <a:rPr sz="800" b="0" i="0">
                <a:solidFill>
                  <a:srgbClr val="ECE7DC"/>
                </a:solidFill>
                <a:latin typeface="Consolas"/>
              </a:rPr>
              <a:t>    │   │   ├── 0163_add_zavuerer_get_key_wizard_prompt.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0164_dedup_zavuerer_setup_wizards.py</a:t>
            </a:r>
          </a:p>
          <a:p>
            <a:pPr algn="l">
              <a:lnSpc>
                <a:spcPct val="100000"/>
              </a:lnSpc>
            </a:pPr>
            <a:r>
              <a:rPr sz="800" b="0" i="0">
                <a:solidFill>
                  <a:srgbClr val="ECE7DC"/>
                </a:solidFill>
                <a:latin typeface="Consolas"/>
              </a:rPr>
              <a:t>    │   │   ├── 0165_add_image_interpreter_triple_model_</a:t>
            </a:r>
          </a:p>
          <a:p>
            <a:pPr algn="l">
              <a:lnSpc>
                <a:spcPct val="100000"/>
              </a:lnSpc>
            </a:pPr>
            <a:r>
              <a:rPr sz="800" b="0" i="0">
                <a:solidFill>
                  <a:srgbClr val="ECE7DC"/>
                </a:solidFill>
                <a:latin typeface="Consolas"/>
              </a:rPr>
              <a:t>    │   │   │     » demo_prompt.py</a:t>
            </a:r>
          </a:p>
          <a:p>
            <a:pPr algn="l">
              <a:lnSpc>
                <a:spcPct val="100000"/>
              </a:lnSpc>
            </a:pPr>
            <a:r>
              <a:rPr sz="800" b="0" i="0">
                <a:solidFill>
                  <a:srgbClr val="ECE7DC"/>
                </a:solidFill>
                <a:latin typeface="Consolas"/>
              </a:rPr>
              <a:t>    │   │   ├── 0166_add_video_analyzer.py</a:t>
            </a:r>
          </a:p>
          <a:p>
            <a:pPr algn="l">
              <a:lnSpc>
                <a:spcPct val="100000"/>
              </a:lnSpc>
            </a:pPr>
            <a:r>
              <a:rPr sz="800" b="0" i="0">
                <a:solidFill>
                  <a:srgbClr val="ECE7DC"/>
                </a:solidFill>
                <a:latin typeface="Consolas"/>
              </a:rPr>
              <a:t>    │   │   ├── 0167_add_chat_agent_video_analyzer_tool.</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0168_add_video_analyzer_demo_prompt.py</a:t>
            </a:r>
          </a:p>
          <a:p>
            <a:pPr algn="l">
              <a:lnSpc>
                <a:spcPct val="100000"/>
              </a:lnSpc>
            </a:pPr>
            <a:r>
              <a:rPr sz="800" b="0" i="0">
                <a:solidFill>
                  <a:srgbClr val="ECE7DC"/>
                </a:solidFill>
                <a:latin typeface="Consolas"/>
              </a:rPr>
              <a:t>    │   │   ├── 0169_add_discoverer_cvemap_latest_demo_p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0170_add_nmapper.py</a:t>
            </a:r>
          </a:p>
          <a:p>
            <a:pPr algn="l">
              <a:lnSpc>
                <a:spcPct val="100000"/>
              </a:lnSpc>
            </a:pPr>
            <a:r>
              <a:rPr sz="800" b="0" i="0">
                <a:solidFill>
                  <a:srgbClr val="ECE7DC"/>
                </a:solidFill>
                <a:latin typeface="Consolas"/>
              </a:rPr>
              <a:t>    │   │   ├── 0171_add_chat_agent_nmapper_tool.py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0172_add_nmapper_demo_prompts.py</a:t>
            </a:r>
          </a:p>
          <a:p>
            <a:pPr algn="l">
              <a:lnSpc>
                <a:spcPct val="100000"/>
              </a:lnSpc>
            </a:pPr>
            <a:r>
              <a:rPr sz="800" b="0" i="0">
                <a:solidFill>
                  <a:srgbClr val="ECE7DC"/>
                </a:solidFill>
                <a:latin typeface="Consolas"/>
              </a:rPr>
              <a:t>    │   │   ├── 0173_add_unreal_scaffold_demo_prompt.py</a:t>
            </a:r>
          </a:p>
          <a:p>
            <a:pPr algn="l">
              <a:lnSpc>
                <a:spcPct val="100000"/>
              </a:lnSpc>
            </a:pPr>
            <a:r>
              <a:rPr sz="800" b="0" i="0">
                <a:solidFill>
                  <a:srgbClr val="ECE7DC"/>
                </a:solidFill>
                <a:latin typeface="Consolas"/>
              </a:rPr>
              <a:t>    │   │   ├── 0174_unreal_scaffold_build_project_tip.p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0175_prompt_category_and_dedup.py</a:t>
            </a:r>
          </a:p>
          <a:p>
            <a:pPr algn="l">
              <a:lnSpc>
                <a:spcPct val="100000"/>
              </a:lnSpc>
            </a:pPr>
            <a:r>
              <a:rPr sz="800" b="0" i="0">
                <a:solidFill>
                  <a:srgbClr val="ECE7DC"/>
                </a:solidFill>
                <a:latin typeface="Consolas"/>
              </a:rPr>
              <a:t>    │   │   ├── 0176_delete_duplicate_acpx_prompts.py</a:t>
            </a:r>
          </a:p>
          <a:p>
            <a:pPr algn="l">
              <a:lnSpc>
                <a:spcPct val="100000"/>
              </a:lnSpc>
            </a:pPr>
            <a:r>
              <a:rPr sz="800" b="0" i="0">
                <a:solidFill>
                  <a:srgbClr val="ECE7DC"/>
                </a:solidFill>
                <a:latin typeface="Consolas"/>
              </a:rPr>
              <a:t>    │   │   ├── 0177_add_stm32er_platformio_demo_prompt.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0178_add_stm32_stepwise_blink_camera_pro</a:t>
            </a:r>
          </a:p>
          <a:p>
            <a:pPr algn="l">
              <a:lnSpc>
                <a:spcPct val="100000"/>
              </a:lnSpc>
            </a:pPr>
            <a:r>
              <a:rPr sz="800" b="0" i="0">
                <a:solidFill>
                  <a:srgbClr val="ECE7DC"/>
                </a:solidFill>
                <a:latin typeface="Consolas"/>
              </a:rPr>
              <a:t>    │   │   │     » mpts.py</a:t>
            </a:r>
          </a:p>
          <a:p>
            <a:pPr algn="l">
              <a:lnSpc>
                <a:spcPct val="100000"/>
              </a:lnSpc>
            </a:pPr>
            <a:r>
              <a:rPr sz="800" b="0" i="0">
                <a:solidFill>
                  <a:srgbClr val="ECE7DC"/>
                </a:solidFill>
                <a:latin typeface="Consolas"/>
              </a:rPr>
              <a:t>    │   │   ├── 0179_regroup_resort_prompts_no_gaps.py</a:t>
            </a:r>
          </a:p>
          <a:p>
            <a:pPr algn="l">
              <a:lnSpc>
                <a:spcPct val="100000"/>
              </a:lnSpc>
            </a:pPr>
            <a:r>
              <a:rPr sz="800" b="0" i="0">
                <a:solidFill>
                  <a:srgbClr val="ECE7DC"/>
                </a:solidFill>
                <a:latin typeface="Consolas"/>
              </a:rPr>
              <a:t>    │   │   ├── 0180_add_kalier_setup_wizard_prompt.py</a:t>
            </a:r>
          </a:p>
          <a:p>
            <a:pPr algn="l">
              <a:lnSpc>
                <a:spcPct val="100000"/>
              </a:lnSpc>
            </a:pPr>
            <a:r>
              <a:rPr sz="800" b="0" i="0">
                <a:solidFill>
                  <a:srgbClr val="ECE7DC"/>
                </a:solidFill>
                <a:latin typeface="Consolas"/>
              </a:rPr>
              <a:t>    │   │   ├── 0181_prompt_sort_rank.py</a:t>
            </a:r>
          </a:p>
          <a:p>
            <a:pPr algn="l">
              <a:lnSpc>
                <a:spcPct val="100000"/>
              </a:lnSpc>
            </a:pPr>
            <a:r>
              <a:rPr sz="800" b="0" i="0">
                <a:solidFill>
                  <a:srgbClr val="ECE7DC"/>
                </a:solidFill>
                <a:latin typeface="Consolas"/>
              </a:rPr>
              <a:t>    │   │   ├── 0182_add_step_by_step_section_openers.py</a:t>
            </a:r>
          </a:p>
          <a:p>
            <a:pPr algn="l">
              <a:lnSpc>
                <a:spcPct val="100000"/>
              </a:lnSpc>
            </a:pPr>
            <a:r>
              <a:rPr sz="800" b="0" i="0">
                <a:solidFill>
                  <a:srgbClr val="ECE7DC"/>
                </a:solidFill>
                <a:latin typeface="Consolas"/>
              </a:rPr>
              <a:t>    │   │   ├── 0183_standardize_security_recon_prompts.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0184_standardize_prompt_params_batch2.py</a:t>
            </a:r>
          </a:p>
          <a:p>
            <a:pPr algn="l">
              <a:lnSpc>
                <a:spcPct val="100000"/>
              </a:lnSpc>
            </a:pPr>
            <a:r>
              <a:rPr sz="800" b="0" i="0">
                <a:solidFill>
                  <a:srgbClr val="ECE7DC"/>
                </a:solidFill>
                <a:latin typeface="Consolas"/>
              </a:rPr>
              <a:t>    │   │   ├── 0185_standardize_prompt_params_batch3.py</a:t>
            </a:r>
          </a:p>
          <a:p>
            <a:pPr algn="l">
              <a:lnSpc>
                <a:spcPct val="100000"/>
              </a:lnSpc>
            </a:pPr>
            <a:r>
              <a:rPr sz="800" b="0" i="0">
                <a:solidFill>
                  <a:srgbClr val="ECE7DC"/>
                </a:solidFill>
                <a:latin typeface="Consolas"/>
              </a:rPr>
              <a:t>    │   │   ├── 0186_add_chat_agent_flowcreator.py</a:t>
            </a:r>
          </a:p>
          <a:p>
            <a:pPr algn="l">
              <a:lnSpc>
                <a:spcPct val="100000"/>
              </a:lnSpc>
            </a:pPr>
            <a:r>
              <a:rPr sz="800" b="0" i="0">
                <a:solidFill>
                  <a:srgbClr val="ECE7DC"/>
                </a:solidFill>
                <a:latin typeface="Consolas"/>
              </a:rPr>
              <a:t>    │   │   ├── 0187_add_flowcreator_end_to_end_wizard_p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0188_add_pdfer.py</a:t>
            </a:r>
          </a:p>
          <a:p>
            <a:pPr algn="l">
              <a:lnSpc>
                <a:spcPct val="100000"/>
              </a:lnSpc>
            </a:pPr>
            <a:r>
              <a:rPr sz="800" b="0" i="0">
                <a:solidFill>
                  <a:srgbClr val="ECE7DC"/>
                </a:solidFill>
                <a:latin typeface="Consolas"/>
              </a:rPr>
              <a:t>    │   │   ├── 0189_add_chat_agent_pdfer_tool.py</a:t>
            </a:r>
          </a:p>
          <a:p>
            <a:pPr algn="l">
              <a:lnSpc>
                <a:spcPct val="100000"/>
              </a:lnSpc>
            </a:pPr>
            <a:r>
              <a:rPr sz="800" b="0" i="0">
                <a:solidFill>
                  <a:srgbClr val="ECE7DC"/>
                </a:solidFill>
                <a:latin typeface="Consolas"/>
              </a:rPr>
              <a:t>    │   │   ├── 0190_add_pdfer_demo_prompts.py</a:t>
            </a:r>
          </a:p>
          <a:p>
            <a:pPr algn="l">
              <a:lnSpc>
                <a:spcPct val="100000"/>
              </a:lnSpc>
            </a:pPr>
            <a:r>
              <a:rPr sz="800" b="0" i="0">
                <a:solidFill>
                  <a:srgbClr val="ECE7DC"/>
                </a:solidFill>
                <a:latin typeface="Consolas"/>
              </a:rPr>
              <a:t>    │   │   ├── 0191_add_latexer.py</a:t>
            </a:r>
          </a:p>
          <a:p>
            <a:pPr algn="l">
              <a:lnSpc>
                <a:spcPct val="100000"/>
              </a:lnSpc>
            </a:pPr>
            <a:r>
              <a:rPr sz="800" b="0" i="0">
                <a:solidFill>
                  <a:srgbClr val="ECE7DC"/>
                </a:solidFill>
                <a:latin typeface="Consolas"/>
              </a:rPr>
              <a:t>    │   │   ├── 0192_add_chat_agent_latexer_tool.py</a:t>
            </a:r>
          </a:p>
          <a:p>
            <a:pPr algn="l">
              <a:lnSpc>
                <a:spcPct val="100000"/>
              </a:lnSpc>
            </a:pPr>
            <a:r>
              <a:rPr sz="800" b="0" i="0">
                <a:solidFill>
                  <a:srgbClr val="ECE7DC"/>
                </a:solidFill>
                <a:latin typeface="Consolas"/>
              </a:rPr>
              <a:t>    │   │   ├── 0193_add_latexer_demo_prompts.py</a:t>
            </a:r>
          </a:p>
          <a:p>
            <a:pPr algn="l">
              <a:lnSpc>
                <a:spcPct val="100000"/>
              </a:lnSpc>
            </a:pPr>
            <a:r>
              <a:rPr sz="800" b="0" i="0">
                <a:solidFill>
                  <a:srgbClr val="ECE7DC"/>
                </a:solidFill>
                <a:latin typeface="Consolas"/>
              </a:rPr>
              <a:t>    │   │   ├── 0194_add_deep_research_demo_prompt.py</a:t>
            </a:r>
          </a:p>
          <a:p>
            <a:pPr algn="l">
              <a:lnSpc>
                <a:spcPct val="100000"/>
              </a:lnSpc>
            </a:pPr>
            <a:r>
              <a:rPr sz="800" b="0" i="0">
                <a:solidFill>
                  <a:srgbClr val="ECE7DC"/>
                </a:solidFill>
                <a:latin typeface="Consolas"/>
              </a:rPr>
              <a:t>    │   │   ├── 0195_add_netspeed_calculator.py</a:t>
            </a:r>
          </a:p>
          <a:p>
            <a:pPr algn="l">
              <a:lnSpc>
                <a:spcPct val="100000"/>
              </a:lnSpc>
            </a:pPr>
            <a:r>
              <a:rPr sz="800" b="0" i="0">
                <a:solidFill>
                  <a:srgbClr val="ECE7DC"/>
                </a:solidFill>
                <a:latin typeface="Consolas"/>
              </a:rPr>
              <a:t>    │   │   ├── 0196_add_chat_agent_netspeed_calculator_</a:t>
            </a:r>
          </a:p>
          <a:p>
            <a:pPr algn="l">
              <a:lnSpc>
                <a:spcPct val="100000"/>
              </a:lnSpc>
            </a:pPr>
            <a:r>
              <a:rPr sz="800" b="0" i="0">
                <a:solidFill>
                  <a:srgbClr val="ECE7DC"/>
                </a:solidFill>
                <a:latin typeface="Consolas"/>
              </a:rPr>
              <a:t>    │   │   │     » tool.py</a:t>
            </a:r>
          </a:p>
          <a:p>
            <a:pPr algn="l">
              <a:lnSpc>
                <a:spcPct val="100000"/>
              </a:lnSpc>
            </a:pPr>
            <a:r>
              <a:rPr sz="800" b="0" i="0">
                <a:solidFill>
                  <a:srgbClr val="ECE7DC"/>
                </a:solidFill>
                <a:latin typeface="Consolas"/>
              </a:rPr>
              <a:t>    │   │   ├── 0197_add_netspeed_calculator_demo_prompt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0198_add_pdfer_nuance_demo_prompt.py</a:t>
            </a:r>
          </a:p>
          <a:p>
            <a:pPr algn="l">
              <a:lnSpc>
                <a:spcPct val="100000"/>
              </a:lnSpc>
            </a:pPr>
            <a:r>
              <a:rPr sz="800" b="0" i="0">
                <a:solidFill>
                  <a:srgbClr val="ECE7DC"/>
                </a:solidFill>
                <a:latin typeface="Consolas"/>
              </a:rPr>
              <a:t>    │   │   ├── 0199_dedupe_llm_program_snippet_names.py</a:t>
            </a:r>
          </a:p>
          <a:p>
            <a:pPr algn="l">
              <a:lnSpc>
                <a:spcPct val="100000"/>
              </a:lnSpc>
            </a:pPr>
            <a:r>
              <a:rPr sz="800" b="0" i="0">
                <a:solidFill>
                  <a:srgbClr val="ECE7DC"/>
                </a:solidFill>
                <a:latin typeface="Consolas"/>
              </a:rPr>
              <a:t>    │   │   ├── 0200_whisperer_demo_prompt_sound_gate.py</a:t>
            </a:r>
          </a:p>
          <a:p>
            <a:pPr algn="l">
              <a:lnSpc>
                <a:spcPct val="100000"/>
              </a:lnSpc>
            </a:pPr>
            <a:r>
              <a:rPr sz="800" b="0" i="0">
                <a:solidFill>
                  <a:srgbClr val="ECE7DC"/>
                </a:solidFill>
                <a:latin typeface="Consolas"/>
              </a:rPr>
              <a:t>    │   │   ├── 0201_add_voice_commands_section.py</a:t>
            </a:r>
          </a:p>
          <a:p>
            <a:pPr algn="l">
              <a:lnSpc>
                <a:spcPct val="100000"/>
              </a:lnSpc>
            </a:pPr>
            <a:r>
              <a:rPr sz="800" b="0" i="0">
                <a:solidFill>
                  <a:srgbClr val="ECE7DC"/>
                </a:solidFill>
                <a:latin typeface="Consolas"/>
              </a:rPr>
              <a:t>    │   │   ├── 0202_add_pptxer.py</a:t>
            </a:r>
          </a:p>
          <a:p>
            <a:pPr algn="l">
              <a:lnSpc>
                <a:spcPct val="100000"/>
              </a:lnSpc>
            </a:pPr>
            <a:r>
              <a:rPr sz="800" b="0" i="0">
                <a:solidFill>
                  <a:srgbClr val="ECE7DC"/>
                </a:solidFill>
                <a:latin typeface="Consolas"/>
              </a:rPr>
              <a:t>    │   │   ├── 0203_add_chat_agent_pptxer_tool.py</a:t>
            </a:r>
          </a:p>
          <a:p>
            <a:pPr algn="l">
              <a:lnSpc>
                <a:spcPct val="100000"/>
              </a:lnSpc>
            </a:pPr>
            <a:r>
              <a:rPr sz="800" b="0" i="0">
                <a:solidFill>
                  <a:srgbClr val="ECE7DC"/>
                </a:solidFill>
                <a:latin typeface="Consolas"/>
              </a:rPr>
              <a:t>    │   │   ├── 0204_add_pptxer_demo_prompts.py</a:t>
            </a:r>
          </a:p>
          <a:p>
            <a:pPr algn="l">
              <a:lnSpc>
                <a:spcPct val="100000"/>
              </a:lnSpc>
            </a:pPr>
            <a:r>
              <a:rPr sz="800" b="0" i="0">
                <a:solidFill>
                  <a:srgbClr val="ECE7DC"/>
                </a:solidFill>
                <a:latin typeface="Consolas"/>
              </a:rPr>
              <a:t>    │   │   ├── 0205_silence_window_default_3_5_seconds.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1,566 tracked files at commit df709d78;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0206_qwen35_cloud_model_tag_rename.py</a:t>
            </a:r>
          </a:p>
          <a:p>
            <a:pPr algn="l">
              <a:lnSpc>
                <a:spcPct val="100000"/>
              </a:lnSpc>
            </a:pPr>
            <a:r>
              <a:rPr sz="800" b="0" i="0">
                <a:solidFill>
                  <a:srgbClr val="ECE7DC"/>
                </a:solidFill>
                <a:latin typeface="Consolas"/>
              </a:rPr>
              <a:t>    │   │   ├── 0207_video_analyzer_content_prompts.py</a:t>
            </a:r>
          </a:p>
          <a:p>
            <a:pPr algn="l">
              <a:lnSpc>
                <a:spcPct val="100000"/>
              </a:lnSpc>
            </a:pPr>
            <a:r>
              <a:rPr sz="800" b="0" i="0">
                <a:solidFill>
                  <a:srgbClr val="ECE7DC"/>
                </a:solidFill>
                <a:latin typeface="Consolas"/>
              </a:rPr>
              <a:t>    │   │   ├── 0208_video_demo_config_models.py</a:t>
            </a:r>
          </a:p>
          <a:p>
            <a:pPr algn="l">
              <a:lnSpc>
                <a:spcPct val="100000"/>
              </a:lnSpc>
            </a:pPr>
            <a:r>
              <a:rPr sz="800" b="0" i="0">
                <a:solidFill>
                  <a:srgbClr val="ECE7DC"/>
                </a:solidFill>
                <a:latin typeface="Consolas"/>
              </a:rPr>
              <a:t>    │   │   ├── 0209_retire_qwen35_vision_model.py</a:t>
            </a:r>
          </a:p>
          <a:p>
            <a:pPr algn="l">
              <a:lnSpc>
                <a:spcPct val="100000"/>
              </a:lnSpc>
            </a:pPr>
            <a:r>
              <a:rPr sz="800" b="0" i="0">
                <a:solidFill>
                  <a:srgbClr val="ECE7DC"/>
                </a:solidFill>
                <a:latin typeface="Consolas"/>
              </a:rPr>
              <a:t>    │   │   ├── 0210_strict_visual_analysis_prompt_contr</a:t>
            </a:r>
          </a:p>
          <a:p>
            <a:pPr algn="l">
              <a:lnSpc>
                <a:spcPct val="100000"/>
              </a:lnSpc>
            </a:pPr>
            <a:r>
              <a:rPr sz="800" b="0" i="0">
                <a:solidFill>
                  <a:srgbClr val="ECE7DC"/>
                </a:solidFill>
                <a:latin typeface="Consolas"/>
              </a:rPr>
              <a:t>    │   │   │     » act.py</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1,566 tracked files at commit df709d78;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1,566 tracked files at commit df709d78;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1,566 tracked files at commit df709d78;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1,566 tracked files at commit df709d78;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1,566 tracked files at commit df709d78;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Tlamatini-Overnight-100.py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v1.72.1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September 28, 2026  ·  commit df709d78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1.72.1</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