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1017</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224,375</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23, 2026 07:09 PM UTC-0600 at HEAD abc7899a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100">
                <a:solidFill>
                  <a:srgbClr val="B4BAAE"/>
                </a:solidFill>
                <a:latin typeface="Aptos"/>
              </a:defRPr>
            </a:pPr>
            <a:r>
              <a:t>Can drive a live Unreal Engine 5 editor through the Unreal MCP plugin, from either Multi-Turn chat or the visual workflow canvas.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200">
                <a:solidFill>
                  <a:srgbClr val="B4BAAE"/>
                </a:solidFill>
                <a:latin typeface="Aptos"/>
              </a:defRPr>
            </a:pPr>
            <a:r>
              <a:t>Runs checked Multi-Turn requests through request-scoped planning, capability selection, tool calls, observations, monitoring, and final synthesis.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V1.49.1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V1.49.1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V1.49.1 - MEASURED NETWORKING, STRUCTURED DISCOVERY, WAL-SAFE DATA, AND HONEST VERSIONING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`v1.49.1` is the current annotated release at `6adf3623`; local and `origin/main` HEAD are aligned one commit later at `abc7899a`. Runtime identity stays Git/build-derived, and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server-rendered routes first, then visible installed Chrome/bundled Chromium across seven browser routes with bounded retries. The 29th skill, `adding-external-mcp`, enforces classify transport -&gt; import secret-separated config -&gt; doctor -&gt; activate on intent -&gt; wait -&gt; status/list -&gt; call; migration 0194 appends Deep Internet Research prompt 118.</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consent/JavaScript failures, or CSS-selector dependence.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V1.49.1</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 assets include `agents/netspeed_calculator/{netspeed_calculator.py,config.yaml}`, registry/contract/Parametrizer/Exec-Report wiring, all four canvas connector paths, dedicated CSS, migrations 0195-0197, and focused source plus prompt tests. Googler's updated dork/resilience source/config, 73-test suite, and mirrored visible dork-hunt harness move together.</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The inventory also includes new Gemini skill mirrors and `image.png` as a binary worktree asset; line totals count only text and exclude comments, blanks, and Python docstrings according to the documented method.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display annotated release `v1.49.1` at `6adf3623` and separately report aligned local/remote HEAD `abc7899a`.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`v1.49.1`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`v1.49.1` is the current annotated release at `6adf3623`; aligned local/remote HEAD is one commit later at `abc7899a`. The release adds NetSpeed-Calculator, WAL-safe SQLite data movement, Googler's structured dork builder and resilient two-tier plain-HTTP-first search path, External-MCP onboarding, Deep Internet Research, Ollama Pro-or-higher guidance, and private contact synchronization while carrying the entire v1.48.14-v1.48.17 safety lineage and earlier 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`v1.49.1` release documentation set; it adds measured networking, WAL-safe database movement, structured and resilient Googler discovery, guided MCP onboarding, and current counts while carrying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The current documents use `TLAMATINI_VERSION=1.49.1`, matching the newest annotated `v1.49.1` tag; a later untagged commit still resolves to that newest reachable bare tag rather than inventing another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1.49.1 | build: 1.49.1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1017</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abc7899a - Created the NetSpeed-Calculator agent,  Improving Google (dorking caps), by angelahack1</a:t>
            </a:r>
          </a:p>
          <a:p>
            <a:pPr>
              <a:spcAft>
                <a:spcPts val="400"/>
              </a:spcAft>
              <a:defRPr sz="1400">
                <a:solidFill>
                  <a:srgbClr val="B4BAAE"/>
                </a:solidFill>
                <a:latin typeface="Aptos"/>
              </a:defRPr>
            </a:pPr>
            <a:r>
              <a:t>Resolved version: 1.49.1 (environment release target)</a:t>
            </a:r>
          </a:p>
          <a:p>
            <a:pPr>
              <a:spcAft>
                <a:spcPts val="400"/>
              </a:spcAft>
              <a:defRPr sz="1400">
                <a:solidFill>
                  <a:srgbClr val="B4BAAE"/>
                </a:solidFill>
                <a:latin typeface="Aptos"/>
              </a:defRPr>
            </a:pPr>
            <a:r>
              <a:t>Generated on August 23, 2026 07:09 PM UTC-0600</a:t>
            </a:r>
          </a:p>
          <a:p>
            <a:pPr>
              <a:spcAft>
                <a:spcPts val="400"/>
              </a:spcAft>
              <a:defRPr sz="1400">
                <a:solidFill>
                  <a:srgbClr val="B4BAAE"/>
                </a:solidFill>
                <a:latin typeface="Aptos"/>
              </a:defRPr>
            </a:pPr>
            <a:r>
              <a:t>Inventory scope: 1017 files = 1017 tracked + 0 git-unignored working-tree additions</a:t>
            </a:r>
          </a:p>
          <a:p>
            <a:pPr>
              <a:spcAft>
                <a:spcPts val="400"/>
              </a:spcAft>
              <a:defRPr sz="1400">
                <a:solidFill>
                  <a:srgbClr val="B4BAAE"/>
                </a:solidFill>
                <a:latin typeface="Aptos"/>
              </a:defRPr>
            </a:pPr>
            <a:r>
              <a:t>Multi-Turn tools: 108; wrapped chat-agent tools: 66; skills: 29</a:t>
            </a:r>
          </a:p>
          <a:p>
            <a:pPr>
              <a:spcAft>
                <a:spcPts val="400"/>
              </a:spcAft>
              <a:defRPr sz="1400">
                <a:solidFill>
                  <a:srgbClr val="B4BAAE"/>
                </a:solidFill>
                <a:latin typeface="Aptos"/>
              </a:defRPr>
            </a:pPr>
            <a:r>
              <a:t>Python requirements: 80; authoritative agent-description rows: 88</a:t>
            </a:r>
          </a:p>
          <a:p>
            <a:pPr>
              <a:spcAft>
                <a:spcPts val="400"/>
              </a:spcAft>
              <a:defRPr sz="1400">
                <a:solidFill>
                  <a:srgbClr val="B4BAAE"/>
                </a:solidFill>
                <a:latin typeface="Aptos"/>
              </a:defRPr>
            </a:pPr>
            <a:r>
              <a:t>Binary or asset inventory files skipped from line count: 50</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6adf3623 on 2026-08-23</a:t>
            </a:r>
          </a:p>
          <a:p>
            <a:pPr>
              <a:spcAft>
                <a:spcPts val="400"/>
              </a:spcAft>
              <a:defRPr sz="1300">
                <a:solidFill>
                  <a:srgbClr val="B4BAAE"/>
                </a:solidFill>
                <a:latin typeface="Aptos"/>
              </a:defRPr>
            </a:pPr>
            <a:r>
              <a:t>Created the NetSpeed-Calculator agent,  Improving Google (dorking caps), by angelahack1</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annotated release is `v1.49.1` at `6adf3623`; aligned local/remote HEAD is one commit later at `abc7899a`, so release and worktree identities are reported separately.</a:t>
            </a:r>
          </a:p>
          <a:p>
            <a:pPr>
              <a:spcAft>
                <a:spcPts val="400"/>
              </a:spcAft>
              <a:defRPr sz="1000">
                <a:solidFill>
                  <a:srgbClr val="B4BAAE"/>
                </a:solidFill>
                <a:latin typeface="Aptos"/>
              </a:defRPr>
            </a:pPr>
            <a:r>
              <a:t>Since the previous dossier, source adds NetSpeed-Calculator, WAL-safe SQLite data movement, Googler's structured dork builder plus a two-tier plain-HTTP-first/browser-fallback resilience path, the External MCP Adder skill, Deep Internet Research prompt 118, Ollama Pro-or-higher complete-operation guidance, and private contact synchronization, while carrying the v1.48.14-v1.48.17 runtime/privacy/verdict/dialog safeguards.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V1.49.1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v1.49.1 is annotated at 6adf3623; aligned local/origin HEAD is one commit later at abc7899a.</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224,375</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319,933</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589     161,148    235,533  71.8%
Markdown                 178      25,356     33,544  11.3%
JavaScript                37      18,112     23,672   8.1%
CSS                       11       6,570      8,700   2.9%
Other text                20       4,740      5,557   2.1%
YAML                      93       2,137      5,596   1.0%
Prompt template            2       1,173      1,301   0.5%
Text                       7       1,142      1,454   0.5%
HTML                       4       1,123      1,169   0.5%
Tlamatini Flow             4         837        837   0.4%
PowerShell                 8         767      1,112   0.3%
JSON                      10         633        633   0.3%
JavaScript module          1         429        519   0.2%
Batch                      2         188        273   0.1%
Protocol Buffers           1          20         33   0.0%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3,904   4,344
Tlamatini/agent/tools.py                                Python         3,214   4,858
Tlamatini/agent/agents/latexer/latexer.py               Python         3,151   4,593
BookOfTlamatini.md                                      Markdown       2,585   3,681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annotated release is `v1.49.1` at `6adf3623`; aligned local/remote HEAD is one commit later at `abc7899a`. Runtime versions remain Git/build-derived through `agent/version.py`, while generated inventories derive agent, tool, skill, asset, migration, and effective-line totals from live source.</a:t>
            </a:r>
          </a:p>
          <a:p>
            <a:pPr>
              <a:spcAft>
                <a:spcPts val="400"/>
              </a:spcAft>
              <a:defRPr sz="1300">
                <a:solidFill>
                  <a:srgbClr val="B4BAAE"/>
                </a:solidFill>
                <a:latin typeface="Aptos"/>
              </a:defRPr>
            </a:pPr>
            <a:r>
              <a:t>The release adds NetSpeed-Calculator, WAL-safe SQLite backup/set/hot-swap, Googler's structured dork builder plus a two-tier plain-HTTP-first/browser-fallback resilience path, the External MCP Adder skill, Deep Internet Research prompt 118, Ollama Pro-or-higher full-operation guidance, and private contact synchronization. It carries the v1.48.15-v1.48.17 encoding, verdict, popup, bundle-proof, and dialog-policy lineage plus the v1.48.14 private External-MCP/runtime foundation.</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latest dossier pass resolves the product at annotated release `v1.49.1` (`6adf3623`), separately reports aligned local/remote HEAD `abc7899a`,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2026-08-23 | abc7899a | Created the NetSpeed-Calculator agent,  Improving Google (dorking caps), by angelahack1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2026-08-23 | abc7899a | Created the NetSpeed-Calculator agent,  Improving Google (dorking caps), by angelahack1</a:t>
            </a:r>
          </a:p>
          <a:p>
            <a:pPr>
              <a:spcAft>
                <a:spcPts val="400"/>
              </a:spcAft>
              <a:defRPr sz="1200">
                <a:solidFill>
                  <a:srgbClr val="B4BAAE"/>
                </a:solidFill>
                <a:latin typeface="Aptos"/>
              </a:defRPr>
            </a:pPr>
            <a:r>
              <a:t>2026-08-23 | 6adf3623 | Created the NetSpeed-Calculator agent,  Improving Google (dorking caps), by angelahack1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 copy.png
|--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TlamatiniImprovementsByClaudeOnLaTeXer.md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exec-report.md
|       |-- frontend.md
|       |-- gotchas.md
|       |-- INDEX.md
|       |-- mcp-tools.md
|       |-- multi-turn.md
|       `-- recent-fixes.md
|-- pyinstaller_hooks/
|   |-- hook-numpy.py
|   `-- hook-torch.py
|-- Tests/
|   |-- test_about_window_name_visible.py
|   `-- test_perf_3x_visual.py
`-- Tlamatini/
    |-- cat_art.py
    |-- hoy
    |-- manage.py
    |-- .agents/
    |   `-- workflows/
    |       `-- create_new_agent.md
    |-- .mcps/
    |   `-- create_new_mcp.md
    |-- .skills/
    |   `-- create_new_skill.md
    |-- agent/
    |   |-- __init__.py
    |   |-- access_key_wizard.py
    |   |-- admin.py
    |   |-- agent_manifest.py
    |   |-- agent_verdict.py
    |   |-- apps.py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
    |   |-- llm_timing.py
    |   |-- local_toolcall_parser.py
    |   |-- log_identity.py
    |   |-- mcp_agent.py
    |   |-- mcp_files_search_client.py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test_chat_bridge_bots.py</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test_chat_history_window.py
    |   |-- test_checkbox_bulk_toggle.py
    |   |-- test_command_watchdog.py
    |   |-- test_contacts.py
    |   |-- test_crawler_agent.py
    |   |-- test_createsuperuser_wizard.py
    |   |-- test_db_backup_restore_wal.py
    |   |-- test_db_backup_safety.py
    |   |-- test_de_compresser.py
    |   |-- test_deep_research_prompt.py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test_grepper_agent.py
    |   |-- test_grepper_encodings.py
    |   |-- test_image_interpreter_agent.py
    |   |-- test_instant_messaging_doctor.py
    |   |-- test_j_decompiler_agent.py
    |   |-- test_kalier_agent.py
    |   |-- test_latexer_agent.py
    |   |-- test_latexer_repair_ladder.py
    |   |-- test_latexer_suite.py
    |   |-- test_latexer_verbatim_channel.py
    |   |-- test_log_identity.py
    |   |-- test_native_dialogs.py
    |   |-- test_netspeed_calculator_agent.py
    |   |-- test_nmapper_agent.py
    |   |-- test_orphan_reaper.py
    |   |-- test_parametrizer_mcp_doctor.py
    |   |-- test_password_quoting.py
    |   |-- test_pdfer_agent.py
    |   |-- test_playwrighter_agent.py
    |   |-- test_preserved_user_state.py
    |   |-- test_prompt_catalog_contiguous.py
    |   |-- test_recorder_agent.py
    |   |-- test_runtime_provisioner.py
    |   |-- test_self_healing.py
    |   |-- test_self_modify_gate.py
    |   |-- test_self_update.py
    |   |-- test_shoter_takes_screenshots.py
    |   |-- test_sqlite_wal_mode.py
    |   |-- test_status_vocabulary.py
    |   |-- test_step_by_step_mode.py
    |   |-- test_stm32er_agent.py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
    |   |   |   |-- config.yaml
    |   |   |   `-- prompter.py
    |   |   |-- pser/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