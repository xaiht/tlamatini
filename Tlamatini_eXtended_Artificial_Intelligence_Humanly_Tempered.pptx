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1066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236,482</a:t>
            </a:r>
          </a:p>
        </p:txBody>
      </p:sp>
      <p:sp>
        <p:nvSpPr>
          <p:cNvPr id="20" name="TextBox 19"/>
          <p:cNvSpPr txBox="1"/>
          <p:nvPr/>
        </p:nvSpPr>
        <p:spPr>
          <a:xfrm>
            <a:off x="822960" y="5138928"/>
            <a:ext cx="5669280" cy="292608"/>
          </a:xfrm>
          <a:prstGeom prst="rect">
            <a:avLst/>
          </a:prstGeom>
          <a:noFill/>
        </p:spPr>
        <p:txBody>
          <a:bodyPr wrap="square" anchor="t" lIns="12700" rIns="127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September 08, 2026 02:24 PM UTC-0600 at HEAD 00ecdc9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V1.51.3 RELEASE 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V1.51.3 RELEASE 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V1.51.3 TAG, ACPX DELIVERY TRUTH, AND POST-TAG WINDOWS LAUNCH REPAIR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annotated `v1.51.3` tag resolves to `3148ace`, the same commit as `v1.51.2`. The fetched local `main`, `origin/main`, and `origin/HEAD` resolve one commit later to `00ecdc9`, so the tagged ACPX release and post-tag Windows launcher repair are reported separately. Runtime identity stays Git/build-derived, and this generator creates no tag, commit, or push.</a:t>
            </a:r>
          </a:p>
          <a:p>
            <a:pPr>
              <a:spcAft>
                <a:spcPts val="400"/>
              </a:spcAft>
              <a:defRPr sz="1000">
                <a:solidFill>
                  <a:srgbClr val="B4BAAE"/>
                </a:solidFill>
                <a:latin typeface="Aptos"/>
              </a:defRPr>
            </a:pPr>
            <a:r>
              <a:t>Post-tag commit `00ecdc9` centralizes Windows child-process construction in `agent/win_shim.py`: direct executables, frozen `.exe` launchers, Python entry points, and `.cmd`/`.bat` wrappers receive correct quoting, shell selection, hidden-window flags, and environment propagation across ACPX and runtime provisioning. `agent/test_win_shim.py` adds 404 focused tests and ACPX coverage rises from 92 to 126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shared v1.51.2/v1.51.3 tag commit adds `agent/acpx/child_health.py`, an opt-in ten-minute-cached `acp_doctor(deep=True)` live probe, a closed non-delivery vocabulary, `ok: false` verdicts for unusable child output, and configuration overrides for arguments, transport, prompt flags, drain budgets, and immediate-return behavior.</a:t>
            </a:r>
          </a:p>
          <a:p>
            <a:pPr>
              <a:spcAft>
                <a:spcPts val="400"/>
              </a:spcAft>
              <a:defRPr sz="1000">
                <a:solidFill>
                  <a:srgbClr val="B4BAAE"/>
                </a:solidFill>
                <a:latin typeface="Aptos"/>
              </a:defRPr>
            </a:pPr>
            <a:r>
              <a:t>PDFer's upgrade landed after the v1.51.0 tag and is carried by v1.51.1 and later: ten sibling modules provide content consultation, document modelling, nuance, OKLab colour systems, themes, typography, measured table layout, generated ornament art, atelier orchestration, and post-render audit. v1.51.1 also adds migration 0199 and stable program/snippet collision handling. The live surface remains 88 workflow agents, 66 wrapped launchers, 108 built-in Multi-Turn tools, and 29 skills, while migrations rise to 199.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V1.51.3</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Since the last committed visual dossier, Git adds 33 tracked files: 18 text assets totaling 10,512 physical and 7,053 effective lines, plus 15 small PNG ornaments used by PDFer. Two older root-level diagnostic images were removed, producing a net gain of 13 binary/media files.</a:t>
            </a:r>
          </a:p>
          <a:p>
            <a:pPr>
              <a:spcAft>
                <a:spcPts val="400"/>
              </a:spcAft>
              <a:defRPr sz="1000">
                <a:solidFill>
                  <a:srgbClr val="B4BAAE"/>
                </a:solidFill>
                <a:latin typeface="Aptos"/>
              </a:defRPr>
            </a:pPr>
            <a:r>
              <a:t>PDFer's new source set is `pdfer_atelier.py`, `pdfer_audit.py`, `pdfer_color.py`, `pdfer_consult.py`, `pdfer_docmodel.py`, `pdfer_nuance.py`, `pdfer_ornament.py`, `pdfer_tables.py`, `pdfer_theme.py`, and `pdfer_typography.py`; the largest additions are nuance at 1,214 physical / 931 effective lines and theme at 1,212 / 1,021.</a:t>
            </a:r>
          </a:p>
          <a:p>
            <a:pPr>
              <a:spcAft>
                <a:spcPts val="400"/>
              </a:spcAft>
              <a:defRPr sz="1000">
                <a:solidFill>
                  <a:srgbClr val="B4BAAE"/>
                </a:solidFill>
                <a:latin typeface="Aptos"/>
              </a:defRPr>
            </a:pPr>
            <a:r>
              <a:t>The PDFer evidence set adds a 528-line visible harness, a 658-line layout test module, migration 0198, and 15 generated ornaments under `agent/agents/pdfer/_art/PDFer/`. The generator inventories PNG byte sizes but excludes binary contents from line totals.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ACPX assets add the 299-line `child_health.py` classifier plus expanded registry, configuration, runtime, tools, and tests. The post-tag launcher wave adds the 189-line `win_shim.py` and 404-line `test_win_shim.py`, then mirrors the contract in standalone ACPX and the MCP server.</a:t>
            </a:r>
          </a:p>
          <a:p>
            <a:pPr>
              <a:spcAft>
                <a:spcPts val="400"/>
              </a:spcAft>
              <a:defRPr sz="1000">
                <a:solidFill>
                  <a:srgbClr val="B4BAAE"/>
                </a:solidFill>
                <a:latin typeface="Aptos"/>
              </a:defRPr>
            </a:pPr>
            <a:r>
              <a:t>Program-persistence assets add migration 0199 and `test_program_name_collisions.py`, with supporting changes across consumers, RAG, filesystem, response parsing, views, and services.</a:t>
            </a:r>
          </a:p>
          <a:p>
            <a:pPr>
              <a:spcAft>
                <a:spcPts val="400"/>
              </a:spcAft>
              <a:defRPr sz="1000">
                <a:solidFill>
                  <a:srgbClr val="B4BAAE"/>
                </a:solidFill>
                <a:latin typeface="Aptos"/>
              </a:defRPr>
            </a:pPr>
            <a:r>
              <a:t>Carried privacy, database, search, verdict, dialog, and build-proof assets remain represented without reproducing credentials, contact values, live External-MCP configuration, or machine-specific evidence.</a:t>
            </a:r>
          </a:p>
          <a:p>
            <a:pPr>
              <a:spcAft>
                <a:spcPts val="400"/>
              </a:spcAft>
              <a:defRPr sz="1000">
                <a:solidFill>
                  <a:srgbClr val="B4BAAE"/>
                </a:solidFill>
                <a:latin typeface="Aptos"/>
              </a:defRPr>
            </a:pPr>
            <a:r>
              <a:t>Line totals count text only and exclude comments, blank lines, and Python module/class/function docstrings according to the documented method. Complete tree pages come from the current Git inventory and are checked path-for-path against `git ls-files`.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remain the complete content baselines, while Git is the version source of truth: `v1.51.3` peels to `3148ace` and aligned local/remote HEAD resolves to post-tag commit `00ecdc9`. Generated counts remain source-derived, including 88 agents, 66 wrapped launchers, 108 built-in Multi-Turn tools, 29 skills, and 199 migrations.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`v1.51.3`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`v1.51.3` is the newest annotated tag at `3148ace`, while aligned local/remote HEAD is the immediately following `00ecdc9` launcher-shim commit. This line carries ACPX readiness and delivery truth, PDFer's measured layout engine, stable program persistence, the clean-clone privacy preflight, bounded Ctrl+C shutdown, the v1.50.4 lean frozen-process fix, v1.50.3 Googler resilience, NetSpeed-Calculator, WAL-safe SQLite movement, External-MCP onboarding, Deep Internet Research, private contact synchronization, and the earlier safety/platform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`v1.51.3`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4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400">
                <a:solidFill>
                  <a:srgbClr val="B4BAAE"/>
                </a:solidFill>
                <a:latin typeface="Aptos"/>
              </a:defRPr>
            </a:pPr>
            <a:r>
              <a:t>Git resolves the current source-mode release as `TLAMATINI_VERSION=1.51.3`, matching the newest reachable annotated tag; the dossier separately records that the tag peels to `3148ace` while aligned local/remote HEAD is post-tag commit `00ecdc9`.</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1.51.3 | build: 1.51.3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1066</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199</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00ecdc9 - Patching some .cmd/.exe process starters, by Tlamatini's-AutoBot.</a:t>
            </a:r>
          </a:p>
          <a:p>
            <a:pPr>
              <a:spcAft>
                <a:spcPts val="400"/>
              </a:spcAft>
              <a:defRPr sz="1500">
                <a:solidFill>
                  <a:srgbClr val="B4BAAE"/>
                </a:solidFill>
                <a:latin typeface="Aptos"/>
              </a:defRPr>
            </a:pPr>
            <a:r>
              <a:t>Resolved version: 1.51.3 (git)</a:t>
            </a:r>
          </a:p>
          <a:p>
            <a:pPr>
              <a:spcAft>
                <a:spcPts val="400"/>
              </a:spcAft>
              <a:defRPr sz="1500">
                <a:solidFill>
                  <a:srgbClr val="B4BAAE"/>
                </a:solidFill>
                <a:latin typeface="Aptos"/>
              </a:defRPr>
            </a:pPr>
            <a:r>
              <a:t>Generated on September 08, 2026 02:24 PM UTC-0600</a:t>
            </a:r>
          </a:p>
          <a:p>
            <a:pPr>
              <a:spcAft>
                <a:spcPts val="400"/>
              </a:spcAft>
              <a:defRPr sz="1500">
                <a:solidFill>
                  <a:srgbClr val="B4BAAE"/>
                </a:solidFill>
                <a:latin typeface="Aptos"/>
              </a:defRPr>
            </a:pPr>
            <a:r>
              <a:t>Inventory scope: 1066 files = 1066 tracked + 0 git-unignored working-tree additions</a:t>
            </a:r>
          </a:p>
          <a:p>
            <a:pPr>
              <a:spcAft>
                <a:spcPts val="400"/>
              </a:spcAft>
              <a:defRPr sz="1500">
                <a:solidFill>
                  <a:srgbClr val="B4BAAE"/>
                </a:solidFill>
                <a:latin typeface="Aptos"/>
              </a:defRPr>
            </a:pPr>
            <a:r>
              <a:t>Multi-Turn tools: 108; wrapped chat-agent tools: 66; skills: 29</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64</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d44cdf7 on 2026-08-31</a:t>
            </a:r>
          </a:p>
          <a:p>
            <a:pPr>
              <a:spcAft>
                <a:spcPts val="400"/>
              </a:spcAft>
              <a:defRPr sz="1300">
                <a:solidFill>
                  <a:srgbClr val="B4BAAE"/>
                </a:solidFill>
                <a:latin typeface="Aptos"/>
              </a:defRPr>
            </a:pPr>
            <a:r>
              <a:t>Docs + Parametrizer contract sync: self-knowledge, FlowCreator skill, FlowHypervisor prompt</a:t>
            </a:r>
          </a:p>
          <a:p>
            <a:pPr>
              <a:spcAft>
                <a:spcPts val="400"/>
              </a:spcAft>
              <a:defRPr sz="1300">
                <a:solidFill>
                  <a:srgbClr val="B4BAAE"/>
                </a:solidFill>
                <a:latin typeface="Aptos"/>
              </a:defRPr>
            </a:pPr>
            <a:r>
              <a:t>Commits since then: 5</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annotated `v1.51.3` tag resolves to `3148ace`, the same commit as `v1.51.2`; aligned local/remote HEAD is the immediately following `00ecdc9` Windows launcher repair, so tag and worktree identities remain explicit.</a:t>
            </a:r>
          </a:p>
          <a:p>
            <a:pPr>
              <a:spcAft>
                <a:spcPts val="400"/>
              </a:spcAft>
              <a:defRPr sz="1000">
                <a:solidFill>
                  <a:srgbClr val="B4BAAE"/>
                </a:solidFill>
                <a:latin typeface="Aptos"/>
              </a:defRPr>
            </a:pPr>
            <a:r>
              <a:t>The current dossier window adds PDFer's measured design engine and 15 ornament PNGs, stable program/snippet persistence, ACPX readiness and delivery verdicts, and a Windows direct-or-shell launcher shim; earlier frozen-process, Googler, privacy, verdict, and dialog safeguards remain carried.</a:t>
            </a:r>
          </a:p>
          <a:p>
            <a:pPr>
              <a:spcAft>
                <a:spcPts val="400"/>
              </a:spcAft>
              <a:defRPr sz="1000">
                <a:solidFill>
                  <a:srgbClr val="B4BAAE"/>
                </a:solidFill>
                <a:latin typeface="Aptos"/>
              </a:defRPr>
            </a:pPr>
            <a:r>
              <a:t>PDFer's ten new sibling modules cover content consultation, document modelling, nuance, colour, themes, typography, tables, ornament generation, atelier orchestration, and post-render audit. The added text assets contribute 10,512 physical and 7,053 effective lines before this dossier refresh.</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VERIFIED IMPLEMENTATION CHANGES 4-6</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and UI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v1.51.1 persistence repair adds migration 0199 and collision tests so program/snippet names remain unique and canvas loading preserves the intended stored program.</a:t>
            </a:r>
          </a:p>
          <a:p>
            <a:pPr>
              <a:spcAft>
                <a:spcPts val="400"/>
              </a:spcAft>
              <a:defRPr sz="1000">
                <a:solidFill>
                  <a:srgbClr val="B4BAAE"/>
                </a:solidFill>
                <a:latin typeface="Aptos"/>
              </a:defRPr>
            </a:pPr>
            <a:r>
              <a:t>The shared v1.51.2/v1.51.3 tag commit adds `child_health.py`, an opt-in cached live readiness probe, named non-delivery codes, configurable transport arguments, and 92 ACPX contract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 and operator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Post-tag commit `00ecdc9` adds `win_shim.py`, 404 focused shim tests, and another 34 ACPX tests, then carries the same launch and verdict behavior into the standalone ACPX and MCP-server surfaces.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V1.51.3 RELEASE LINE PLUS THE CARRIED V1.48.15-V1.48.17 LINEAGE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v1.51.3 is annotated at 3148ace and aligned local/origin HEAD is the following 00ecdc9 launcher-shim commit; the release line carries ACPX delivery truth, PDFer layout intelligence, stable program persistence, clean-clone privacy, and bounded Ctrl+C shutdown.</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236,482</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338,048</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618     171,325    251,121  72.4%
Markdown                 178      26,118     34,467  11.0%
JavaScript                37      18,112     23,672   7.7%
CSS                       11       6,570      8,700   2.8%
Other text                20       4,747      5,565   2.0%
YAML                      93       2,159      5,723   0.9%
PowerShell                10       1,692      2,318   0.7%
Prompt template            2       1,265      1,396   0.5%
Text                       7       1,142      1,454   0.5%
HTML                       4       1,123      1,169   0.5%
Tlamatini Flow             4         837        837   0.4%
JSON                      11         651        651   0.3%
JavaScript module          2         457        562   0.2%
Batch                      4         264        380   0.1%
Protocol Buffers           1          20         33   0.0%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8,655  12,661
Tlamatini/agent/tests.py                                Python         5,700   7,452
Tlamatini/agent/doc_generation/complete_project_docs.py Python         4,049   4,493
Tlamatini/agent/tools.py                                Python         3,241   4,897
Tlamatini/agent/agents/latexer/latexer.py               Python         3,151   4,593
BookOfTlamatini.md                                      Markdown       2,734   3,899
Tlamatini/agent/agents/flowcreator/agentic_skill.md     Markdown       2,421   2,663
...ini/agent/static/agent/css/agentic_control_panel.css CSS            2,084   2,905
Tlamatini/agent/external_mcp_manager.py                 Python         2,066   2,604
Tlamatini/agent/chat_agent_registry.py                  Python         1,995   2,059
Tlamatini/agent/agents/stm32er/stm32er.py               Python         1,983   2,694
docs/claude/recent-fixes.md                             Markdown       1,959   2,637
Tlamatini/agent/static/agent/css/agent_page.css         CSS            1,878   2,426
Tlamatini/agent/static/agent/js/agent_page_chat.js      JavaScript     1,775   2,446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newest annotated `v1.51.3` tag resolves to `3148ace`, the same commit as `v1.51.2`; aligned local/remote HEAD is the immediately following launcher-shim commit `00ecdc9`. Runtime versions remain Git/build-derived through `agent/version.py`, while generated inventories derive agent, tool, skill, asset, migration, and effective-line totals from live source.</a:t>
            </a:r>
          </a:p>
          <a:p>
            <a:pPr>
              <a:spcAft>
                <a:spcPts val="400"/>
              </a:spcAft>
              <a:defRPr sz="1300">
                <a:solidFill>
                  <a:srgbClr val="B4BAAE"/>
                </a:solidFill>
                <a:latin typeface="Aptos"/>
              </a:defRPr>
            </a:pPr>
            <a:r>
              <a:t>The current release window combines PDFer's measured layout system, stable program/snippet persistence, ACPX live-readiness and delivery verdicts, and a Windows launcher shim that selects direct or shell execution correctly for `.exe`, Python, `.cmd`, and `.bat` entry points.</a:t>
            </a:r>
          </a:p>
          <a:p>
            <a:pPr>
              <a:spcAft>
                <a:spcPts val="400"/>
              </a:spcAft>
              <a:defRPr sz="1300">
                <a:solidFill>
                  <a:srgbClr val="B4BAAE"/>
                </a:solidFill>
                <a:latin typeface="Aptos"/>
              </a:defRPr>
            </a:pPr>
            <a:r>
              <a:t>PDFer now reads content before composition, selects among twenty design treatments, derives a 38-role OKLab palette, registers host TrueType fonts, solves tables from measured glyph widths, generates on-palette ornament art, and reopens the result for geometric audit.</a:t>
            </a:r>
          </a:p>
          <a:p>
            <a:pPr>
              <a:spcAft>
                <a:spcPts val="400"/>
              </a:spcAft>
              <a:defRPr sz="1300">
                <a:solidFill>
                  <a:srgbClr val="B4BAAE"/>
                </a:solidFill>
                <a:latin typeface="Aptos"/>
              </a:defRPr>
            </a:pPr>
            <a:r>
              <a:t>Migration 0199 and the canvas/parser/storage path repair duplicate program and snippet names so `load_x_in_canvas` preserves stable identity instead of selecting or overwriting the wrong row.</a:t>
            </a:r>
          </a:p>
          <a:p>
            <a:pPr>
              <a:spcAft>
                <a:spcPts val="400"/>
              </a:spcAft>
              <a:defRPr sz="1300">
                <a:solidFill>
                  <a:srgbClr val="B4BAAE"/>
                </a:solidFill>
                <a:latin typeface="Aptos"/>
              </a:defRPr>
            </a:pPr>
            <a:r>
              <a:t>ACPX now distinguishes PATH presence from live readiness, classifies non-delivery with a closed reason vocabulary, returns `ok: false` for unusable child output, and accepts transport/argument/drain overrides from configuration.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The post-tag `00ecdc9` repair centralizes Windows child startup in `agent/win_shim.py`, aligning quoting, shell choice, hidden-window flags, and environment propagation across in-app ACPX, standalone ACPX, the MCP server, and runtime provisioning.</a:t>
            </a:r>
          </a:p>
          <a:p>
            <a:pPr>
              <a:spcAft>
                <a:spcPts val="400"/>
              </a:spcAft>
              <a:defRPr sz="15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500">
                <a:solidFill>
                  <a:srgbClr val="B4BAAE"/>
                </a:solidFill>
                <a:latin typeface="Aptos"/>
              </a:defRPr>
            </a:pPr>
            <a:r>
              <a:t>The latest dossier pass resolves the newest annotated release as `v1.51.3` at `3148ace`, distinguishes aligned local/remote HEAD `00ecdc9` as the following launcher-shim commit, and combines README.md and BookOfTlamatini.md with source/Git truth while retaining complete installation, Ollama, architecture, usage, tree, line inventory, and responsibility context.</a:t>
            </a:r>
          </a:p>
          <a:p>
            <a:pPr>
              <a:spcAft>
                <a:spcPts val="400"/>
              </a:spcAft>
              <a:defRPr sz="1500">
                <a:solidFill>
                  <a:srgbClr val="B4BAAE"/>
                </a:solidFill>
                <a:latin typeface="Aptos"/>
              </a:defRPr>
            </a:pPr>
            <a:r>
              <a:t>ACPX-related work remained visible during the last 3 days: runtime, documentation, or operator-surface changes were still part of the active maintenance stream.</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2026-09-07 | 00ecdc9 | Patching some .cmd/.exe process starters, by Tlamatini's-AutoBot.</a:t>
            </a:r>
          </a:p>
          <a:p>
            <a:pPr>
              <a:spcAft>
                <a:spcPts val="400"/>
              </a:spcAft>
              <a:defRPr sz="1200">
                <a:solidFill>
                  <a:srgbClr val="B4BAAE"/>
                </a:solidFill>
                <a:latin typeface="Aptos"/>
              </a:defRPr>
            </a:pPr>
            <a:r>
              <a:t>2026-09-07 | 3148ace | Upgrading ACPX mechanisms, by Tlamatini's-AutoBot.</a:t>
            </a:r>
          </a:p>
          <a:p>
            <a:pPr>
              <a:spcAft>
                <a:spcPts val="400"/>
              </a:spcAft>
              <a:defRPr sz="1200">
                <a:solidFill>
                  <a:srgbClr val="B4BAAE"/>
                </a:solidFill>
                <a:latin typeface="Aptos"/>
              </a:defRPr>
            </a:pPr>
            <a:r>
              <a:t>2026-09-06 | 4a942ad | Fixing persistence file from load_x_iin_canvas...., by angelahack1</a:t>
            </a:r>
          </a:p>
          <a:p>
            <a:pPr>
              <a:spcAft>
                <a:spcPts val="400"/>
              </a:spcAft>
              <a:defRPr sz="1200">
                <a:solidFill>
                  <a:srgbClr val="B4BAAE"/>
                </a:solidFill>
                <a:latin typeface="Aptos"/>
              </a:defRPr>
            </a:pPr>
            <a:r>
              <a:t>2026-09-06 | 9c876aa | PDFer complete uipgrade by angelahack1</a:t>
            </a:r>
          </a:p>
          <a:p>
            <a:pPr>
              <a:spcAft>
                <a:spcPts val="400"/>
              </a:spcAft>
              <a:defRPr sz="1200">
                <a:solidFill>
                  <a:srgbClr val="B4BAAE"/>
                </a:solidFill>
                <a:latin typeface="Aptos"/>
              </a:defRPr>
            </a:pPr>
            <a:r>
              <a:t>2026-08-31 | a27ba13 | Fixing building assets, by angelahack1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2026-09-07 | 00ecdc9 | Patching some .cmd/.exe process starters, by Tlamatini's-AutoBot.</a:t>
            </a:r>
          </a:p>
          <a:p>
            <a:pPr>
              <a:spcAft>
                <a:spcPts val="400"/>
              </a:spcAft>
              <a:defRPr sz="1200">
                <a:solidFill>
                  <a:srgbClr val="B4BAAE"/>
                </a:solidFill>
                <a:latin typeface="Aptos"/>
              </a:defRPr>
            </a:pPr>
            <a:r>
              <a:t>2026-09-07 | 3148ace | Upgrading ACPX mechanisms, by Tlamatini's-AutoBot.</a:t>
            </a:r>
          </a:p>
          <a:p>
            <a:pPr>
              <a:spcAft>
                <a:spcPts val="400"/>
              </a:spcAft>
              <a:defRPr sz="1200">
                <a:solidFill>
                  <a:srgbClr val="B4BAAE"/>
                </a:solidFill>
                <a:latin typeface="Aptos"/>
              </a:defRPr>
            </a:pPr>
            <a:r>
              <a:t>2026-09-06 | 4a942ad | Fixing persistence file from load_x_iin_canvas...., by angelahack1</a:t>
            </a:r>
          </a:p>
          <a:p>
            <a:pPr>
              <a:spcAft>
                <a:spcPts val="400"/>
              </a:spcAft>
              <a:defRPr sz="1200">
                <a:solidFill>
                  <a:srgbClr val="B4BAAE"/>
                </a:solidFill>
                <a:latin typeface="Aptos"/>
              </a:defRPr>
            </a:pPr>
            <a:r>
              <a:t>2026-09-06 | 9c876aa | PDFer complete uipgrade by angelahack1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install.py
|-- KIMI.md
|-- LICENSE
|-- MCPMemoriesFlowCreation.flw
|-- MessagingConnectorAssistant_Design.md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tlamatini_mcp_server.py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
|   |   |-- project_ollama_source_build_breaks_embeddings.md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pdfer_nuance_visible.py
|       |       |-- playwrighter_run.py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
|       |-- tlamatini-daily-chat-test/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
|       |       |-- shoter_shot.py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exec-report.md
|       |-- frontend.md
|       |-- gotchas.md
|       |-- INDEX.md
|       |-- mcp-tools.md
|       |-- multi-turn.md
|       `-- recent-fixes.md
|-- pyinstaller_hooks/
|   |-- hook-numpy.py
|   `-- hook-torch.py
|-- scripts/
|   `-- check_js_parse.mjs
|-- security/
|   |-- automated_tests_of_security_assets.py
|   |-- enable_tlamatini_v2.bat
|   |-- README.md
|   |-- run_defender.bat
|   |-- tlamatini_defender.ps1
|   `-- tlamatini_whitelist_v2.ps1
|-- Tests/
|   |-- test_about_window_name_visible.py
|   `-- test_perf_3x_visual.py
`-- Tlamatini/
    |-- cat_art.py
    |-- hoy
    |-- manage.py
    |-- .agents/
    |   `-- workflows/
    |       `-- create_new_agent.md
    |-- .mcps/
    |   `-- create_new_mcp.md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.skills/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test_audioplayer_agent.py
    |   |-- test_binary_guard.py
    |   |-- test_blenderer_agent.py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test_pdfer_nuance_layout.py
    |   |-- test_playwrighter_agent.py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test_web_process_stays_lean.py
    |   |-- test_whatsapper_identity.py
    |   |-- test_whisperer_agent.py
    |   |-- test_win_shim.py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test_windower_agent.py
    |   |-- test_windows_app_registration.py
    |   |-- test_zavuerer_agent.py
    |   |-- tests.py
    |   |-- tests_perf_3x.py
    |   |-- Tlamatini.md
    |   |-- tools.py
    |   |-- urls.py
    |   |-- version.py
    |   |-- views.py
    |   |-- web_search_llm.py
    |   |-- win_shim.py
    |   |-- window_flash.py
    |   |-- windows_app_registration.py
    |   |-- acpx/
    |   |   |-- __init__.py
    |   |   |-- agent_registry.py
    |   |   |-- child_health.py
    |   |   |-- config.py
    |   |   |-- permissions.py
    |   |   |-- runtime.py
    |   |   |-- service.py
    |   |   |-- session_store.py
    |   |   |-- tests.py
    |   |   |-- tools.py
    |   |   `-- windows_spawn.py
    |   |-- agents/
    |   |   |-- acpxer/
    |   |   |   |-- acpxer.py
    |   |   |   `-- config.yaml
    |   |   |-- analyzer/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node_manager.py
    |   |   |   |-- nodes_example.json
    |   |   |   `-- nodes_example.yaml
    |   |   |-- notifier/
    |   |   |   |-- config.yaml
    |   |   |   `-- notifier.py
    |   |   |-- or/
    |   |   |   |-- config.yaml
    |   |   |   `-- or.py
    |   |   |-- parametrizer/
    |   |   |   |-- config.yaml
    |   |   |   `-- parametrizer.py
    |   |   |-- pdfer/
    |   |   |   |-- config.yaml
    |   |   |   |-- pdfer.py
    |   |   |   |-- pdfer_atelier.py
    |   |   |   |-- pdfer_audit.py
    |   |   |   |-- pdfer_color.py
    |   |   |   |-- pdfer_consult.py
    |   |   |   |-- pdfer_docmodel.py
    |   |   |   |-- pdfer_nuance.py
    |   |   |   |-- pdfer_ornament.py
    |   |   |   |-- pdfer_tables.py
    |   |   |   |-- pdfer_theme.py
    |   |   |   |-- pdfer_typography.py
    |   |   |   `-- _art/
    |   |   |       `-- PDFer/
    |   |   |           |-- orn_circuit_trace_240x120_38BDF8_d953e4f7.png
    |   |   |           |-- orn_corner_wedge_240x120_38BDF8_d953e4f7.png
    |   |   |           |-- orn_diagonal_split_240x120_38BDF8_d953e4f7.png
    |   |   |           |-- orn_drop_cap_panel_240x120_38BDF8_d953e4f7.png</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prompter/
    |   |   |   |-- config.yaml
    |   |   |   `-- prompter.py
    |   |   |-- pser/
    |   |   |   |-- config.yaml
    |   |   |   `-- pser.py
    |   |   |-- pythonxer/
    |   |   |   |-- config.yaml
    |   |   |   `-- pythonxer.py
    |   |   |-- raiser/
    |   |   |   |-- config.yaml
    |   |   |   `-- raiser.py
    |   |   |-- recmailer/
    |   |   |   |-- config.yaml
    |   |   |   `-- recmailer.py
    |   |   |-- recorder/
    |   |   |   |-- config.yaml</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|-- 0199_dedupe_llm_program_snippet_names.py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agent_page_init.js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TlamatiniSourceCode/
    |       `-- README.md
    |-- DB/
    |   |-- Older/
    |   |   `-- README.md
    |   `-- ToLoad/
    |       `-- README.md
    |-- jd-cli/
    |   |-- jd-cli.bat
    |   `-- jd-cli.jar
    |-- tests_e2e/
    |   |-- oob_child_helper.py
    |   |-- README.md
    |   |-- test_create_flow_visual.py
    |   |-- test_ctrl_c_quits_visible.py
    |   |-- test_db_backup_set_visible.py
    |   |-- test_oob_browser_visible.py
    |   |-- test_oob_namu_unit.py
    |   |-- test_prompts_catalog_visual.py
    |   |-- test_self_healing_visual.py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