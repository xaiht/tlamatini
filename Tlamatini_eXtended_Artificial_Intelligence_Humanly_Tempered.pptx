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60 agents, ACPX delegation, visual workflows,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431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90,429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12, 2026 03:48 PM UTC-0600 at HEAD bbff2d0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Warns GPU-host operators before a directory-context load is likely to saturate VRAM and degrade embedding throughput.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wrapped copies of selected workflow agents in isolated runtime folders without mutating templates.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Lets users design, validate, save, pause, resume, and stop visual workflows through the Agentic Control Panel.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Turns successful Multi-Turn tool executions into starter `.flw` workflows that can be inspected and validated in ACP.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Packages the project into a distributable Windows release with installer and uninstaller tooling.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When Multi-Turn is enabled, the global planner selects context and tool stages before the executor binds only the relevant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60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whatsapper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is toggled from the chat toolbar, but it depends on the unified-agent configuration and the selected model/base-url pairing being valid.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glm-5:cloud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glm-5:cloud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431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81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bbff2d0 - Improving GPU off-loading chaining and process of GPU handling when present, by Tlamatini's-AutoBot.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12, 2026 03:48 PM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62; binary or asset tracked files skipped from line count: 14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90,429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122,674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249      61,038     84,741  67.5%
JavaScript                27      11,722     14,858  13.0%
Markdown                  47      10,527     13,424  11.6%
CSS                        5       2,934      3,668   3.2%
YAML                      63         911      2,061   1.0%
Other text                 3         780        957   0.9%
HTML                       4         727        745   0.8%
PowerShell                 5         506        752   0.6%
Prompt template            2         403        477   0.4%
JSON                       5         383        383   0.4%
JavaScript module          1         350        417   0.4%
Text                       4         115        134   0.1%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6,402   9,201
Tlamatini/agent/tests.py                                Python         3,886   4,963
Tlamatini/agent/tools.py                                Python         2,201   3,094
Tlamatini/agent/agents/flowcreator/agentic_skill.md     Markdown       1,778   1,981
...ini/agent/static/agent/css/agentic_control_panel.css CSS            1,631   2,140
BookOfTlamatini.md                                      Markdown       1,551   2,162
Tlamatini/agent/doc_generation/complete_project_docs.py Python         1,315   1,497
Tlamatini/agent/static/agent/js/acp-canvas-core.js      JavaScript     1,256   1,566
Tlamatini/agent/consumers.py                            Python         1,121   1,350
Tlamatini/agent/static/agent/js/acp-agent-connectors.js JavaScript     1,073   1,211
Tlamatini/agent/static/agent/css/agent_page.css         CSS            1,050   1,237
Tlamatini/agent/agents/whatstlamatini/whatstlamatini.py Python         1,044   1,300
Tlamatini/agent/static/agent/js/acp-control-buttons.js  JavaScript     1,036   1,344
Tlamatini/agent/acpx/tests.py                           Python         1,035   1,299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Last 2 Days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2-day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GPU-host behavior changed during the last 2 days: performance hooks, model-pinning startup behavior, and autoload-at-restart reliability were all touched.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config-plane UI grew another safety layer: when model/URL dialog saves materially change live runtime inputs, the chat now prompts the operator to reconnect before trusting the current session state.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Documentation itself changed during the last 2 days, so the regenerated dossier is part of the tracked operator surface rather than an external afterthought.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THE LAST 2 DAYS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2-Day Commit Appendix 1/2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2026-05-12 | bbff2d0 | Improving GPU off-loading chaining and process of GPU handling when present,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2026-05-12 | a4c86ec | Improvement in GPU performance hook-up for those machines with GPUs, and spining autoload at restart,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2026-05-11 | 4b73729 | Implementing the botification dialog of reconnection at configuration dialogs has changed a value,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2026-05-11 | d0e0841 | Updating the pdf and ppts of Tlamatini,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2026-05-11 | fb1b390 | Updating documentation respect config plane, and some others light improvements,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2026-05-11 | 484b8ec | Fixing initial loading status lock on initial context-load stage,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ALL COMMITS FROM THE LAST 2 DAYS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2-Day Commit Appendix 2/2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2026-05-11 | ac747e3 | Implement configuration on GUI!!,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2026-05-11 | b286cd6 | Improving dialog layout/size of "Configure MCPs",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2026-05-11 | 1e62faa | Improving window vertical bar in agent_page, by Tlamatini's-AutoBot.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CLAUDE.md
|-- CreateShortcut.json
|-- CreateShortcut.ps1
|-- eslint.config.mjs
|-- install.py
|-- KIMI.md
|-- LICENSE
|-- package.json
|-- prompt_example_2_create_agent.txt
|-- README.md
|-- regen_secrets.py
|-- register_flw.ps1
|-- RemoveShortcut.ps1
|-- requirements.txt
|-- Tlamatini.ico
|-- Tlamatini.jpg
|-- Tlamatini.ps1
|-- tlamatini_app_summary.pdf
|-- Tlamatini_eXtended_Artificial_Intelligence_Humanly_Tempered.pptx
|-- uninstall.py
|-- unregister_flw.ps1
|-- .codex/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`-- multi-turn.md
|-- pyinstaller_hooks/
|   `-- hook-numpy.py
`-- Tlamatini/
    |-- cat_art.py
    |-- manage.py
    |-- .agents/
    |   `-- workflows/
    |       `-- create_new_agent.md
    |-- .mcps/
    |   `-- create_new_mcp.md
    |-- agent/
    |   |-- __init__.py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
    |   |-- mcp_files_search_server.py
    |   |-- mcp_system_client.py
    |   |-- mcp_system_server.py
    |   |-- models.py
    |   |-- path_guard.py
    |   |-- prompt.pmt
    |   |-- rag_enhancements.py
    |   |-- routing.py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test_embedding_memory_guard.py
    |   |-- test_flow_contracts.py
    |   |-- test_password_quoting.py
    |   |-- tests.py
    |   |-- tools.py
    |   |-- urls.py
    |   |-- views.py
    |   |-- web_search_llm.py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
    |   |   |-- and/
    |   |   |   |-- and.py
    |   |   |   `-- config.yaml
    |   |   |-- apirer/
    |   |   |   |-- apirer.py
    |   |   |   `-- config.yaml
    |   |   |-- asker/
    |   |   |   |-- asker.py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config.yaml
    |   |   |-- barrier/
    |   |   |   |-- barrier.py
    |   |   |   |-- config.yaml
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parametrizer.py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ssher.py
    |   |   |-- starter/
    |   |   |   |-- config.yaml
    |   |   |   `-- starter.py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whatsapper/
    |   |   |   |-- config.yaml
    |   |   |   `-- whatsapper.py
    |   |   `-- whatstlamatini/
    |   |       |-- config.yaml
    |   |       `-- whatstlamatini.py
    |   |-- doc_generation/
    |   |   |-- complete_project_docs.py
    |   |   |-- mardown_to_pdf.py
    |   |   |-- refresh_project_docs.py
    |   |   `-- test_output.pdf
    |   |-- images/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mockup.jpg
    |   |   |-- TlamatiniAbout.jpg
    |   |   `-- XAIHT-Tlamatini.mp4
    |   |-- imaging/
    |   |   |-- converter.py
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|-- 0081_add_window_present_and_run_wait_tools.py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flow_spec.py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github/
    |   |   |   `-- SKILL.md
    |   |   |-- gmail/
    |   |   |   `-- SKILL.md
    |   |   |-- hello_world/
    |   |   |   `-- SKILL.md
    |   |   |-- jira/
    |   |   |   `-- SKILL.md
    |   |   |-- notion/
    |   |   |   `-- SKILL.md
    |   |   |-- setup_new_acpx_key/
    |   |   |   `-- SKILL.md
    |   |   |-- skill_creator/
    |   |   |   |-- SKILL.md
    |   |   |   `-- scripts/
    |   |   |       `-- quick_validate.py
    |   |   |-- slack/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shared-runtime-dialogs.js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`-- templates/
    |       `-- agent/
    |           |-- agent_page.html
    |           |-- agentic_control_panel.html
    |           |-- login.html
    |           `-- welcome.html
    |-- jd-cli/
    |   |-- jd-cli.bat
    |   `-- jd-cli.jar
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