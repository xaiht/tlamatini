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62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97,919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17, 2026 03:50 PM UTC-0600 at HEAD 6be0102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1.2.0 | build: 1.2.0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Unrealer agent is the 62nd workflow agent and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6be0102 - Some improvements in Unrealer agent in sending commands and normalization,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1.2.0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17, 2026 03:50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97,919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133,394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262      65,779     91,803  67.2%
JavaScript                27      12,519     15,781  12.8%
Markdown                  50      11,691     15,086  11.9%
CSS                        5       3,061      3,858   3.1%
YAML                      66       1,387      2,750   1.4%
HTML                       4         823        841   0.8%
Other text                 3         789        967   0.8%
PowerShell                 5         506        752   0.5%
Prompt template            2         409        483   0.4%
JavaScript module          1         389        456   0.4%
JSON                       5         383        383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6,917   9,972
Tlamatini/agent/tests.py                                Python         4,034   5,153
Tlamatini/agent/tools.py                                Python         2,201   3,094
BookOfTlamatini.md                                      Markdown       1,882   2,652
Tlamatini/agent/agents/flowcreator/agentic_skill.md     Markdown       1,813   2,018
...ini/agent/static/agent/css/agentic_control_panel.css CSS            1,653   2,187
Tlamatini/agent/doc_generation/complete_project_docs.py Python         1,541   1,743
Tlamatini/agent/static/agent/js/agent_page_init.js      JavaScript     1,360   1,568
Tlamatini/agent/static/agent/js/acp-canvas-core.js      JavaScript     1,270   1,580
Tlamatini/agent/consumers.py                            Python         1,240   1,545
README.md                                               Markdown       1,155   1,625
Tlamatini/agent/static/agent/css/agent_page.css         CSS            1,155   1,380
Tlamatini/agent/static/agent/js/acp-agent-connectors.js JavaScript     1,109   1,249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Unreal MCP support: the new Unrealer agent, a chat-wrapped `chat_agent_unrealer` tool, canvas wiring, a seeded end-to-end demo prompt, and a direct TCP bridge into a live Unreal Engine 5 editor.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6be0102 | Some improvements in Unrealer agent in sending commands and normalization,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2026-05-17 | f39104f | Just a fix into Unrealer yaml,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`-- __init__.py
    |   |-- monitors/
    |   |   `-- monitor_sql.py
    |   |-- opus_client/
    |   |   |-- claude_opus_client.py
    |   |   |-- examples.py
    |   |   `-- README.md
    |   |-- rag/
    |   |   |-- __init__.py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